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5" r:id="rId1"/>
    <p:sldMasterId id="2147483743" r:id="rId2"/>
    <p:sldMasterId id="2147483747" r:id="rId3"/>
  </p:sldMasterIdLst>
  <p:notesMasterIdLst>
    <p:notesMasterId r:id="rId60"/>
  </p:notesMasterIdLst>
  <p:handoutMasterIdLst>
    <p:handoutMasterId r:id="rId61"/>
  </p:handoutMasterIdLst>
  <p:sldIdLst>
    <p:sldId id="256" r:id="rId10"/>
    <p:sldId id="257" r:id="rId11"/>
    <p:sldId id="258" r:id="rId12"/>
    <p:sldId id="259" r:id="rId13"/>
    <p:sldId id="260" r:id="rId14"/>
    <p:sldId id="261" r:id="rId15"/>
    <p:sldId id="262" r:id="rId16"/>
    <p:sldId id="263" r:id="rId17"/>
    <p:sldId id="264" r:id="rId18"/>
    <p:sldId id="265" r:id="rId19"/>
    <p:sldId id="266" r:id="rId20"/>
    <p:sldId id="267" r:id="rId21"/>
    <p:sldId id="268" r:id="rId22"/>
    <p:sldId id="269" r:id="rId23"/>
    <p:sldId id="270" r:id="rId24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封面页" id="{7BCF0003-2774-478E-ADBB-FA4B0474F823}">
          <p14:sldIdLst>
            <p14:sldId id="331"/>
            <p14:sldId id="274"/>
            <p14:sldId id="273"/>
          </p14:sldIdLst>
        </p14:section>
        <p14:section name="目录页" id="{B367F9BF-542C-4E4C-82B4-6B9D33F9415B}">
          <p14:sldIdLst>
            <p14:sldId id="278"/>
            <p14:sldId id="275"/>
            <p14:sldId id="277"/>
          </p14:sldIdLst>
        </p14:section>
        <p14:section name="内容页" id="{FD3326A8-023E-4C5F-93B6-7B151078D781}">
          <p14:sldIdLst>
            <p14:sldId id="281"/>
            <p14:sldId id="282"/>
            <p14:sldId id="283"/>
            <p14:sldId id="284"/>
            <p14:sldId id="285"/>
            <p14:sldId id="286"/>
            <p14:sldId id="287"/>
            <p14:sldId id="288"/>
          </p14:sldIdLst>
        </p14:section>
        <p14:section name="图文页" id="{F25AE285-A3FB-4E4A-B174-0E40D38AC253}">
          <p14:sldIdLst>
            <p14:sldId id="295"/>
            <p14:sldId id="289"/>
            <p14:sldId id="290"/>
            <p14:sldId id="291"/>
            <p14:sldId id="292"/>
            <p14:sldId id="294"/>
          </p14:sldIdLst>
        </p14:section>
        <p14:section name="逻辑关系页" id="{58222C3C-5D34-40E0-B2E8-6178C4814065}">
          <p14:sldIdLst>
            <p14:sldId id="297"/>
            <p14:sldId id="296"/>
            <p14:sldId id="299"/>
            <p14:sldId id="293"/>
            <p14:sldId id="298"/>
            <p14:sldId id="300"/>
            <p14:sldId id="301"/>
            <p14:sldId id="302"/>
            <p14:sldId id="303"/>
            <p14:sldId id="304"/>
          </p14:sldIdLst>
        </p14:section>
        <p14:section name="图表页" id="{88F02BE7-519F-45B0-9FF4-7E874CEE4917}">
          <p14:sldIdLst>
            <p14:sldId id="305"/>
            <p14:sldId id="307"/>
            <p14:sldId id="306"/>
            <p14:sldId id="308"/>
            <p14:sldId id="309"/>
            <p14:sldId id="310"/>
            <p14:sldId id="311"/>
            <p14:sldId id="312"/>
          </p14:sldIdLst>
        </p14:section>
        <p14:section name="功能页" id="{FB939AB2-D86A-438C-89FE-B96592E929D1}">
          <p14:sldIdLst>
            <p14:sldId id="317"/>
            <p14:sldId id="313"/>
            <p14:sldId id="314"/>
            <p14:sldId id="315"/>
            <p14:sldId id="316"/>
            <p14:sldId id="318"/>
            <p14:sldId id="319"/>
          </p14:sldIdLst>
        </p14:section>
        <p14:section name="结束页" id="{6FD45D27-19CD-420C-8E18-9C00353D6BAF}">
          <p14:sldIdLst>
            <p14:sldId id="280"/>
          </p14:sldIdLst>
        </p14:section>
        <p14:section name="附录页" id="{5D4E1AEF-0E6B-4C93-9BAB-9EC0D49DDDFA}">
          <p14:sldIdLst>
            <p14:sldId id="320"/>
            <p14:sldId id="321"/>
            <p14:sldId id="322"/>
            <p14:sldId id="323"/>
            <p14:sldId id="324"/>
            <p14:sldId id="325"/>
            <p14:sldId id="326"/>
            <p14:sldId id="327"/>
            <p14:sldId id="328"/>
            <p14:sldId id="329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中度样式 2 - 强调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E3FDE45-AF77-4B5C-9715-49D594BDF05E}" styleName="浅色样式 1 - 强调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3B4B98B0-60AC-42C2-AFA5-B58CD77FA1E5}" styleName="浅色样式 1 - 强调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369" autoAdjust="0"/>
    <p:restoredTop sz="94660"/>
  </p:normalViewPr>
  <p:slideViewPr>
    <p:cSldViewPr snapToGrid="0" showGuides="1">
      <p:cViewPr varScale="1">
        <p:scale>
          <a:sx n="69" d="100"/>
          <a:sy n="69" d="100"/>
        </p:scale>
        <p:origin x="72" y="38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 showGuides="1">
      <p:cViewPr varScale="1">
        <p:scale>
          <a:sx n="46" d="100"/>
          <a:sy n="46" d="100"/>
        </p:scale>
        <p:origin x="1098" y="60"/>
      </p:cViewPr>
      <p:guideLst/>
    </p:cSldViewPr>
  </p:notes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Master" Target="slideMasters/slideMaster2.xml"/><Relationship Id="rId3" Type="http://schemas.openxmlformats.org/officeDocument/2006/relationships/slideMaster" Target="slideMasters/slideMaster3.xml"/><Relationship Id="rId10" Type="http://schemas.openxmlformats.org/officeDocument/2006/relationships/slide" Target="slides/slide1.xml"/><Relationship Id="rId11" Type="http://schemas.openxmlformats.org/officeDocument/2006/relationships/slide" Target="slides/slide2.xml"/><Relationship Id="rId12" Type="http://schemas.openxmlformats.org/officeDocument/2006/relationships/slide" Target="slides/slide3.xml"/><Relationship Id="rId13" Type="http://schemas.openxmlformats.org/officeDocument/2006/relationships/slide" Target="slides/slide4.xml"/><Relationship Id="rId14" Type="http://schemas.openxmlformats.org/officeDocument/2006/relationships/slide" Target="slides/slide5.xml"/><Relationship Id="rId15" Type="http://schemas.openxmlformats.org/officeDocument/2006/relationships/slide" Target="slides/slide6.xml"/><Relationship Id="rId16" Type="http://schemas.openxmlformats.org/officeDocument/2006/relationships/slide" Target="slides/slide7.xml"/><Relationship Id="rId17" Type="http://schemas.openxmlformats.org/officeDocument/2006/relationships/slide" Target="slides/slide8.xml"/><Relationship Id="rId18" Type="http://schemas.openxmlformats.org/officeDocument/2006/relationships/slide" Target="slides/slide9.xml"/><Relationship Id="rId19" Type="http://schemas.openxmlformats.org/officeDocument/2006/relationships/slide" Target="slides/slide10.xml"/><Relationship Id="rId20" Type="http://schemas.openxmlformats.org/officeDocument/2006/relationships/slide" Target="slides/slide11.xml"/><Relationship Id="rId21" Type="http://schemas.openxmlformats.org/officeDocument/2006/relationships/slide" Target="slides/slide12.xml"/><Relationship Id="rId22" Type="http://schemas.openxmlformats.org/officeDocument/2006/relationships/slide" Target="slides/slide13.xml"/><Relationship Id="rId23" Type="http://schemas.openxmlformats.org/officeDocument/2006/relationships/slide" Target="slides/slide14.xml"/><Relationship Id="rId24" Type="http://schemas.openxmlformats.org/officeDocument/2006/relationships/slide" Target="slides/slide15.xml"/><Relationship Id="rId60" Type="http://schemas.openxmlformats.org/officeDocument/2006/relationships/notesMaster" Target="notesMasters/notesMaster1.xml"/><Relationship Id="rId61" Type="http://schemas.openxmlformats.org/officeDocument/2006/relationships/handoutMaster" Target="handoutMasters/handoutMaster1.xml"/><Relationship Id="rId62" Type="http://schemas.openxmlformats.org/officeDocument/2006/relationships/presProps" Target="presProps.xml"/><Relationship Id="rId63" Type="http://schemas.openxmlformats.org/officeDocument/2006/relationships/viewProps" Target="viewProps.xml"/><Relationship Id="rId64" Type="http://schemas.openxmlformats.org/officeDocument/2006/relationships/theme" Target="theme/theme1.xml"/><Relationship Id="rId65" Type="http://schemas.openxmlformats.org/officeDocument/2006/relationships/tableStyles" Target="tableStyles.xml"/></Relationships>
</file>

<file path=ppt/handoutMasters/_rels/handout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>
            <a:extLst>
              <a:ext uri="{FF2B5EF4-FFF2-40B4-BE49-F238E27FC236}">
                <a16:creationId xmlns:a16="http://schemas.microsoft.com/office/drawing/2014/main" id="{F4ADFB3F-DB81-4706-AF64-97AFC7BC46A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31448191-2356-4259-8719-B843C8908407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1AE81EC-F38D-430E-8380-60FA616873B4}" type="datetimeFigureOut">
              <a:rPr lang="zh-CN" altLang="en-US" smtClean="0"/>
              <a:t>2026/4/22/Wed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62D264FA-F634-4580-B62B-81D2172729F5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D1885BFC-299C-4611-BE62-BA016A635880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30F83DF-5A75-4541-B30C-6E42239ED9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916633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9168D6C-7997-430B-92F8-26800FAE228B}" type="datetimeFigureOut">
              <a:rPr lang="zh-CN" altLang="en-US" smtClean="0"/>
              <a:t>2026/4/22/Wed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6F68C3F-8089-4336-A0FA-9F374BED94A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6946199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tags" Target="../tags/tag1.xml"/><Relationship Id="rId2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tags" Target="../tags/tag2.xml"/><Relationship Id="rId2" Type="http://schemas.openxmlformats.org/officeDocument/2006/relationships/slideMaster" Target="../slideMasters/slideMaster1.xml"/><Relationship Id="rId3" Type="http://schemas.openxmlformats.org/officeDocument/2006/relationships/image" Target="../media/image3.png"/><Relationship Id="rId4" Type="http://schemas.openxmlformats.org/officeDocument/2006/relationships/image" Target="../media/image4.png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tags" Target="../tags/tag3.xml"/><Relationship Id="rId2" Type="http://schemas.openxmlformats.org/officeDocument/2006/relationships/slideMaster" Target="../slideMasters/slideMaster1.xml"/><Relationship Id="rId3" Type="http://schemas.openxmlformats.org/officeDocument/2006/relationships/image" Target="../media/image5.png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'1.0' encoding='UTF-8' standalone='yes'?>
<Relationships xmlns="http://schemas.openxmlformats.org/package/2006/relationships"><Relationship Id="rId1" Type="http://schemas.openxmlformats.org/officeDocument/2006/relationships/tags" Target="../tags/tag4.xml"/><Relationship Id="rId2" Type="http://schemas.openxmlformats.org/officeDocument/2006/relationships/slideMaster" Target="../slideMasters/slideMaster1.xml"/><Relationship Id="rId3" Type="http://schemas.openxmlformats.org/officeDocument/2006/relationships/image" Target="../media/image6.jpeg"/></Relationships>
</file>

<file path=ppt/slideLayouts/_rels/slideLayout24.xml.rels><?xml version='1.0' encoding='UTF-8' standalone='yes'?>
<Relationships xmlns="http://schemas.openxmlformats.org/package/2006/relationships"><Relationship Id="rId1" Type="http://schemas.openxmlformats.org/officeDocument/2006/relationships/tags" Target="../tags/tag5.xml"/><Relationship Id="rId2" Type="http://schemas.openxmlformats.org/officeDocument/2006/relationships/slideMaster" Target="../slideMasters/slideMaster1.xml"/><Relationship Id="rId3" Type="http://schemas.openxmlformats.org/officeDocument/2006/relationships/image" Target="../media/image6.jpeg"/></Relationships>
</file>

<file path=ppt/slideLayouts/_rels/slideLayout25.xml.rels><?xml version='1.0' encoding='UTF-8' standalone='yes'?>
<Relationships xmlns="http://schemas.openxmlformats.org/package/2006/relationships"><Relationship Id="rId1" Type="http://schemas.openxmlformats.org/officeDocument/2006/relationships/tags" Target="../tags/tag6.xml"/><Relationship Id="rId2" Type="http://schemas.openxmlformats.org/officeDocument/2006/relationships/slideMaster" Target="../slideMasters/slideMaster1.xml"/></Relationships>
</file>

<file path=ppt/slideLayouts/_rels/slideLayout2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1">
    <p:bg>
      <p:bgPr>
        <a:blipFill dpi="0" rotWithShape="1">
          <a:blip r:embed="rId2">
            <a:alphaModFix amt="3000"/>
            <a:lum/>
          </a:blip>
          <a:srcRect/>
          <a:tile tx="0" ty="36830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>
            <a:extLst>
              <a:ext uri="{FF2B5EF4-FFF2-40B4-BE49-F238E27FC236}">
                <a16:creationId xmlns:a16="http://schemas.microsoft.com/office/drawing/2014/main" id="{F07FBF2C-1E7E-4592-A31D-501E86C98A3A}"/>
              </a:ext>
            </a:extLst>
          </p:cNvPr>
          <p:cNvSpPr/>
          <p:nvPr userDrawn="1"/>
        </p:nvSpPr>
        <p:spPr>
          <a:xfrm>
            <a:off x="0" y="0"/>
            <a:ext cx="12192000" cy="450604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979430D6-9D05-41D6-8C98-6A738D0AF0BA}"/>
              </a:ext>
            </a:extLst>
          </p:cNvPr>
          <p:cNvSpPr txBox="1"/>
          <p:nvPr userDrawn="1"/>
        </p:nvSpPr>
        <p:spPr>
          <a:xfrm>
            <a:off x="358238" y="3967076"/>
            <a:ext cx="10123669" cy="3770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3900" dirty="0">
                <a:solidFill>
                  <a:schemeClr val="tx2">
                    <a:lumMod val="75000"/>
                    <a:lumOff val="25000"/>
                    <a:alpha val="10000"/>
                  </a:schemeClr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GDUT</a:t>
            </a:r>
            <a:endParaRPr lang="zh-CN" altLang="en-US" sz="23900" dirty="0">
              <a:solidFill>
                <a:schemeClr val="tx2">
                  <a:lumMod val="75000"/>
                  <a:lumOff val="25000"/>
                  <a:alpha val="10000"/>
                </a:schemeClr>
              </a:solidFill>
              <a:latin typeface="Arial Black" panose="020B0A040201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文本占位符 9">
            <a:extLst>
              <a:ext uri="{FF2B5EF4-FFF2-40B4-BE49-F238E27FC236}">
                <a16:creationId xmlns:a16="http://schemas.microsoft.com/office/drawing/2014/main" id="{D3E12DB5-C839-4B46-BEFB-DAEA7AF23F1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50863" y="1520442"/>
            <a:ext cx="7047366" cy="1549400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buNone/>
              <a:defRPr sz="4800">
                <a:solidFill>
                  <a:schemeClr val="bg1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zh-CN" altLang="en-US" dirty="0"/>
              <a:t>单击此处编辑论文题目</a:t>
            </a:r>
            <a:endParaRPr lang="en-US" altLang="zh-CN" dirty="0"/>
          </a:p>
          <a:p>
            <a:pPr lvl="0"/>
            <a:r>
              <a:rPr lang="zh-CN" altLang="en-US" dirty="0"/>
              <a:t>题目过长则分行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BB854B14-A3F1-42B5-ACF1-EF2F072D4594}"/>
              </a:ext>
            </a:extLst>
          </p:cNvPr>
          <p:cNvSpPr/>
          <p:nvPr userDrawn="1"/>
        </p:nvSpPr>
        <p:spPr>
          <a:xfrm>
            <a:off x="699630" y="871788"/>
            <a:ext cx="941388" cy="1365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文本占位符 35">
            <a:extLst>
              <a:ext uri="{FF2B5EF4-FFF2-40B4-BE49-F238E27FC236}">
                <a16:creationId xmlns:a16="http://schemas.microsoft.com/office/drawing/2014/main" id="{1F2CFCEA-D7AF-45C0-9080-769D65AD0C5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50862" y="3469054"/>
            <a:ext cx="7047365" cy="323250"/>
          </a:xfrm>
        </p:spPr>
        <p:txBody>
          <a:bodyPr>
            <a:no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Alibaba Sans Medium" panose="020B0603020203040204" pitchFamily="34" charset="0"/>
                <a:ea typeface="思源宋体 CN Medium" panose="02020500000000000000" pitchFamily="18" charset="-122"/>
                <a:cs typeface="Alibaba Sans Medium" panose="020B0603020203040204" pitchFamily="34" charset="0"/>
              </a:defRPr>
            </a:lvl1pPr>
          </a:lstStyle>
          <a:p>
            <a:pPr lvl="0"/>
            <a:r>
              <a:rPr lang="zh-CN" altLang="en-US" dirty="0"/>
              <a:t>单击此处编辑解释文字</a:t>
            </a:r>
          </a:p>
        </p:txBody>
      </p:sp>
      <p:sp>
        <p:nvSpPr>
          <p:cNvPr id="29" name="文本框 28">
            <a:extLst>
              <a:ext uri="{FF2B5EF4-FFF2-40B4-BE49-F238E27FC236}">
                <a16:creationId xmlns:a16="http://schemas.microsoft.com/office/drawing/2014/main" id="{EBDE1832-AE84-417E-85F2-7D057E9A29BC}"/>
              </a:ext>
            </a:extLst>
          </p:cNvPr>
          <p:cNvSpPr txBox="1"/>
          <p:nvPr userDrawn="1"/>
        </p:nvSpPr>
        <p:spPr>
          <a:xfrm>
            <a:off x="550863" y="6079255"/>
            <a:ext cx="100266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毕业论文答辩</a:t>
            </a:r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E98BCA43-1515-42E3-B68D-C7766B486E96}"/>
              </a:ext>
            </a:extLst>
          </p:cNvPr>
          <p:cNvSpPr txBox="1"/>
          <p:nvPr userDrawn="1"/>
        </p:nvSpPr>
        <p:spPr>
          <a:xfrm>
            <a:off x="10223612" y="6079255"/>
            <a:ext cx="141731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1" name="文本占位符 16">
            <a:extLst>
              <a:ext uri="{FF2B5EF4-FFF2-40B4-BE49-F238E27FC236}">
                <a16:creationId xmlns:a16="http://schemas.microsoft.com/office/drawing/2014/main" id="{84D11234-43ED-4379-A318-132F11EE0F9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50862" y="4976919"/>
            <a:ext cx="5545138" cy="330200"/>
          </a:xfrm>
        </p:spPr>
        <p:txBody>
          <a:bodyPr>
            <a:noAutofit/>
          </a:bodyPr>
          <a:lstStyle>
            <a:lvl1pPr marL="0" indent="0">
              <a:buNone/>
              <a:defRPr sz="1600">
                <a:solidFill>
                  <a:schemeClr val="accent2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defRPr>
            </a:lvl1pPr>
          </a:lstStyle>
          <a:p>
            <a:pPr lvl="0"/>
            <a:r>
              <a:rPr lang="zh-CN" altLang="en-US" dirty="0"/>
              <a:t>▶指导老师：</a:t>
            </a:r>
            <a:r>
              <a:rPr lang="en-US" altLang="zh-CN" dirty="0"/>
              <a:t>xxx </a:t>
            </a:r>
            <a:r>
              <a:rPr lang="zh-CN" altLang="en-US" dirty="0"/>
              <a:t>丨答辩学生：</a:t>
            </a:r>
            <a:r>
              <a:rPr lang="en-US" altLang="zh-CN" dirty="0"/>
              <a:t>xxx</a:t>
            </a:r>
          </a:p>
        </p:txBody>
      </p:sp>
      <p:cxnSp>
        <p:nvCxnSpPr>
          <p:cNvPr id="22" name="直接连接符 21">
            <a:extLst>
              <a:ext uri="{FF2B5EF4-FFF2-40B4-BE49-F238E27FC236}">
                <a16:creationId xmlns:a16="http://schemas.microsoft.com/office/drawing/2014/main" id="{9978F258-E620-4991-8846-2F792344A38E}"/>
              </a:ext>
            </a:extLst>
          </p:cNvPr>
          <p:cNvCxnSpPr>
            <a:cxnSpLocks/>
          </p:cNvCxnSpPr>
          <p:nvPr userDrawn="1"/>
        </p:nvCxnSpPr>
        <p:spPr>
          <a:xfrm flipH="1">
            <a:off x="633414" y="6313332"/>
            <a:ext cx="769936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>
            <a:extLst>
              <a:ext uri="{FF2B5EF4-FFF2-40B4-BE49-F238E27FC236}">
                <a16:creationId xmlns:a16="http://schemas.microsoft.com/office/drawing/2014/main" id="{C4C18FA2-BB8B-4C56-A551-540F4793BE91}"/>
              </a:ext>
            </a:extLst>
          </p:cNvPr>
          <p:cNvCxnSpPr>
            <a:cxnSpLocks/>
          </p:cNvCxnSpPr>
          <p:nvPr userDrawn="1"/>
        </p:nvCxnSpPr>
        <p:spPr>
          <a:xfrm flipH="1">
            <a:off x="10344150" y="6314764"/>
            <a:ext cx="12065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组合 17">
            <a:extLst>
              <a:ext uri="{FF2B5EF4-FFF2-40B4-BE49-F238E27FC236}">
                <a16:creationId xmlns:a16="http://schemas.microsoft.com/office/drawing/2014/main" id="{6970C6AA-FB2E-4C1E-BDEE-8F7ED99C0D54}"/>
              </a:ext>
            </a:extLst>
          </p:cNvPr>
          <p:cNvGrpSpPr/>
          <p:nvPr userDrawn="1"/>
        </p:nvGrpSpPr>
        <p:grpSpPr>
          <a:xfrm>
            <a:off x="7960402" y="766790"/>
            <a:ext cx="3338452" cy="3338452"/>
            <a:chOff x="7565295" y="449707"/>
            <a:chExt cx="3764876" cy="3764876"/>
          </a:xfrm>
        </p:grpSpPr>
        <p:sp>
          <p:nvSpPr>
            <p:cNvPr id="17" name="椭圆 16">
              <a:extLst>
                <a:ext uri="{FF2B5EF4-FFF2-40B4-BE49-F238E27FC236}">
                  <a16:creationId xmlns:a16="http://schemas.microsoft.com/office/drawing/2014/main" id="{C22B71A7-D64E-400C-AE56-1CDEE0FBBC3C}"/>
                </a:ext>
              </a:extLst>
            </p:cNvPr>
            <p:cNvSpPr/>
            <p:nvPr userDrawn="1"/>
          </p:nvSpPr>
          <p:spPr>
            <a:xfrm>
              <a:off x="7821465" y="705877"/>
              <a:ext cx="3252537" cy="325253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innerShdw blurRad="88900" dist="50800">
                <a:prstClr val="black">
                  <a:alpha val="3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íṣḻïḓê">
              <a:extLst>
                <a:ext uri="{FF2B5EF4-FFF2-40B4-BE49-F238E27FC236}">
                  <a16:creationId xmlns:a16="http://schemas.microsoft.com/office/drawing/2014/main" id="{905EA942-BA9C-49B8-82B6-1B6FA777F4C6}"/>
                </a:ext>
              </a:extLst>
            </p:cNvPr>
            <p:cNvSpPr/>
            <p:nvPr userDrawn="1"/>
          </p:nvSpPr>
          <p:spPr bwMode="auto">
            <a:xfrm>
              <a:off x="7948940" y="806557"/>
              <a:ext cx="2997586" cy="3051176"/>
            </a:xfrm>
            <a:custGeom>
              <a:avLst/>
              <a:gdLst>
                <a:gd name="T0" fmla="*/ 606 w 808"/>
                <a:gd name="T1" fmla="*/ 701 h 821"/>
                <a:gd name="T2" fmla="*/ 597 w 808"/>
                <a:gd name="T3" fmla="*/ 703 h 821"/>
                <a:gd name="T4" fmla="*/ 597 w 808"/>
                <a:gd name="T5" fmla="*/ 684 h 821"/>
                <a:gd name="T6" fmla="*/ 620 w 808"/>
                <a:gd name="T7" fmla="*/ 651 h 821"/>
                <a:gd name="T8" fmla="*/ 606 w 808"/>
                <a:gd name="T9" fmla="*/ 661 h 821"/>
                <a:gd name="T10" fmla="*/ 584 w 808"/>
                <a:gd name="T11" fmla="*/ 659 h 821"/>
                <a:gd name="T12" fmla="*/ 591 w 808"/>
                <a:gd name="T13" fmla="*/ 642 h 821"/>
                <a:gd name="T14" fmla="*/ 597 w 808"/>
                <a:gd name="T15" fmla="*/ 649 h 821"/>
                <a:gd name="T16" fmla="*/ 620 w 808"/>
                <a:gd name="T17" fmla="*/ 619 h 821"/>
                <a:gd name="T18" fmla="*/ 636 w 808"/>
                <a:gd name="T19" fmla="*/ 634 h 821"/>
                <a:gd name="T20" fmla="*/ 623 w 808"/>
                <a:gd name="T21" fmla="*/ 679 h 821"/>
                <a:gd name="T22" fmla="*/ 620 w 808"/>
                <a:gd name="T23" fmla="*/ 692 h 821"/>
                <a:gd name="T24" fmla="*/ 177 w 808"/>
                <a:gd name="T25" fmla="*/ 710 h 821"/>
                <a:gd name="T26" fmla="*/ 216 w 808"/>
                <a:gd name="T27" fmla="*/ 643 h 821"/>
                <a:gd name="T28" fmla="*/ 233 w 808"/>
                <a:gd name="T29" fmla="*/ 632 h 821"/>
                <a:gd name="T30" fmla="*/ 209 w 808"/>
                <a:gd name="T31" fmla="*/ 667 h 821"/>
                <a:gd name="T32" fmla="*/ 245 w 808"/>
                <a:gd name="T33" fmla="*/ 647 h 821"/>
                <a:gd name="T34" fmla="*/ 246 w 808"/>
                <a:gd name="T35" fmla="*/ 676 h 821"/>
                <a:gd name="T36" fmla="*/ 228 w 808"/>
                <a:gd name="T37" fmla="*/ 694 h 821"/>
                <a:gd name="T38" fmla="*/ 203 w 808"/>
                <a:gd name="T39" fmla="*/ 719 h 821"/>
                <a:gd name="T40" fmla="*/ 207 w 808"/>
                <a:gd name="T41" fmla="*/ 683 h 821"/>
                <a:gd name="T42" fmla="*/ 446 w 808"/>
                <a:gd name="T43" fmla="*/ 698 h 821"/>
                <a:gd name="T44" fmla="*/ 444 w 808"/>
                <a:gd name="T45" fmla="*/ 686 h 821"/>
                <a:gd name="T46" fmla="*/ 445 w 808"/>
                <a:gd name="T47" fmla="*/ 674 h 821"/>
                <a:gd name="T48" fmla="*/ 434 w 808"/>
                <a:gd name="T49" fmla="*/ 668 h 821"/>
                <a:gd name="T50" fmla="*/ 438 w 808"/>
                <a:gd name="T51" fmla="*/ 651 h 821"/>
                <a:gd name="T52" fmla="*/ 456 w 808"/>
                <a:gd name="T53" fmla="*/ 644 h 821"/>
                <a:gd name="T54" fmla="*/ 465 w 808"/>
                <a:gd name="T55" fmla="*/ 643 h 821"/>
                <a:gd name="T56" fmla="*/ 457 w 808"/>
                <a:gd name="T57" fmla="*/ 675 h 821"/>
                <a:gd name="T58" fmla="*/ 455 w 808"/>
                <a:gd name="T59" fmla="*/ 690 h 821"/>
                <a:gd name="T60" fmla="*/ 265 w 808"/>
                <a:gd name="T61" fmla="*/ 713 h 821"/>
                <a:gd name="T62" fmla="*/ 562 w 808"/>
                <a:gd name="T63" fmla="*/ 715 h 821"/>
                <a:gd name="T64" fmla="*/ 292 w 808"/>
                <a:gd name="T65" fmla="*/ 705 h 821"/>
                <a:gd name="T66" fmla="*/ 300 w 808"/>
                <a:gd name="T67" fmla="*/ 666 h 821"/>
                <a:gd name="T68" fmla="*/ 285 w 808"/>
                <a:gd name="T69" fmla="*/ 672 h 821"/>
                <a:gd name="T70" fmla="*/ 302 w 808"/>
                <a:gd name="T71" fmla="*/ 650 h 821"/>
                <a:gd name="T72" fmla="*/ 307 w 808"/>
                <a:gd name="T73" fmla="*/ 637 h 821"/>
                <a:gd name="T74" fmla="*/ 319 w 808"/>
                <a:gd name="T75" fmla="*/ 648 h 821"/>
                <a:gd name="T76" fmla="*/ 305 w 808"/>
                <a:gd name="T77" fmla="*/ 696 h 821"/>
                <a:gd name="T78" fmla="*/ 511 w 808"/>
                <a:gd name="T79" fmla="*/ 689 h 821"/>
                <a:gd name="T80" fmla="*/ 538 w 808"/>
                <a:gd name="T81" fmla="*/ 638 h 821"/>
                <a:gd name="T82" fmla="*/ 529 w 808"/>
                <a:gd name="T83" fmla="*/ 700 h 821"/>
                <a:gd name="T84" fmla="*/ 241 w 808"/>
                <a:gd name="T85" fmla="*/ 701 h 821"/>
                <a:gd name="T86" fmla="*/ 469 w 808"/>
                <a:gd name="T87" fmla="*/ 701 h 821"/>
                <a:gd name="T88" fmla="*/ 447 w 808"/>
                <a:gd name="T89" fmla="*/ 705 h 821"/>
                <a:gd name="T90" fmla="*/ 349 w 808"/>
                <a:gd name="T91" fmla="*/ 697 h 821"/>
                <a:gd name="T92" fmla="*/ 371 w 808"/>
                <a:gd name="T93" fmla="*/ 665 h 821"/>
                <a:gd name="T94" fmla="*/ 400 w 808"/>
                <a:gd name="T95" fmla="*/ 667 h 821"/>
                <a:gd name="T96" fmla="*/ 375 w 808"/>
                <a:gd name="T97" fmla="*/ 697 h 821"/>
                <a:gd name="T98" fmla="*/ 220 w 808"/>
                <a:gd name="T99" fmla="*/ 683 h 821"/>
                <a:gd name="T100" fmla="*/ 223 w 808"/>
                <a:gd name="T101" fmla="*/ 690 h 821"/>
                <a:gd name="T102" fmla="*/ 318 w 808"/>
                <a:gd name="T103" fmla="*/ 697 h 821"/>
                <a:gd name="T104" fmla="*/ 206 w 808"/>
                <a:gd name="T105" fmla="*/ 674 h 821"/>
                <a:gd name="T106" fmla="*/ 311 w 808"/>
                <a:gd name="T107" fmla="*/ 660 h 821"/>
                <a:gd name="T108" fmla="*/ 614 w 808"/>
                <a:gd name="T109" fmla="*/ 661 h 821"/>
                <a:gd name="T110" fmla="*/ 607 w 808"/>
                <a:gd name="T111" fmla="*/ 650 h 821"/>
                <a:gd name="T112" fmla="*/ 217 w 808"/>
                <a:gd name="T113" fmla="*/ 627 h 821"/>
                <a:gd name="T114" fmla="*/ 161 w 808"/>
                <a:gd name="T115" fmla="*/ 585 h 821"/>
                <a:gd name="T116" fmla="*/ 114 w 808"/>
                <a:gd name="T117" fmla="*/ 372 h 821"/>
                <a:gd name="T118" fmla="*/ 243 w 808"/>
                <a:gd name="T119" fmla="*/ 205 h 821"/>
                <a:gd name="T120" fmla="*/ 433 w 808"/>
                <a:gd name="T121" fmla="*/ 152 h 821"/>
                <a:gd name="T122" fmla="*/ 653 w 808"/>
                <a:gd name="T123" fmla="*/ 325 h 821"/>
                <a:gd name="T124" fmla="*/ 664 w 808"/>
                <a:gd name="T125" fmla="*/ 501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821">
                  <a:moveTo>
                    <a:pt x="404" y="821"/>
                  </a:moveTo>
                  <a:cubicBezTo>
                    <a:pt x="626" y="821"/>
                    <a:pt x="808" y="637"/>
                    <a:pt x="808" y="411"/>
                  </a:cubicBezTo>
                  <a:cubicBezTo>
                    <a:pt x="808" y="185"/>
                    <a:pt x="626" y="0"/>
                    <a:pt x="404" y="0"/>
                  </a:cubicBezTo>
                  <a:cubicBezTo>
                    <a:pt x="181" y="0"/>
                    <a:pt x="0" y="185"/>
                    <a:pt x="0" y="411"/>
                  </a:cubicBezTo>
                  <a:cubicBezTo>
                    <a:pt x="0" y="637"/>
                    <a:pt x="181" y="821"/>
                    <a:pt x="404" y="821"/>
                  </a:cubicBezTo>
                  <a:close/>
                  <a:moveTo>
                    <a:pt x="404" y="3"/>
                  </a:moveTo>
                  <a:cubicBezTo>
                    <a:pt x="474" y="48"/>
                    <a:pt x="616" y="90"/>
                    <a:pt x="583" y="158"/>
                  </a:cubicBezTo>
                  <a:cubicBezTo>
                    <a:pt x="638" y="106"/>
                    <a:pt x="721" y="230"/>
                    <a:pt x="785" y="285"/>
                  </a:cubicBezTo>
                  <a:cubicBezTo>
                    <a:pt x="765" y="362"/>
                    <a:pt x="769" y="520"/>
                    <a:pt x="693" y="507"/>
                  </a:cubicBezTo>
                  <a:cubicBezTo>
                    <a:pt x="761" y="544"/>
                    <a:pt x="669" y="666"/>
                    <a:pt x="644" y="734"/>
                  </a:cubicBezTo>
                  <a:cubicBezTo>
                    <a:pt x="567" y="740"/>
                    <a:pt x="412" y="799"/>
                    <a:pt x="405" y="723"/>
                  </a:cubicBezTo>
                  <a:cubicBezTo>
                    <a:pt x="392" y="797"/>
                    <a:pt x="241" y="737"/>
                    <a:pt x="161" y="732"/>
                  </a:cubicBezTo>
                  <a:cubicBezTo>
                    <a:pt x="134" y="658"/>
                    <a:pt x="46" y="545"/>
                    <a:pt x="113" y="509"/>
                  </a:cubicBezTo>
                  <a:cubicBezTo>
                    <a:pt x="35" y="520"/>
                    <a:pt x="47" y="364"/>
                    <a:pt x="23" y="284"/>
                  </a:cubicBezTo>
                  <a:cubicBezTo>
                    <a:pt x="90" y="245"/>
                    <a:pt x="172" y="105"/>
                    <a:pt x="229" y="159"/>
                  </a:cubicBezTo>
                  <a:cubicBezTo>
                    <a:pt x="197" y="85"/>
                    <a:pt x="340" y="46"/>
                    <a:pt x="404" y="3"/>
                  </a:cubicBezTo>
                  <a:close/>
                  <a:moveTo>
                    <a:pt x="609" y="729"/>
                  </a:move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09" y="729"/>
                    <a:pt x="609" y="729"/>
                    <a:pt x="609" y="729"/>
                  </a:cubicBezTo>
                  <a:close/>
                  <a:moveTo>
                    <a:pt x="176" y="724"/>
                  </a:move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3"/>
                    <a:pt x="194" y="683"/>
                    <a:pt x="195" y="683"/>
                  </a:cubicBezTo>
                  <a:cubicBezTo>
                    <a:pt x="195" y="683"/>
                    <a:pt x="195" y="683"/>
                    <a:pt x="195" y="683"/>
                  </a:cubicBezTo>
                  <a:cubicBezTo>
                    <a:pt x="195" y="683"/>
                    <a:pt x="195" y="682"/>
                    <a:pt x="196" y="682"/>
                  </a:cubicBezTo>
                  <a:cubicBezTo>
                    <a:pt x="196" y="682"/>
                    <a:pt x="196" y="682"/>
                    <a:pt x="196" y="682"/>
                  </a:cubicBezTo>
                  <a:cubicBezTo>
                    <a:pt x="196" y="682"/>
                    <a:pt x="196" y="682"/>
                    <a:pt x="196" y="681"/>
                  </a:cubicBezTo>
                  <a:cubicBezTo>
                    <a:pt x="196" y="681"/>
                    <a:pt x="196" y="681"/>
                    <a:pt x="196" y="681"/>
                  </a:cubicBezTo>
                  <a:cubicBezTo>
                    <a:pt x="196" y="681"/>
                    <a:pt x="196" y="681"/>
                    <a:pt x="197" y="681"/>
                  </a:cubicBezTo>
                  <a:cubicBezTo>
                    <a:pt x="197" y="681"/>
                    <a:pt x="197" y="681"/>
                    <a:pt x="197" y="681"/>
                  </a:cubicBezTo>
                  <a:cubicBezTo>
                    <a:pt x="198" y="679"/>
                    <a:pt x="199" y="677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15" y="706"/>
                    <a:pt x="215" y="706"/>
                    <a:pt x="215" y="706"/>
                  </a:cubicBezTo>
                  <a:cubicBezTo>
                    <a:pt x="214" y="707"/>
                    <a:pt x="214" y="707"/>
                    <a:pt x="214" y="707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8"/>
                    <a:pt x="214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213" y="698"/>
                    <a:pt x="213" y="698"/>
                    <a:pt x="213" y="697"/>
                  </a:cubicBezTo>
                  <a:cubicBezTo>
                    <a:pt x="213" y="697"/>
                    <a:pt x="213" y="697"/>
                    <a:pt x="213" y="697"/>
                  </a:cubicBezTo>
                  <a:cubicBezTo>
                    <a:pt x="213" y="696"/>
                    <a:pt x="213" y="696"/>
                    <a:pt x="213" y="695"/>
                  </a:cubicBezTo>
                  <a:cubicBezTo>
                    <a:pt x="213" y="695"/>
                    <a:pt x="213" y="695"/>
                    <a:pt x="213" y="695"/>
                  </a:cubicBezTo>
                  <a:cubicBezTo>
                    <a:pt x="213" y="693"/>
                    <a:pt x="213" y="691"/>
                    <a:pt x="213" y="689"/>
                  </a:cubicBezTo>
                  <a:cubicBezTo>
                    <a:pt x="213" y="689"/>
                    <a:pt x="213" y="689"/>
                    <a:pt x="213" y="689"/>
                  </a:cubicBezTo>
                  <a:cubicBezTo>
                    <a:pt x="213" y="688"/>
                    <a:pt x="213" y="688"/>
                    <a:pt x="214" y="687"/>
                  </a:cubicBezTo>
                  <a:cubicBezTo>
                    <a:pt x="214" y="687"/>
                    <a:pt x="214" y="687"/>
                    <a:pt x="214" y="687"/>
                  </a:cubicBezTo>
                  <a:cubicBezTo>
                    <a:pt x="214" y="686"/>
                    <a:pt x="214" y="685"/>
                    <a:pt x="215" y="684"/>
                  </a:cubicBezTo>
                  <a:cubicBezTo>
                    <a:pt x="215" y="684"/>
                    <a:pt x="215" y="684"/>
                    <a:pt x="215" y="684"/>
                  </a:cubicBezTo>
                  <a:cubicBezTo>
                    <a:pt x="215" y="684"/>
                    <a:pt x="216" y="683"/>
                    <a:pt x="216" y="682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7" y="681"/>
                    <a:pt x="217" y="680"/>
                    <a:pt x="218" y="679"/>
                  </a:cubicBezTo>
                  <a:cubicBezTo>
                    <a:pt x="218" y="679"/>
                    <a:pt x="218" y="679"/>
                    <a:pt x="218" y="679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6" y="679"/>
                    <a:pt x="213" y="681"/>
                    <a:pt x="210" y="683"/>
                  </a:cubicBezTo>
                  <a:cubicBezTo>
                    <a:pt x="210" y="683"/>
                    <a:pt x="210" y="683"/>
                    <a:pt x="210" y="683"/>
                  </a:cubicBezTo>
                  <a:cubicBezTo>
                    <a:pt x="209" y="684"/>
                    <a:pt x="208" y="684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79"/>
                  </a:cubicBezTo>
                  <a:cubicBezTo>
                    <a:pt x="202" y="679"/>
                    <a:pt x="202" y="679"/>
                    <a:pt x="202" y="679"/>
                  </a:cubicBezTo>
                  <a:cubicBezTo>
                    <a:pt x="202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0" y="680"/>
                    <a:pt x="200" y="680"/>
                  </a:cubicBezTo>
                  <a:cubicBezTo>
                    <a:pt x="200" y="680"/>
                    <a:pt x="200" y="680"/>
                    <a:pt x="200" y="680"/>
                  </a:cubicBezTo>
                  <a:cubicBezTo>
                    <a:pt x="200" y="680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76" y="724"/>
                    <a:pt x="176" y="724"/>
                    <a:pt x="176" y="724"/>
                  </a:cubicBezTo>
                  <a:close/>
                  <a:moveTo>
                    <a:pt x="425" y="723"/>
                  </a:move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4" y="668"/>
                    <a:pt x="454" y="668"/>
                  </a:cubicBezTo>
                  <a:cubicBezTo>
                    <a:pt x="454" y="668"/>
                    <a:pt x="454" y="668"/>
                    <a:pt x="454" y="668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0"/>
                    <a:pt x="445" y="640"/>
                    <a:pt x="445" y="640"/>
                  </a:cubicBezTo>
                  <a:cubicBezTo>
                    <a:pt x="445" y="639"/>
                    <a:pt x="445" y="639"/>
                    <a:pt x="445" y="639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0" y="670"/>
                    <a:pt x="458" y="671"/>
                    <a:pt x="458" y="671"/>
                  </a:cubicBezTo>
                  <a:cubicBezTo>
                    <a:pt x="458" y="671"/>
                    <a:pt x="458" y="671"/>
                    <a:pt x="458" y="671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6" y="723"/>
                    <a:pt x="426" y="723"/>
                    <a:pt x="426" y="723"/>
                  </a:cubicBezTo>
                  <a:lnTo>
                    <a:pt x="425" y="723"/>
                  </a:lnTo>
                  <a:close/>
                  <a:moveTo>
                    <a:pt x="270" y="716"/>
                  </a:move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lose/>
                  <a:moveTo>
                    <a:pt x="562" y="715"/>
                  </a:moveTo>
                  <a:cubicBezTo>
                    <a:pt x="562" y="715"/>
                    <a:pt x="562" y="715"/>
                    <a:pt x="562" y="715"/>
                  </a:cubicBezTo>
                  <a:cubicBezTo>
                    <a:pt x="562" y="715"/>
                    <a:pt x="562" y="715"/>
                    <a:pt x="562" y="715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2" y="715"/>
                    <a:pt x="562" y="715"/>
                    <a:pt x="562" y="715"/>
                  </a:cubicBezTo>
                  <a:close/>
                  <a:moveTo>
                    <a:pt x="304" y="713"/>
                  </a:moveTo>
                  <a:cubicBezTo>
                    <a:pt x="302" y="712"/>
                    <a:pt x="302" y="712"/>
                    <a:pt x="302" y="712"/>
                  </a:cubicBezTo>
                  <a:cubicBezTo>
                    <a:pt x="302" y="712"/>
                    <a:pt x="302" y="712"/>
                    <a:pt x="302" y="712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1"/>
                    <a:pt x="302" y="621"/>
                    <a:pt x="302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lose/>
                  <a:moveTo>
                    <a:pt x="506" y="712"/>
                  </a:moveTo>
                  <a:cubicBezTo>
                    <a:pt x="506" y="710"/>
                    <a:pt x="506" y="710"/>
                    <a:pt x="506" y="710"/>
                  </a:cubicBezTo>
                  <a:cubicBezTo>
                    <a:pt x="506" y="710"/>
                    <a:pt x="506" y="710"/>
                    <a:pt x="506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0"/>
                    <a:pt x="536" y="650"/>
                    <a:pt x="535" y="647"/>
                  </a:cubicBezTo>
                  <a:cubicBezTo>
                    <a:pt x="535" y="647"/>
                    <a:pt x="535" y="647"/>
                    <a:pt x="535" y="647"/>
                  </a:cubicBezTo>
                  <a:cubicBezTo>
                    <a:pt x="535" y="645"/>
                    <a:pt x="534" y="644"/>
                    <a:pt x="534" y="643"/>
                  </a:cubicBezTo>
                  <a:cubicBezTo>
                    <a:pt x="534" y="643"/>
                    <a:pt x="534" y="643"/>
                    <a:pt x="534" y="643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2" y="642"/>
                    <a:pt x="542" y="642"/>
                    <a:pt x="543" y="643"/>
                  </a:cubicBezTo>
                  <a:cubicBezTo>
                    <a:pt x="543" y="643"/>
                    <a:pt x="543" y="643"/>
                    <a:pt x="543" y="643"/>
                  </a:cubicBezTo>
                  <a:cubicBezTo>
                    <a:pt x="544" y="645"/>
                    <a:pt x="544" y="645"/>
                    <a:pt x="544" y="647"/>
                  </a:cubicBezTo>
                  <a:cubicBezTo>
                    <a:pt x="544" y="647"/>
                    <a:pt x="544" y="647"/>
                    <a:pt x="544" y="647"/>
                  </a:cubicBezTo>
                  <a:cubicBezTo>
                    <a:pt x="544" y="648"/>
                    <a:pt x="544" y="648"/>
                    <a:pt x="544" y="649"/>
                  </a:cubicBezTo>
                  <a:cubicBezTo>
                    <a:pt x="544" y="649"/>
                    <a:pt x="544" y="649"/>
                    <a:pt x="544" y="649"/>
                  </a:cubicBezTo>
                  <a:cubicBezTo>
                    <a:pt x="539" y="675"/>
                    <a:pt x="539" y="675"/>
                    <a:pt x="539" y="675"/>
                  </a:cubicBezTo>
                  <a:cubicBezTo>
                    <a:pt x="540" y="675"/>
                    <a:pt x="540" y="675"/>
                    <a:pt x="540" y="675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07" y="712"/>
                    <a:pt x="507" y="712"/>
                    <a:pt x="507" y="712"/>
                  </a:cubicBezTo>
                  <a:lnTo>
                    <a:pt x="506" y="712"/>
                  </a:lnTo>
                  <a:close/>
                  <a:moveTo>
                    <a:pt x="242" y="710"/>
                  </a:move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2" y="710"/>
                    <a:pt x="242" y="710"/>
                    <a:pt x="242" y="710"/>
                  </a:cubicBezTo>
                  <a:close/>
                  <a:moveTo>
                    <a:pt x="468" y="708"/>
                  </a:moveTo>
                  <a:cubicBezTo>
                    <a:pt x="467" y="707"/>
                    <a:pt x="467" y="707"/>
                    <a:pt x="467" y="707"/>
                  </a:cubicBezTo>
                  <a:cubicBezTo>
                    <a:pt x="467" y="707"/>
                    <a:pt x="467" y="707"/>
                    <a:pt x="467" y="707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lose/>
                  <a:moveTo>
                    <a:pt x="445" y="707"/>
                  </a:move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lose/>
                  <a:moveTo>
                    <a:pt x="352" y="706"/>
                  </a:move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1" y="699"/>
                    <a:pt x="371" y="699"/>
                    <a:pt x="370" y="699"/>
                  </a:cubicBezTo>
                  <a:cubicBezTo>
                    <a:pt x="370" y="699"/>
                    <a:pt x="370" y="699"/>
                    <a:pt x="370" y="699"/>
                  </a:cubicBezTo>
                  <a:cubicBezTo>
                    <a:pt x="370" y="699"/>
                    <a:pt x="369" y="699"/>
                    <a:pt x="369" y="699"/>
                  </a:cubicBezTo>
                  <a:cubicBezTo>
                    <a:pt x="369" y="699"/>
                    <a:pt x="369" y="700"/>
                    <a:pt x="369" y="700"/>
                  </a:cubicBezTo>
                  <a:cubicBezTo>
                    <a:pt x="369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7" y="701"/>
                    <a:pt x="367" y="701"/>
                    <a:pt x="366" y="701"/>
                  </a:cubicBezTo>
                  <a:cubicBezTo>
                    <a:pt x="366" y="701"/>
                    <a:pt x="366" y="701"/>
                    <a:pt x="366" y="701"/>
                  </a:cubicBezTo>
                  <a:cubicBezTo>
                    <a:pt x="366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2"/>
                  </a:cubicBezTo>
                  <a:cubicBezTo>
                    <a:pt x="364" y="702"/>
                    <a:pt x="364" y="702"/>
                    <a:pt x="364" y="702"/>
                  </a:cubicBezTo>
                  <a:cubicBezTo>
                    <a:pt x="364" y="702"/>
                    <a:pt x="363" y="702"/>
                    <a:pt x="363" y="702"/>
                  </a:cubicBezTo>
                  <a:cubicBezTo>
                    <a:pt x="363" y="702"/>
                    <a:pt x="363" y="702"/>
                    <a:pt x="363" y="702"/>
                  </a:cubicBezTo>
                  <a:cubicBezTo>
                    <a:pt x="363" y="702"/>
                    <a:pt x="362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2" y="706"/>
                    <a:pt x="352" y="706"/>
                    <a:pt x="352" y="706"/>
                  </a:cubicBezTo>
                  <a:close/>
                  <a:moveTo>
                    <a:pt x="218" y="701"/>
                  </a:move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6" y="698"/>
                    <a:pt x="216" y="697"/>
                  </a:cubicBezTo>
                  <a:cubicBezTo>
                    <a:pt x="216" y="697"/>
                    <a:pt x="216" y="697"/>
                    <a:pt x="216" y="697"/>
                  </a:cubicBezTo>
                  <a:cubicBezTo>
                    <a:pt x="216" y="697"/>
                    <a:pt x="216" y="696"/>
                    <a:pt x="215" y="696"/>
                  </a:cubicBezTo>
                  <a:cubicBezTo>
                    <a:pt x="215" y="696"/>
                    <a:pt x="215" y="696"/>
                    <a:pt x="215" y="696"/>
                  </a:cubicBezTo>
                  <a:cubicBezTo>
                    <a:pt x="215" y="695"/>
                    <a:pt x="215" y="695"/>
                    <a:pt x="215" y="694"/>
                  </a:cubicBezTo>
                  <a:cubicBezTo>
                    <a:pt x="215" y="694"/>
                    <a:pt x="215" y="694"/>
                    <a:pt x="215" y="694"/>
                  </a:cubicBezTo>
                  <a:cubicBezTo>
                    <a:pt x="215" y="694"/>
                    <a:pt x="215" y="693"/>
                    <a:pt x="215" y="692"/>
                  </a:cubicBezTo>
                  <a:cubicBezTo>
                    <a:pt x="215" y="692"/>
                    <a:pt x="215" y="692"/>
                    <a:pt x="215" y="692"/>
                  </a:cubicBezTo>
                  <a:cubicBezTo>
                    <a:pt x="215" y="692"/>
                    <a:pt x="215" y="691"/>
                    <a:pt x="215" y="691"/>
                  </a:cubicBezTo>
                  <a:cubicBezTo>
                    <a:pt x="215" y="691"/>
                    <a:pt x="215" y="691"/>
                    <a:pt x="215" y="691"/>
                  </a:cubicBezTo>
                  <a:cubicBezTo>
                    <a:pt x="216" y="690"/>
                    <a:pt x="216" y="689"/>
                    <a:pt x="216" y="689"/>
                  </a:cubicBezTo>
                  <a:cubicBezTo>
                    <a:pt x="216" y="689"/>
                    <a:pt x="216" y="689"/>
                    <a:pt x="216" y="689"/>
                  </a:cubicBezTo>
                  <a:cubicBezTo>
                    <a:pt x="216" y="688"/>
                    <a:pt x="216" y="688"/>
                    <a:pt x="216" y="687"/>
                  </a:cubicBezTo>
                  <a:cubicBezTo>
                    <a:pt x="216" y="687"/>
                    <a:pt x="216" y="687"/>
                    <a:pt x="216" y="687"/>
                  </a:cubicBezTo>
                  <a:cubicBezTo>
                    <a:pt x="216" y="687"/>
                    <a:pt x="217" y="686"/>
                    <a:pt x="217" y="686"/>
                  </a:cubicBezTo>
                  <a:cubicBezTo>
                    <a:pt x="217" y="686"/>
                    <a:pt x="217" y="686"/>
                    <a:pt x="217" y="686"/>
                  </a:cubicBezTo>
                  <a:cubicBezTo>
                    <a:pt x="217" y="686"/>
                    <a:pt x="217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19" y="685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4" y="688"/>
                  </a:cubicBezTo>
                  <a:cubicBezTo>
                    <a:pt x="224" y="688"/>
                    <a:pt x="224" y="688"/>
                    <a:pt x="224" y="688"/>
                  </a:cubicBezTo>
                  <a:cubicBezTo>
                    <a:pt x="224" y="688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3" y="689"/>
                    <a:pt x="223" y="689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2" y="693"/>
                    <a:pt x="222" y="692"/>
                    <a:pt x="222" y="692"/>
                  </a:cubicBezTo>
                  <a:cubicBezTo>
                    <a:pt x="222" y="692"/>
                    <a:pt x="222" y="692"/>
                    <a:pt x="222" y="692"/>
                  </a:cubicBezTo>
                  <a:cubicBezTo>
                    <a:pt x="222" y="692"/>
                    <a:pt x="222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3"/>
                  </a:cubicBezTo>
                  <a:cubicBezTo>
                    <a:pt x="224" y="693"/>
                    <a:pt x="224" y="693"/>
                    <a:pt x="224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4"/>
                    <a:pt x="225" y="694"/>
                    <a:pt x="224" y="694"/>
                  </a:cubicBezTo>
                  <a:cubicBezTo>
                    <a:pt x="224" y="694"/>
                    <a:pt x="224" y="694"/>
                    <a:pt x="224" y="694"/>
                  </a:cubicBezTo>
                  <a:cubicBezTo>
                    <a:pt x="224" y="694"/>
                    <a:pt x="224" y="694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8"/>
                    <a:pt x="223" y="698"/>
                  </a:cubicBezTo>
                  <a:cubicBezTo>
                    <a:pt x="223" y="698"/>
                    <a:pt x="223" y="698"/>
                    <a:pt x="223" y="698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8" y="701"/>
                    <a:pt x="218" y="701"/>
                    <a:pt x="218" y="701"/>
                  </a:cubicBezTo>
                  <a:close/>
                  <a:moveTo>
                    <a:pt x="318" y="698"/>
                  </a:moveTo>
                  <a:cubicBezTo>
                    <a:pt x="318" y="698"/>
                    <a:pt x="318" y="698"/>
                    <a:pt x="318" y="698"/>
                  </a:cubicBezTo>
                  <a:cubicBezTo>
                    <a:pt x="318" y="698"/>
                    <a:pt x="318" y="698"/>
                    <a:pt x="318" y="698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8"/>
                    <a:pt x="319" y="698"/>
                    <a:pt x="319" y="698"/>
                  </a:cubicBezTo>
                  <a:lnTo>
                    <a:pt x="318" y="698"/>
                  </a:lnTo>
                  <a:close/>
                  <a:moveTo>
                    <a:pt x="203" y="679"/>
                  </a:moveTo>
                  <a:cubicBezTo>
                    <a:pt x="203" y="679"/>
                    <a:pt x="202" y="679"/>
                    <a:pt x="202" y="678"/>
                  </a:cubicBezTo>
                  <a:cubicBezTo>
                    <a:pt x="202" y="678"/>
                    <a:pt x="202" y="678"/>
                    <a:pt x="202" y="678"/>
                  </a:cubicBezTo>
                  <a:cubicBezTo>
                    <a:pt x="202" y="678"/>
                    <a:pt x="202" y="678"/>
                    <a:pt x="202" y="677"/>
                  </a:cubicBezTo>
                  <a:cubicBezTo>
                    <a:pt x="202" y="677"/>
                    <a:pt x="202" y="677"/>
                    <a:pt x="202" y="677"/>
                  </a:cubicBezTo>
                  <a:cubicBezTo>
                    <a:pt x="202" y="677"/>
                    <a:pt x="203" y="676"/>
                    <a:pt x="203" y="676"/>
                  </a:cubicBezTo>
                  <a:cubicBezTo>
                    <a:pt x="203" y="676"/>
                    <a:pt x="203" y="676"/>
                    <a:pt x="203" y="676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6" y="675"/>
                    <a:pt x="215" y="676"/>
                    <a:pt x="214" y="676"/>
                  </a:cubicBezTo>
                  <a:cubicBezTo>
                    <a:pt x="214" y="676"/>
                    <a:pt x="214" y="676"/>
                    <a:pt x="214" y="676"/>
                  </a:cubicBezTo>
                  <a:cubicBezTo>
                    <a:pt x="203" y="679"/>
                    <a:pt x="203" y="679"/>
                    <a:pt x="203" y="679"/>
                  </a:cubicBezTo>
                  <a:close/>
                  <a:moveTo>
                    <a:pt x="305" y="665"/>
                  </a:moveTo>
                  <a:cubicBezTo>
                    <a:pt x="306" y="655"/>
                    <a:pt x="306" y="655"/>
                    <a:pt x="306" y="655"/>
                  </a:cubicBezTo>
                  <a:cubicBezTo>
                    <a:pt x="306" y="655"/>
                    <a:pt x="306" y="655"/>
                    <a:pt x="306" y="655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5" y="665"/>
                    <a:pt x="305" y="665"/>
                    <a:pt x="305" y="665"/>
                  </a:cubicBezTo>
                  <a:close/>
                  <a:moveTo>
                    <a:pt x="598" y="662"/>
                  </a:move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2"/>
                    <a:pt x="599" y="662"/>
                    <a:pt x="599" y="662"/>
                  </a:cubicBezTo>
                  <a:lnTo>
                    <a:pt x="598" y="662"/>
                  </a:lnTo>
                  <a:close/>
                  <a:moveTo>
                    <a:pt x="615" y="662"/>
                  </a:move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2"/>
                    <a:pt x="616" y="662"/>
                    <a:pt x="616" y="662"/>
                  </a:cubicBezTo>
                  <a:lnTo>
                    <a:pt x="615" y="662"/>
                  </a:lnTo>
                  <a:close/>
                  <a:moveTo>
                    <a:pt x="607" y="656"/>
                  </a:moveTo>
                  <a:cubicBezTo>
                    <a:pt x="606" y="656"/>
                    <a:pt x="606" y="656"/>
                    <a:pt x="606" y="656"/>
                  </a:cubicBezTo>
                  <a:cubicBezTo>
                    <a:pt x="606" y="656"/>
                    <a:pt x="606" y="656"/>
                    <a:pt x="606" y="656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lose/>
                  <a:moveTo>
                    <a:pt x="307" y="647"/>
                  </a:moveTo>
                  <a:cubicBezTo>
                    <a:pt x="307" y="647"/>
                    <a:pt x="307" y="647"/>
                    <a:pt x="307" y="647"/>
                  </a:cubicBezTo>
                  <a:cubicBezTo>
                    <a:pt x="307" y="647"/>
                    <a:pt x="307" y="647"/>
                    <a:pt x="307" y="647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7" y="647"/>
                    <a:pt x="307" y="647"/>
                    <a:pt x="307" y="647"/>
                  </a:cubicBezTo>
                  <a:close/>
                  <a:moveTo>
                    <a:pt x="601" y="645"/>
                  </a:moveTo>
                  <a:cubicBezTo>
                    <a:pt x="601" y="645"/>
                    <a:pt x="601" y="645"/>
                    <a:pt x="601" y="645"/>
                  </a:cubicBezTo>
                  <a:close/>
                  <a:moveTo>
                    <a:pt x="217" y="632"/>
                  </a:moveTo>
                  <a:cubicBezTo>
                    <a:pt x="217" y="632"/>
                    <a:pt x="217" y="632"/>
                    <a:pt x="217" y="632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7" y="632"/>
                    <a:pt x="217" y="632"/>
                    <a:pt x="217" y="632"/>
                  </a:cubicBezTo>
                  <a:close/>
                  <a:moveTo>
                    <a:pt x="179" y="574"/>
                  </a:moveTo>
                  <a:cubicBezTo>
                    <a:pt x="174" y="578"/>
                    <a:pt x="174" y="578"/>
                    <a:pt x="174" y="578"/>
                  </a:cubicBezTo>
                  <a:cubicBezTo>
                    <a:pt x="164" y="563"/>
                    <a:pt x="164" y="563"/>
                    <a:pt x="164" y="563"/>
                  </a:cubicBezTo>
                  <a:cubicBezTo>
                    <a:pt x="181" y="551"/>
                    <a:pt x="181" y="551"/>
                    <a:pt x="181" y="551"/>
                  </a:cubicBezTo>
                  <a:cubicBezTo>
                    <a:pt x="190" y="565"/>
                    <a:pt x="190" y="565"/>
                    <a:pt x="190" y="565"/>
                  </a:cubicBezTo>
                  <a:cubicBezTo>
                    <a:pt x="192" y="567"/>
                    <a:pt x="193" y="569"/>
                    <a:pt x="193" y="571"/>
                  </a:cubicBezTo>
                  <a:cubicBezTo>
                    <a:pt x="194" y="572"/>
                    <a:pt x="194" y="574"/>
                    <a:pt x="194" y="576"/>
                  </a:cubicBezTo>
                  <a:cubicBezTo>
                    <a:pt x="194" y="578"/>
                    <a:pt x="193" y="580"/>
                    <a:pt x="192" y="582"/>
                  </a:cubicBezTo>
                  <a:cubicBezTo>
                    <a:pt x="190" y="585"/>
                    <a:pt x="188" y="586"/>
                    <a:pt x="185" y="588"/>
                  </a:cubicBezTo>
                  <a:cubicBezTo>
                    <a:pt x="180" y="592"/>
                    <a:pt x="176" y="593"/>
                    <a:pt x="172" y="593"/>
                  </a:cubicBezTo>
                  <a:cubicBezTo>
                    <a:pt x="168" y="592"/>
                    <a:pt x="164" y="589"/>
                    <a:pt x="161" y="585"/>
                  </a:cubicBezTo>
                  <a:cubicBezTo>
                    <a:pt x="152" y="571"/>
                    <a:pt x="152" y="571"/>
                    <a:pt x="152" y="571"/>
                  </a:cubicBezTo>
                  <a:cubicBezTo>
                    <a:pt x="157" y="568"/>
                    <a:pt x="157" y="568"/>
                    <a:pt x="157" y="568"/>
                  </a:cubicBezTo>
                  <a:cubicBezTo>
                    <a:pt x="166" y="581"/>
                    <a:pt x="166" y="581"/>
                    <a:pt x="166" y="581"/>
                  </a:cubicBezTo>
                  <a:cubicBezTo>
                    <a:pt x="168" y="584"/>
                    <a:pt x="170" y="585"/>
                    <a:pt x="172" y="585"/>
                  </a:cubicBezTo>
                  <a:cubicBezTo>
                    <a:pt x="174" y="585"/>
                    <a:pt x="177" y="584"/>
                    <a:pt x="181" y="582"/>
                  </a:cubicBezTo>
                  <a:cubicBezTo>
                    <a:pt x="184" y="579"/>
                    <a:pt x="186" y="577"/>
                    <a:pt x="186" y="575"/>
                  </a:cubicBezTo>
                  <a:cubicBezTo>
                    <a:pt x="187" y="573"/>
                    <a:pt x="187" y="571"/>
                    <a:pt x="185" y="568"/>
                  </a:cubicBezTo>
                  <a:cubicBezTo>
                    <a:pt x="180" y="561"/>
                    <a:pt x="180" y="561"/>
                    <a:pt x="180" y="561"/>
                  </a:cubicBezTo>
                  <a:cubicBezTo>
                    <a:pt x="173" y="566"/>
                    <a:pt x="173" y="566"/>
                    <a:pt x="173" y="566"/>
                  </a:cubicBezTo>
                  <a:cubicBezTo>
                    <a:pt x="179" y="574"/>
                    <a:pt x="179" y="574"/>
                    <a:pt x="179" y="574"/>
                  </a:cubicBezTo>
                  <a:close/>
                  <a:moveTo>
                    <a:pt x="143" y="556"/>
                  </a:moveTo>
                  <a:cubicBezTo>
                    <a:pt x="162" y="546"/>
                    <a:pt x="162" y="546"/>
                    <a:pt x="162" y="546"/>
                  </a:cubicBezTo>
                  <a:cubicBezTo>
                    <a:pt x="165" y="545"/>
                    <a:pt x="166" y="543"/>
                    <a:pt x="167" y="541"/>
                  </a:cubicBezTo>
                  <a:cubicBezTo>
                    <a:pt x="168" y="540"/>
                    <a:pt x="167" y="537"/>
                    <a:pt x="166" y="535"/>
                  </a:cubicBezTo>
                  <a:cubicBezTo>
                    <a:pt x="165" y="532"/>
                    <a:pt x="163" y="531"/>
                    <a:pt x="162" y="530"/>
                  </a:cubicBezTo>
                  <a:cubicBezTo>
                    <a:pt x="160" y="530"/>
                    <a:pt x="158" y="530"/>
                    <a:pt x="155" y="532"/>
                  </a:cubicBezTo>
                  <a:cubicBezTo>
                    <a:pt x="136" y="541"/>
                    <a:pt x="136" y="541"/>
                    <a:pt x="136" y="541"/>
                  </a:cubicBezTo>
                  <a:cubicBezTo>
                    <a:pt x="132" y="535"/>
                    <a:pt x="132" y="535"/>
                    <a:pt x="132" y="535"/>
                  </a:cubicBezTo>
                  <a:cubicBezTo>
                    <a:pt x="151" y="525"/>
                    <a:pt x="151" y="525"/>
                    <a:pt x="151" y="525"/>
                  </a:cubicBezTo>
                  <a:cubicBezTo>
                    <a:pt x="154" y="524"/>
                    <a:pt x="155" y="523"/>
                    <a:pt x="157" y="523"/>
                  </a:cubicBezTo>
                  <a:cubicBezTo>
                    <a:pt x="158" y="522"/>
                    <a:pt x="160" y="522"/>
                    <a:pt x="161" y="522"/>
                  </a:cubicBezTo>
                  <a:cubicBezTo>
                    <a:pt x="163" y="523"/>
                    <a:pt x="165" y="524"/>
                    <a:pt x="166" y="526"/>
                  </a:cubicBezTo>
                  <a:cubicBezTo>
                    <a:pt x="168" y="527"/>
                    <a:pt x="170" y="529"/>
                    <a:pt x="171" y="532"/>
                  </a:cubicBezTo>
                  <a:cubicBezTo>
                    <a:pt x="173" y="535"/>
                    <a:pt x="173" y="538"/>
                    <a:pt x="174" y="540"/>
                  </a:cubicBezTo>
                  <a:cubicBezTo>
                    <a:pt x="174" y="542"/>
                    <a:pt x="174" y="544"/>
                    <a:pt x="173" y="546"/>
                  </a:cubicBezTo>
                  <a:cubicBezTo>
                    <a:pt x="172" y="547"/>
                    <a:pt x="172" y="548"/>
                    <a:pt x="170" y="549"/>
                  </a:cubicBezTo>
                  <a:cubicBezTo>
                    <a:pt x="169" y="550"/>
                    <a:pt x="168" y="551"/>
                    <a:pt x="165" y="553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3" y="556"/>
                    <a:pt x="143" y="556"/>
                    <a:pt x="143" y="556"/>
                  </a:cubicBezTo>
                  <a:close/>
                  <a:moveTo>
                    <a:pt x="130" y="509"/>
                  </a:moveTo>
                  <a:cubicBezTo>
                    <a:pt x="141" y="499"/>
                    <a:pt x="141" y="499"/>
                    <a:pt x="141" y="499"/>
                  </a:cubicBezTo>
                  <a:cubicBezTo>
                    <a:pt x="145" y="509"/>
                    <a:pt x="145" y="509"/>
                    <a:pt x="145" y="509"/>
                  </a:cubicBezTo>
                  <a:cubicBezTo>
                    <a:pt x="130" y="509"/>
                    <a:pt x="130" y="509"/>
                    <a:pt x="130" y="509"/>
                  </a:cubicBezTo>
                  <a:close/>
                  <a:moveTo>
                    <a:pt x="125" y="514"/>
                  </a:moveTo>
                  <a:cubicBezTo>
                    <a:pt x="122" y="507"/>
                    <a:pt x="122" y="507"/>
                    <a:pt x="122" y="507"/>
                  </a:cubicBezTo>
                  <a:cubicBezTo>
                    <a:pt x="151" y="481"/>
                    <a:pt x="151" y="481"/>
                    <a:pt x="151" y="481"/>
                  </a:cubicBezTo>
                  <a:cubicBezTo>
                    <a:pt x="153" y="489"/>
                    <a:pt x="153" y="489"/>
                    <a:pt x="153" y="489"/>
                  </a:cubicBezTo>
                  <a:cubicBezTo>
                    <a:pt x="147" y="495"/>
                    <a:pt x="147" y="495"/>
                    <a:pt x="147" y="495"/>
                  </a:cubicBezTo>
                  <a:cubicBezTo>
                    <a:pt x="152" y="509"/>
                    <a:pt x="152" y="509"/>
                    <a:pt x="152" y="509"/>
                  </a:cubicBezTo>
                  <a:cubicBezTo>
                    <a:pt x="160" y="510"/>
                    <a:pt x="160" y="510"/>
                    <a:pt x="160" y="510"/>
                  </a:cubicBezTo>
                  <a:cubicBezTo>
                    <a:pt x="163" y="517"/>
                    <a:pt x="163" y="517"/>
                    <a:pt x="163" y="517"/>
                  </a:cubicBezTo>
                  <a:cubicBezTo>
                    <a:pt x="125" y="514"/>
                    <a:pt x="125" y="514"/>
                    <a:pt x="125" y="514"/>
                  </a:cubicBezTo>
                  <a:close/>
                  <a:moveTo>
                    <a:pt x="115" y="485"/>
                  </a:moveTo>
                  <a:cubicBezTo>
                    <a:pt x="113" y="475"/>
                    <a:pt x="113" y="475"/>
                    <a:pt x="113" y="475"/>
                  </a:cubicBezTo>
                  <a:cubicBezTo>
                    <a:pt x="135" y="456"/>
                    <a:pt x="135" y="456"/>
                    <a:pt x="135" y="456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09" y="454"/>
                    <a:pt x="109" y="454"/>
                    <a:pt x="109" y="454"/>
                  </a:cubicBezTo>
                  <a:cubicBezTo>
                    <a:pt x="144" y="447"/>
                    <a:pt x="144" y="447"/>
                    <a:pt x="144" y="447"/>
                  </a:cubicBezTo>
                  <a:cubicBezTo>
                    <a:pt x="145" y="456"/>
                    <a:pt x="145" y="456"/>
                    <a:pt x="145" y="456"/>
                  </a:cubicBezTo>
                  <a:cubicBezTo>
                    <a:pt x="122" y="476"/>
                    <a:pt x="122" y="476"/>
                    <a:pt x="122" y="476"/>
                  </a:cubicBezTo>
                  <a:cubicBezTo>
                    <a:pt x="148" y="471"/>
                    <a:pt x="148" y="471"/>
                    <a:pt x="148" y="471"/>
                  </a:cubicBezTo>
                  <a:cubicBezTo>
                    <a:pt x="149" y="478"/>
                    <a:pt x="149" y="478"/>
                    <a:pt x="149" y="478"/>
                  </a:cubicBezTo>
                  <a:cubicBezTo>
                    <a:pt x="115" y="485"/>
                    <a:pt x="115" y="485"/>
                    <a:pt x="115" y="485"/>
                  </a:cubicBezTo>
                  <a:close/>
                  <a:moveTo>
                    <a:pt x="128" y="427"/>
                  </a:moveTo>
                  <a:cubicBezTo>
                    <a:pt x="121" y="427"/>
                    <a:pt x="121" y="427"/>
                    <a:pt x="121" y="427"/>
                  </a:cubicBezTo>
                  <a:cubicBezTo>
                    <a:pt x="121" y="410"/>
                    <a:pt x="121" y="410"/>
                    <a:pt x="121" y="410"/>
                  </a:cubicBezTo>
                  <a:cubicBezTo>
                    <a:pt x="142" y="409"/>
                    <a:pt x="142" y="409"/>
                    <a:pt x="142" y="409"/>
                  </a:cubicBezTo>
                  <a:cubicBezTo>
                    <a:pt x="142" y="425"/>
                    <a:pt x="142" y="425"/>
                    <a:pt x="142" y="425"/>
                  </a:cubicBezTo>
                  <a:cubicBezTo>
                    <a:pt x="142" y="428"/>
                    <a:pt x="142" y="431"/>
                    <a:pt x="142" y="432"/>
                  </a:cubicBezTo>
                  <a:cubicBezTo>
                    <a:pt x="141" y="434"/>
                    <a:pt x="140" y="435"/>
                    <a:pt x="139" y="437"/>
                  </a:cubicBezTo>
                  <a:cubicBezTo>
                    <a:pt x="138" y="439"/>
                    <a:pt x="136" y="440"/>
                    <a:pt x="134" y="441"/>
                  </a:cubicBezTo>
                  <a:cubicBezTo>
                    <a:pt x="132" y="442"/>
                    <a:pt x="129" y="442"/>
                    <a:pt x="126" y="443"/>
                  </a:cubicBezTo>
                  <a:cubicBezTo>
                    <a:pt x="119" y="443"/>
                    <a:pt x="115" y="441"/>
                    <a:pt x="112" y="439"/>
                  </a:cubicBezTo>
                  <a:cubicBezTo>
                    <a:pt x="109" y="436"/>
                    <a:pt x="107" y="432"/>
                    <a:pt x="107" y="426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13" y="410"/>
                    <a:pt x="113" y="410"/>
                    <a:pt x="113" y="410"/>
                  </a:cubicBezTo>
                  <a:cubicBezTo>
                    <a:pt x="113" y="426"/>
                    <a:pt x="113" y="426"/>
                    <a:pt x="113" y="426"/>
                  </a:cubicBezTo>
                  <a:cubicBezTo>
                    <a:pt x="113" y="429"/>
                    <a:pt x="114" y="431"/>
                    <a:pt x="116" y="432"/>
                  </a:cubicBezTo>
                  <a:cubicBezTo>
                    <a:pt x="118" y="434"/>
                    <a:pt x="121" y="434"/>
                    <a:pt x="125" y="434"/>
                  </a:cubicBezTo>
                  <a:cubicBezTo>
                    <a:pt x="129" y="434"/>
                    <a:pt x="132" y="433"/>
                    <a:pt x="133" y="432"/>
                  </a:cubicBezTo>
                  <a:cubicBezTo>
                    <a:pt x="135" y="431"/>
                    <a:pt x="136" y="428"/>
                    <a:pt x="136" y="425"/>
                  </a:cubicBezTo>
                  <a:cubicBezTo>
                    <a:pt x="136" y="417"/>
                    <a:pt x="136" y="417"/>
                    <a:pt x="136" y="417"/>
                  </a:cubicBezTo>
                  <a:cubicBezTo>
                    <a:pt x="127" y="417"/>
                    <a:pt x="127" y="417"/>
                    <a:pt x="127" y="417"/>
                  </a:cubicBezTo>
                  <a:cubicBezTo>
                    <a:pt x="128" y="427"/>
                    <a:pt x="128" y="427"/>
                    <a:pt x="128" y="427"/>
                  </a:cubicBezTo>
                  <a:close/>
                  <a:moveTo>
                    <a:pt x="115" y="385"/>
                  </a:moveTo>
                  <a:cubicBezTo>
                    <a:pt x="115" y="385"/>
                    <a:pt x="115" y="385"/>
                    <a:pt x="115" y="385"/>
                  </a:cubicBezTo>
                  <a:cubicBezTo>
                    <a:pt x="115" y="382"/>
                    <a:pt x="116" y="379"/>
                    <a:pt x="117" y="378"/>
                  </a:cubicBezTo>
                  <a:cubicBezTo>
                    <a:pt x="119" y="377"/>
                    <a:pt x="122" y="377"/>
                    <a:pt x="127" y="377"/>
                  </a:cubicBezTo>
                  <a:cubicBezTo>
                    <a:pt x="131" y="377"/>
                    <a:pt x="134" y="378"/>
                    <a:pt x="135" y="379"/>
                  </a:cubicBezTo>
                  <a:cubicBezTo>
                    <a:pt x="137" y="381"/>
                    <a:pt x="138" y="383"/>
                    <a:pt x="137" y="386"/>
                  </a:cubicBezTo>
                  <a:cubicBezTo>
                    <a:pt x="137" y="395"/>
                    <a:pt x="137" y="395"/>
                    <a:pt x="137" y="395"/>
                  </a:cubicBezTo>
                  <a:cubicBezTo>
                    <a:pt x="114" y="394"/>
                    <a:pt x="114" y="394"/>
                    <a:pt x="114" y="394"/>
                  </a:cubicBezTo>
                  <a:cubicBezTo>
                    <a:pt x="115" y="385"/>
                    <a:pt x="115" y="385"/>
                    <a:pt x="115" y="385"/>
                  </a:cubicBezTo>
                  <a:close/>
                  <a:moveTo>
                    <a:pt x="107" y="401"/>
                  </a:moveTo>
                  <a:cubicBezTo>
                    <a:pt x="108" y="384"/>
                    <a:pt x="108" y="384"/>
                    <a:pt x="108" y="384"/>
                  </a:cubicBezTo>
                  <a:cubicBezTo>
                    <a:pt x="109" y="378"/>
                    <a:pt x="111" y="374"/>
                    <a:pt x="114" y="372"/>
                  </a:cubicBezTo>
                  <a:cubicBezTo>
                    <a:pt x="117" y="369"/>
                    <a:pt x="122" y="368"/>
                    <a:pt x="128" y="369"/>
                  </a:cubicBezTo>
                  <a:cubicBezTo>
                    <a:pt x="131" y="369"/>
                    <a:pt x="134" y="370"/>
                    <a:pt x="136" y="371"/>
                  </a:cubicBezTo>
                  <a:cubicBezTo>
                    <a:pt x="138" y="372"/>
                    <a:pt x="140" y="373"/>
                    <a:pt x="141" y="375"/>
                  </a:cubicBezTo>
                  <a:cubicBezTo>
                    <a:pt x="142" y="377"/>
                    <a:pt x="143" y="378"/>
                    <a:pt x="143" y="380"/>
                  </a:cubicBezTo>
                  <a:cubicBezTo>
                    <a:pt x="144" y="381"/>
                    <a:pt x="144" y="384"/>
                    <a:pt x="144" y="387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07" y="401"/>
                    <a:pt x="107" y="401"/>
                    <a:pt x="107" y="401"/>
                  </a:cubicBezTo>
                  <a:close/>
                  <a:moveTo>
                    <a:pt x="128" y="362"/>
                  </a:moveTo>
                  <a:cubicBezTo>
                    <a:pt x="123" y="361"/>
                    <a:pt x="118" y="359"/>
                    <a:pt x="116" y="355"/>
                  </a:cubicBezTo>
                  <a:cubicBezTo>
                    <a:pt x="114" y="351"/>
                    <a:pt x="114" y="347"/>
                    <a:pt x="115" y="341"/>
                  </a:cubicBezTo>
                  <a:cubicBezTo>
                    <a:pt x="116" y="335"/>
                    <a:pt x="119" y="331"/>
                    <a:pt x="122" y="329"/>
                  </a:cubicBezTo>
                  <a:cubicBezTo>
                    <a:pt x="126" y="327"/>
                    <a:pt x="131" y="326"/>
                    <a:pt x="137" y="328"/>
                  </a:cubicBezTo>
                  <a:cubicBezTo>
                    <a:pt x="143" y="329"/>
                    <a:pt x="147" y="332"/>
                    <a:pt x="149" y="335"/>
                  </a:cubicBezTo>
                  <a:cubicBezTo>
                    <a:pt x="152" y="339"/>
                    <a:pt x="152" y="343"/>
                    <a:pt x="151" y="349"/>
                  </a:cubicBezTo>
                  <a:cubicBezTo>
                    <a:pt x="149" y="355"/>
                    <a:pt x="147" y="359"/>
                    <a:pt x="143" y="361"/>
                  </a:cubicBezTo>
                  <a:cubicBezTo>
                    <a:pt x="140" y="364"/>
                    <a:pt x="135" y="364"/>
                    <a:pt x="128" y="362"/>
                  </a:cubicBezTo>
                  <a:close/>
                  <a:moveTo>
                    <a:pt x="121" y="342"/>
                  </a:moveTo>
                  <a:cubicBezTo>
                    <a:pt x="122" y="339"/>
                    <a:pt x="123" y="337"/>
                    <a:pt x="125" y="336"/>
                  </a:cubicBezTo>
                  <a:cubicBezTo>
                    <a:pt x="128" y="335"/>
                    <a:pt x="131" y="335"/>
                    <a:pt x="135" y="336"/>
                  </a:cubicBezTo>
                  <a:cubicBezTo>
                    <a:pt x="139" y="337"/>
                    <a:pt x="142" y="338"/>
                    <a:pt x="143" y="340"/>
                  </a:cubicBezTo>
                  <a:cubicBezTo>
                    <a:pt x="145" y="342"/>
                    <a:pt x="145" y="345"/>
                    <a:pt x="145" y="348"/>
                  </a:cubicBezTo>
                  <a:cubicBezTo>
                    <a:pt x="144" y="351"/>
                    <a:pt x="142" y="353"/>
                    <a:pt x="140" y="354"/>
                  </a:cubicBezTo>
                  <a:cubicBezTo>
                    <a:pt x="138" y="355"/>
                    <a:pt x="135" y="355"/>
                    <a:pt x="130" y="354"/>
                  </a:cubicBezTo>
                  <a:cubicBezTo>
                    <a:pt x="126" y="353"/>
                    <a:pt x="124" y="352"/>
                    <a:pt x="122" y="350"/>
                  </a:cubicBezTo>
                  <a:cubicBezTo>
                    <a:pt x="121" y="348"/>
                    <a:pt x="120" y="345"/>
                    <a:pt x="121" y="342"/>
                  </a:cubicBezTo>
                  <a:close/>
                  <a:moveTo>
                    <a:pt x="124" y="314"/>
                  </a:moveTo>
                  <a:cubicBezTo>
                    <a:pt x="127" y="305"/>
                    <a:pt x="127" y="305"/>
                    <a:pt x="127" y="305"/>
                  </a:cubicBezTo>
                  <a:cubicBezTo>
                    <a:pt x="156" y="301"/>
                    <a:pt x="156" y="301"/>
                    <a:pt x="156" y="301"/>
                  </a:cubicBezTo>
                  <a:cubicBezTo>
                    <a:pt x="133" y="292"/>
                    <a:pt x="133" y="292"/>
                    <a:pt x="133" y="292"/>
                  </a:cubicBezTo>
                  <a:cubicBezTo>
                    <a:pt x="135" y="284"/>
                    <a:pt x="135" y="284"/>
                    <a:pt x="135" y="284"/>
                  </a:cubicBezTo>
                  <a:cubicBezTo>
                    <a:pt x="168" y="298"/>
                    <a:pt x="168" y="298"/>
                    <a:pt x="168" y="298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6" y="327"/>
                    <a:pt x="156" y="327"/>
                    <a:pt x="156" y="327"/>
                  </a:cubicBezTo>
                  <a:cubicBezTo>
                    <a:pt x="124" y="314"/>
                    <a:pt x="124" y="314"/>
                    <a:pt x="124" y="314"/>
                  </a:cubicBezTo>
                  <a:close/>
                  <a:moveTo>
                    <a:pt x="166" y="273"/>
                  </a:moveTo>
                  <a:cubicBezTo>
                    <a:pt x="160" y="269"/>
                    <a:pt x="160" y="269"/>
                    <a:pt x="160" y="269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79" y="279"/>
                    <a:pt x="179" y="279"/>
                    <a:pt x="179" y="279"/>
                  </a:cubicBezTo>
                  <a:cubicBezTo>
                    <a:pt x="178" y="281"/>
                    <a:pt x="176" y="283"/>
                    <a:pt x="175" y="284"/>
                  </a:cubicBezTo>
                  <a:cubicBezTo>
                    <a:pt x="174" y="286"/>
                    <a:pt x="172" y="286"/>
                    <a:pt x="171" y="287"/>
                  </a:cubicBezTo>
                  <a:cubicBezTo>
                    <a:pt x="168" y="288"/>
                    <a:pt x="166" y="288"/>
                    <a:pt x="164" y="288"/>
                  </a:cubicBezTo>
                  <a:cubicBezTo>
                    <a:pt x="161" y="287"/>
                    <a:pt x="159" y="286"/>
                    <a:pt x="156" y="284"/>
                  </a:cubicBezTo>
                  <a:cubicBezTo>
                    <a:pt x="151" y="281"/>
                    <a:pt x="147" y="278"/>
                    <a:pt x="146" y="274"/>
                  </a:cubicBezTo>
                  <a:cubicBezTo>
                    <a:pt x="145" y="270"/>
                    <a:pt x="146" y="265"/>
                    <a:pt x="149" y="260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54" y="264"/>
                    <a:pt x="154" y="264"/>
                    <a:pt x="154" y="264"/>
                  </a:cubicBezTo>
                  <a:cubicBezTo>
                    <a:pt x="153" y="266"/>
                    <a:pt x="152" y="268"/>
                    <a:pt x="153" y="271"/>
                  </a:cubicBezTo>
                  <a:cubicBezTo>
                    <a:pt x="154" y="273"/>
                    <a:pt x="156" y="275"/>
                    <a:pt x="160" y="277"/>
                  </a:cubicBezTo>
                  <a:cubicBezTo>
                    <a:pt x="163" y="279"/>
                    <a:pt x="166" y="280"/>
                    <a:pt x="168" y="280"/>
                  </a:cubicBezTo>
                  <a:cubicBezTo>
                    <a:pt x="170" y="279"/>
                    <a:pt x="172" y="278"/>
                    <a:pt x="174" y="276"/>
                  </a:cubicBezTo>
                  <a:cubicBezTo>
                    <a:pt x="178" y="268"/>
                    <a:pt x="178" y="268"/>
                    <a:pt x="178" y="268"/>
                  </a:cubicBezTo>
                  <a:cubicBezTo>
                    <a:pt x="171" y="264"/>
                    <a:pt x="171" y="264"/>
                    <a:pt x="171" y="264"/>
                  </a:cubicBezTo>
                  <a:cubicBezTo>
                    <a:pt x="166" y="273"/>
                    <a:pt x="166" y="273"/>
                    <a:pt x="166" y="273"/>
                  </a:cubicBezTo>
                  <a:close/>
                  <a:moveTo>
                    <a:pt x="197" y="199"/>
                  </a:moveTo>
                  <a:cubicBezTo>
                    <a:pt x="211" y="215"/>
                    <a:pt x="211" y="215"/>
                    <a:pt x="211" y="215"/>
                  </a:cubicBezTo>
                  <a:cubicBezTo>
                    <a:pt x="213" y="217"/>
                    <a:pt x="215" y="218"/>
                    <a:pt x="217" y="219"/>
                  </a:cubicBezTo>
                  <a:cubicBezTo>
                    <a:pt x="219" y="219"/>
                    <a:pt x="221" y="218"/>
                    <a:pt x="223" y="216"/>
                  </a:cubicBezTo>
                  <a:cubicBezTo>
                    <a:pt x="225" y="214"/>
                    <a:pt x="226" y="212"/>
                    <a:pt x="226" y="210"/>
                  </a:cubicBezTo>
                  <a:cubicBezTo>
                    <a:pt x="226" y="208"/>
                    <a:pt x="225" y="206"/>
                    <a:pt x="223" y="204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4" y="183"/>
                    <a:pt x="214" y="183"/>
                    <a:pt x="214" y="183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0" y="201"/>
                    <a:pt x="231" y="202"/>
                    <a:pt x="232" y="203"/>
                  </a:cubicBezTo>
                  <a:cubicBezTo>
                    <a:pt x="233" y="205"/>
                    <a:pt x="233" y="206"/>
                    <a:pt x="233" y="207"/>
                  </a:cubicBezTo>
                  <a:cubicBezTo>
                    <a:pt x="233" y="209"/>
                    <a:pt x="233" y="212"/>
                    <a:pt x="232" y="214"/>
                  </a:cubicBezTo>
                  <a:cubicBezTo>
                    <a:pt x="231" y="216"/>
                    <a:pt x="229" y="218"/>
                    <a:pt x="227" y="220"/>
                  </a:cubicBezTo>
                  <a:cubicBezTo>
                    <a:pt x="224" y="222"/>
                    <a:pt x="222" y="224"/>
                    <a:pt x="220" y="225"/>
                  </a:cubicBezTo>
                  <a:cubicBezTo>
                    <a:pt x="218" y="226"/>
                    <a:pt x="216" y="226"/>
                    <a:pt x="214" y="226"/>
                  </a:cubicBezTo>
                  <a:cubicBezTo>
                    <a:pt x="213" y="225"/>
                    <a:pt x="212" y="225"/>
                    <a:pt x="210" y="224"/>
                  </a:cubicBezTo>
                  <a:cubicBezTo>
                    <a:pt x="209" y="223"/>
                    <a:pt x="208" y="222"/>
                    <a:pt x="206" y="220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7" y="199"/>
                    <a:pt x="197" y="199"/>
                    <a:pt x="197" y="199"/>
                  </a:cubicBezTo>
                  <a:close/>
                  <a:moveTo>
                    <a:pt x="222" y="175"/>
                  </a:moveTo>
                  <a:cubicBezTo>
                    <a:pt x="230" y="170"/>
                    <a:pt x="230" y="170"/>
                    <a:pt x="230" y="170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42" y="162"/>
                    <a:pt x="242" y="162"/>
                    <a:pt x="242" y="162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22" y="175"/>
                    <a:pt x="222" y="175"/>
                    <a:pt x="222" y="175"/>
                  </a:cubicBezTo>
                  <a:close/>
                  <a:moveTo>
                    <a:pt x="282" y="180"/>
                  </a:moveTo>
                  <a:cubicBezTo>
                    <a:pt x="275" y="184"/>
                    <a:pt x="275" y="184"/>
                    <a:pt x="275" y="184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64" y="149"/>
                    <a:pt x="264" y="149"/>
                    <a:pt x="264" y="149"/>
                  </a:cubicBezTo>
                  <a:cubicBezTo>
                    <a:pt x="282" y="180"/>
                    <a:pt x="282" y="180"/>
                    <a:pt x="282" y="180"/>
                  </a:cubicBezTo>
                  <a:close/>
                  <a:moveTo>
                    <a:pt x="297" y="172"/>
                  </a:moveTo>
                  <a:cubicBezTo>
                    <a:pt x="268" y="146"/>
                    <a:pt x="268" y="146"/>
                    <a:pt x="268" y="146"/>
                  </a:cubicBezTo>
                  <a:cubicBezTo>
                    <a:pt x="276" y="142"/>
                    <a:pt x="276" y="142"/>
                    <a:pt x="276" y="142"/>
                  </a:cubicBezTo>
                  <a:cubicBezTo>
                    <a:pt x="297" y="162"/>
                    <a:pt x="297" y="162"/>
                    <a:pt x="297" y="162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302" y="130"/>
                    <a:pt x="302" y="130"/>
                    <a:pt x="302" y="130"/>
                  </a:cubicBezTo>
                  <a:cubicBezTo>
                    <a:pt x="304" y="169"/>
                    <a:pt x="304" y="169"/>
                    <a:pt x="304" y="169"/>
                  </a:cubicBezTo>
                  <a:cubicBezTo>
                    <a:pt x="297" y="172"/>
                    <a:pt x="297" y="172"/>
                    <a:pt x="297" y="172"/>
                  </a:cubicBezTo>
                  <a:close/>
                  <a:moveTo>
                    <a:pt x="325" y="130"/>
                  </a:moveTo>
                  <a:cubicBezTo>
                    <a:pt x="323" y="131"/>
                    <a:pt x="321" y="132"/>
                    <a:pt x="320" y="134"/>
                  </a:cubicBezTo>
                  <a:cubicBezTo>
                    <a:pt x="319" y="136"/>
                    <a:pt x="319" y="138"/>
                    <a:pt x="320" y="141"/>
                  </a:cubicBezTo>
                  <a:cubicBezTo>
                    <a:pt x="339" y="135"/>
                    <a:pt x="339" y="135"/>
                    <a:pt x="339" y="135"/>
                  </a:cubicBezTo>
                  <a:cubicBezTo>
                    <a:pt x="341" y="141"/>
                    <a:pt x="341" y="141"/>
                    <a:pt x="341" y="141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22" y="150"/>
                    <a:pt x="323" y="152"/>
                    <a:pt x="325" y="153"/>
                  </a:cubicBezTo>
                  <a:cubicBezTo>
                    <a:pt x="327" y="154"/>
                    <a:pt x="329" y="154"/>
                    <a:pt x="332" y="153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5" y="155"/>
                    <a:pt x="345" y="155"/>
                    <a:pt x="345" y="155"/>
                  </a:cubicBezTo>
                  <a:cubicBezTo>
                    <a:pt x="333" y="159"/>
                    <a:pt x="333" y="159"/>
                    <a:pt x="333" y="159"/>
                  </a:cubicBezTo>
                  <a:cubicBezTo>
                    <a:pt x="331" y="160"/>
                    <a:pt x="328" y="160"/>
                    <a:pt x="327" y="160"/>
                  </a:cubicBezTo>
                  <a:cubicBezTo>
                    <a:pt x="325" y="160"/>
                    <a:pt x="323" y="160"/>
                    <a:pt x="322" y="159"/>
                  </a:cubicBezTo>
                  <a:cubicBezTo>
                    <a:pt x="320" y="158"/>
                    <a:pt x="318" y="157"/>
                    <a:pt x="316" y="155"/>
                  </a:cubicBezTo>
                  <a:cubicBezTo>
                    <a:pt x="315" y="153"/>
                    <a:pt x="314" y="150"/>
                    <a:pt x="313" y="147"/>
                  </a:cubicBezTo>
                  <a:cubicBezTo>
                    <a:pt x="311" y="141"/>
                    <a:pt x="311" y="136"/>
                    <a:pt x="313" y="132"/>
                  </a:cubicBezTo>
                  <a:cubicBezTo>
                    <a:pt x="315" y="129"/>
                    <a:pt x="318" y="126"/>
                    <a:pt x="324" y="124"/>
                  </a:cubicBezTo>
                  <a:cubicBezTo>
                    <a:pt x="335" y="121"/>
                    <a:pt x="335" y="121"/>
                    <a:pt x="335" y="121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25" y="130"/>
                    <a:pt x="325" y="130"/>
                    <a:pt x="325" y="130"/>
                  </a:cubicBezTo>
                  <a:close/>
                  <a:moveTo>
                    <a:pt x="364" y="122"/>
                  </a:moveTo>
                  <a:cubicBezTo>
                    <a:pt x="364" y="122"/>
                    <a:pt x="364" y="122"/>
                    <a:pt x="364" y="122"/>
                  </a:cubicBezTo>
                  <a:cubicBezTo>
                    <a:pt x="367" y="122"/>
                    <a:pt x="368" y="122"/>
                    <a:pt x="369" y="123"/>
                  </a:cubicBezTo>
                  <a:cubicBezTo>
                    <a:pt x="370" y="123"/>
                    <a:pt x="371" y="124"/>
                    <a:pt x="371" y="126"/>
                  </a:cubicBezTo>
                  <a:cubicBezTo>
                    <a:pt x="371" y="128"/>
                    <a:pt x="371" y="129"/>
                    <a:pt x="370" y="130"/>
                  </a:cubicBezTo>
                  <a:cubicBezTo>
                    <a:pt x="369" y="130"/>
                    <a:pt x="368" y="131"/>
                    <a:pt x="365" y="131"/>
                  </a:cubicBezTo>
                  <a:cubicBezTo>
                    <a:pt x="356" y="133"/>
                    <a:pt x="356" y="133"/>
                    <a:pt x="356" y="133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64" y="122"/>
                    <a:pt x="364" y="122"/>
                    <a:pt x="364" y="122"/>
                  </a:cubicBezTo>
                  <a:close/>
                  <a:moveTo>
                    <a:pt x="347" y="118"/>
                  </a:moveTo>
                  <a:cubicBezTo>
                    <a:pt x="365" y="116"/>
                    <a:pt x="365" y="116"/>
                    <a:pt x="365" y="116"/>
                  </a:cubicBezTo>
                  <a:cubicBezTo>
                    <a:pt x="369" y="115"/>
                    <a:pt x="372" y="116"/>
                    <a:pt x="375" y="117"/>
                  </a:cubicBezTo>
                  <a:cubicBezTo>
                    <a:pt x="377" y="119"/>
                    <a:pt x="378" y="121"/>
                    <a:pt x="379" y="125"/>
                  </a:cubicBezTo>
                  <a:cubicBezTo>
                    <a:pt x="379" y="128"/>
                    <a:pt x="379" y="130"/>
                    <a:pt x="378" y="132"/>
                  </a:cubicBezTo>
                  <a:cubicBezTo>
                    <a:pt x="377" y="134"/>
                    <a:pt x="375" y="135"/>
                    <a:pt x="373" y="136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76" y="151"/>
                    <a:pt x="376" y="151"/>
                    <a:pt x="376" y="151"/>
                  </a:cubicBezTo>
                  <a:cubicBezTo>
                    <a:pt x="366" y="138"/>
                    <a:pt x="366" y="138"/>
                    <a:pt x="366" y="138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419" y="121"/>
                  </a:moveTo>
                  <a:cubicBezTo>
                    <a:pt x="401" y="121"/>
                    <a:pt x="401" y="121"/>
                    <a:pt x="401" y="121"/>
                  </a:cubicBezTo>
                  <a:cubicBezTo>
                    <a:pt x="399" y="121"/>
                    <a:pt x="397" y="121"/>
                    <a:pt x="396" y="122"/>
                  </a:cubicBezTo>
                  <a:cubicBezTo>
                    <a:pt x="395" y="123"/>
                    <a:pt x="395" y="124"/>
                    <a:pt x="395" y="125"/>
                  </a:cubicBezTo>
                  <a:cubicBezTo>
                    <a:pt x="395" y="127"/>
                    <a:pt x="395" y="128"/>
                    <a:pt x="396" y="128"/>
                  </a:cubicBezTo>
                  <a:cubicBezTo>
                    <a:pt x="397" y="129"/>
                    <a:pt x="398" y="129"/>
                    <a:pt x="399" y="129"/>
                  </a:cubicBezTo>
                  <a:cubicBezTo>
                    <a:pt x="409" y="129"/>
                    <a:pt x="409" y="129"/>
                    <a:pt x="409" y="129"/>
                  </a:cubicBezTo>
                  <a:cubicBezTo>
                    <a:pt x="413" y="130"/>
                    <a:pt x="416" y="130"/>
                    <a:pt x="418" y="132"/>
                  </a:cubicBezTo>
                  <a:cubicBezTo>
                    <a:pt x="420" y="134"/>
                    <a:pt x="420" y="136"/>
                    <a:pt x="420" y="140"/>
                  </a:cubicBezTo>
                  <a:cubicBezTo>
                    <a:pt x="420" y="144"/>
                    <a:pt x="419" y="146"/>
                    <a:pt x="417" y="148"/>
                  </a:cubicBezTo>
                  <a:cubicBezTo>
                    <a:pt x="415" y="150"/>
                    <a:pt x="412" y="150"/>
                    <a:pt x="408" y="150"/>
                  </a:cubicBezTo>
                  <a:cubicBezTo>
                    <a:pt x="388" y="150"/>
                    <a:pt x="388" y="150"/>
                    <a:pt x="388" y="150"/>
                  </a:cubicBezTo>
                  <a:cubicBezTo>
                    <a:pt x="388" y="144"/>
                    <a:pt x="388" y="144"/>
                    <a:pt x="388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10" y="144"/>
                    <a:pt x="411" y="143"/>
                  </a:cubicBezTo>
                  <a:cubicBezTo>
                    <a:pt x="412" y="142"/>
                    <a:pt x="413" y="141"/>
                    <a:pt x="413" y="140"/>
                  </a:cubicBezTo>
                  <a:cubicBezTo>
                    <a:pt x="413" y="139"/>
                    <a:pt x="412" y="137"/>
                    <a:pt x="411" y="137"/>
                  </a:cubicBezTo>
                  <a:cubicBezTo>
                    <a:pt x="411" y="136"/>
                    <a:pt x="409" y="136"/>
                    <a:pt x="407" y="136"/>
                  </a:cubicBezTo>
                  <a:cubicBezTo>
                    <a:pt x="399" y="136"/>
                    <a:pt x="399" y="136"/>
                    <a:pt x="399" y="136"/>
                  </a:cubicBezTo>
                  <a:cubicBezTo>
                    <a:pt x="395" y="136"/>
                    <a:pt x="392" y="135"/>
                    <a:pt x="390" y="133"/>
                  </a:cubicBezTo>
                  <a:cubicBezTo>
                    <a:pt x="388" y="131"/>
                    <a:pt x="387" y="129"/>
                    <a:pt x="387" y="125"/>
                  </a:cubicBezTo>
                  <a:cubicBezTo>
                    <a:pt x="387" y="121"/>
                    <a:pt x="388" y="119"/>
                    <a:pt x="390" y="117"/>
                  </a:cubicBezTo>
                  <a:cubicBezTo>
                    <a:pt x="392" y="115"/>
                    <a:pt x="395" y="114"/>
                    <a:pt x="400" y="114"/>
                  </a:cubicBezTo>
                  <a:cubicBezTo>
                    <a:pt x="419" y="115"/>
                    <a:pt x="419" y="115"/>
                    <a:pt x="419" y="115"/>
                  </a:cubicBezTo>
                  <a:cubicBezTo>
                    <a:pt x="419" y="121"/>
                    <a:pt x="419" y="121"/>
                    <a:pt x="419" y="121"/>
                  </a:cubicBezTo>
                  <a:close/>
                  <a:moveTo>
                    <a:pt x="433" y="152"/>
                  </a:moveTo>
                  <a:cubicBezTo>
                    <a:pt x="426" y="151"/>
                    <a:pt x="426" y="151"/>
                    <a:pt x="426" y="151"/>
                  </a:cubicBezTo>
                  <a:cubicBezTo>
                    <a:pt x="431" y="115"/>
                    <a:pt x="431" y="115"/>
                    <a:pt x="431" y="115"/>
                  </a:cubicBezTo>
                  <a:cubicBezTo>
                    <a:pt x="438" y="117"/>
                    <a:pt x="438" y="117"/>
                    <a:pt x="438" y="117"/>
                  </a:cubicBezTo>
                  <a:cubicBezTo>
                    <a:pt x="433" y="152"/>
                    <a:pt x="433" y="152"/>
                    <a:pt x="433" y="152"/>
                  </a:cubicBezTo>
                  <a:close/>
                  <a:moveTo>
                    <a:pt x="453" y="126"/>
                  </a:moveTo>
                  <a:cubicBezTo>
                    <a:pt x="442" y="124"/>
                    <a:pt x="442" y="124"/>
                    <a:pt x="442" y="124"/>
                  </a:cubicBezTo>
                  <a:cubicBezTo>
                    <a:pt x="443" y="118"/>
                    <a:pt x="443" y="118"/>
                    <a:pt x="443" y="118"/>
                  </a:cubicBezTo>
                  <a:cubicBezTo>
                    <a:pt x="473" y="123"/>
                    <a:pt x="473" y="123"/>
                    <a:pt x="473" y="123"/>
                  </a:cubicBezTo>
                  <a:cubicBezTo>
                    <a:pt x="472" y="129"/>
                    <a:pt x="472" y="129"/>
                    <a:pt x="472" y="129"/>
                  </a:cubicBezTo>
                  <a:cubicBezTo>
                    <a:pt x="461" y="127"/>
                    <a:pt x="461" y="127"/>
                    <a:pt x="461" y="127"/>
                  </a:cubicBezTo>
                  <a:cubicBezTo>
                    <a:pt x="456" y="156"/>
                    <a:pt x="456" y="156"/>
                    <a:pt x="456" y="156"/>
                  </a:cubicBezTo>
                  <a:cubicBezTo>
                    <a:pt x="448" y="155"/>
                    <a:pt x="448" y="155"/>
                    <a:pt x="448" y="155"/>
                  </a:cubicBezTo>
                  <a:cubicBezTo>
                    <a:pt x="453" y="126"/>
                    <a:pt x="453" y="126"/>
                    <a:pt x="453" y="126"/>
                  </a:cubicBezTo>
                  <a:close/>
                  <a:moveTo>
                    <a:pt x="477" y="124"/>
                  </a:moveTo>
                  <a:cubicBezTo>
                    <a:pt x="485" y="127"/>
                    <a:pt x="485" y="127"/>
                    <a:pt x="485" y="127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9" y="135"/>
                    <a:pt x="509" y="135"/>
                    <a:pt x="509" y="135"/>
                  </a:cubicBezTo>
                  <a:cubicBezTo>
                    <a:pt x="490" y="150"/>
                    <a:pt x="490" y="150"/>
                    <a:pt x="490" y="150"/>
                  </a:cubicBezTo>
                  <a:cubicBezTo>
                    <a:pt x="485" y="165"/>
                    <a:pt x="485" y="165"/>
                    <a:pt x="485" y="165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3" y="147"/>
                    <a:pt x="483" y="147"/>
                    <a:pt x="483" y="147"/>
                  </a:cubicBezTo>
                  <a:cubicBezTo>
                    <a:pt x="477" y="124"/>
                    <a:pt x="477" y="124"/>
                    <a:pt x="477" y="124"/>
                  </a:cubicBezTo>
                  <a:close/>
                  <a:moveTo>
                    <a:pt x="541" y="171"/>
                  </a:moveTo>
                  <a:cubicBezTo>
                    <a:pt x="545" y="166"/>
                    <a:pt x="548" y="163"/>
                    <a:pt x="552" y="162"/>
                  </a:cubicBezTo>
                  <a:cubicBezTo>
                    <a:pt x="557" y="161"/>
                    <a:pt x="561" y="162"/>
                    <a:pt x="566" y="166"/>
                  </a:cubicBezTo>
                  <a:cubicBezTo>
                    <a:pt x="571" y="169"/>
                    <a:pt x="574" y="173"/>
                    <a:pt x="574" y="177"/>
                  </a:cubicBezTo>
                  <a:cubicBezTo>
                    <a:pt x="575" y="181"/>
                    <a:pt x="574" y="186"/>
                    <a:pt x="570" y="191"/>
                  </a:cubicBezTo>
                  <a:cubicBezTo>
                    <a:pt x="567" y="196"/>
                    <a:pt x="563" y="200"/>
                    <a:pt x="559" y="200"/>
                  </a:cubicBezTo>
                  <a:cubicBezTo>
                    <a:pt x="555" y="201"/>
                    <a:pt x="550" y="200"/>
                    <a:pt x="545" y="197"/>
                  </a:cubicBezTo>
                  <a:cubicBezTo>
                    <a:pt x="540" y="193"/>
                    <a:pt x="538" y="190"/>
                    <a:pt x="537" y="185"/>
                  </a:cubicBezTo>
                  <a:cubicBezTo>
                    <a:pt x="536" y="181"/>
                    <a:pt x="538" y="176"/>
                    <a:pt x="541" y="171"/>
                  </a:cubicBezTo>
                  <a:close/>
                  <a:moveTo>
                    <a:pt x="563" y="171"/>
                  </a:moveTo>
                  <a:cubicBezTo>
                    <a:pt x="565" y="173"/>
                    <a:pt x="567" y="175"/>
                    <a:pt x="567" y="178"/>
                  </a:cubicBezTo>
                  <a:cubicBezTo>
                    <a:pt x="567" y="180"/>
                    <a:pt x="566" y="183"/>
                    <a:pt x="564" y="187"/>
                  </a:cubicBezTo>
                  <a:cubicBezTo>
                    <a:pt x="561" y="190"/>
                    <a:pt x="559" y="192"/>
                    <a:pt x="556" y="193"/>
                  </a:cubicBezTo>
                  <a:cubicBezTo>
                    <a:pt x="554" y="194"/>
                    <a:pt x="551" y="193"/>
                    <a:pt x="549" y="192"/>
                  </a:cubicBezTo>
                  <a:cubicBezTo>
                    <a:pt x="546" y="190"/>
                    <a:pt x="545" y="188"/>
                    <a:pt x="545" y="185"/>
                  </a:cubicBezTo>
                  <a:cubicBezTo>
                    <a:pt x="544" y="182"/>
                    <a:pt x="546" y="179"/>
                    <a:pt x="548" y="176"/>
                  </a:cubicBezTo>
                  <a:cubicBezTo>
                    <a:pt x="550" y="172"/>
                    <a:pt x="553" y="170"/>
                    <a:pt x="555" y="169"/>
                  </a:cubicBezTo>
                  <a:cubicBezTo>
                    <a:pt x="557" y="169"/>
                    <a:pt x="560" y="169"/>
                    <a:pt x="563" y="171"/>
                  </a:cubicBezTo>
                  <a:close/>
                  <a:moveTo>
                    <a:pt x="574" y="198"/>
                  </a:moveTo>
                  <a:cubicBezTo>
                    <a:pt x="577" y="194"/>
                    <a:pt x="580" y="192"/>
                    <a:pt x="581" y="191"/>
                  </a:cubicBezTo>
                  <a:cubicBezTo>
                    <a:pt x="583" y="189"/>
                    <a:pt x="585" y="189"/>
                    <a:pt x="587" y="188"/>
                  </a:cubicBezTo>
                  <a:cubicBezTo>
                    <a:pt x="589" y="188"/>
                    <a:pt x="591" y="189"/>
                    <a:pt x="593" y="190"/>
                  </a:cubicBezTo>
                  <a:cubicBezTo>
                    <a:pt x="595" y="191"/>
                    <a:pt x="597" y="192"/>
                    <a:pt x="600" y="195"/>
                  </a:cubicBezTo>
                  <a:cubicBezTo>
                    <a:pt x="608" y="202"/>
                    <a:pt x="608" y="202"/>
                    <a:pt x="608" y="202"/>
                  </a:cubicBezTo>
                  <a:cubicBezTo>
                    <a:pt x="604" y="207"/>
                    <a:pt x="604" y="207"/>
                    <a:pt x="604" y="207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3" y="197"/>
                    <a:pt x="591" y="196"/>
                    <a:pt x="589" y="196"/>
                  </a:cubicBezTo>
                  <a:cubicBezTo>
                    <a:pt x="587" y="196"/>
                    <a:pt x="585" y="197"/>
                    <a:pt x="583" y="199"/>
                  </a:cubicBezTo>
                  <a:cubicBezTo>
                    <a:pt x="599" y="213"/>
                    <a:pt x="599" y="213"/>
                    <a:pt x="599" y="213"/>
                  </a:cubicBezTo>
                  <a:cubicBezTo>
                    <a:pt x="595" y="218"/>
                    <a:pt x="595" y="218"/>
                    <a:pt x="595" y="218"/>
                  </a:cubicBezTo>
                  <a:cubicBezTo>
                    <a:pt x="579" y="204"/>
                    <a:pt x="579" y="204"/>
                    <a:pt x="579" y="204"/>
                  </a:cubicBezTo>
                  <a:cubicBezTo>
                    <a:pt x="569" y="215"/>
                    <a:pt x="569" y="215"/>
                    <a:pt x="569" y="215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4" y="198"/>
                    <a:pt x="574" y="198"/>
                    <a:pt x="574" y="198"/>
                  </a:cubicBezTo>
                  <a:close/>
                  <a:moveTo>
                    <a:pt x="641" y="254"/>
                  </a:moveTo>
                  <a:cubicBezTo>
                    <a:pt x="635" y="244"/>
                    <a:pt x="635" y="244"/>
                    <a:pt x="635" y="244"/>
                  </a:cubicBezTo>
                  <a:cubicBezTo>
                    <a:pt x="640" y="241"/>
                    <a:pt x="640" y="241"/>
                    <a:pt x="640" y="241"/>
                  </a:cubicBezTo>
                  <a:cubicBezTo>
                    <a:pt x="656" y="267"/>
                    <a:pt x="656" y="267"/>
                    <a:pt x="656" y="267"/>
                  </a:cubicBezTo>
                  <a:cubicBezTo>
                    <a:pt x="651" y="270"/>
                    <a:pt x="651" y="270"/>
                    <a:pt x="651" y="270"/>
                  </a:cubicBezTo>
                  <a:cubicBezTo>
                    <a:pt x="645" y="260"/>
                    <a:pt x="645" y="260"/>
                    <a:pt x="645" y="260"/>
                  </a:cubicBezTo>
                  <a:cubicBezTo>
                    <a:pt x="620" y="276"/>
                    <a:pt x="620" y="276"/>
                    <a:pt x="620" y="276"/>
                  </a:cubicBezTo>
                  <a:cubicBezTo>
                    <a:pt x="616" y="269"/>
                    <a:pt x="616" y="269"/>
                    <a:pt x="616" y="269"/>
                  </a:cubicBezTo>
                  <a:cubicBezTo>
                    <a:pt x="641" y="254"/>
                    <a:pt x="641" y="254"/>
                    <a:pt x="641" y="254"/>
                  </a:cubicBezTo>
                  <a:close/>
                  <a:moveTo>
                    <a:pt x="662" y="290"/>
                  </a:moveTo>
                  <a:cubicBezTo>
                    <a:pt x="660" y="287"/>
                    <a:pt x="659" y="286"/>
                    <a:pt x="657" y="285"/>
                  </a:cubicBezTo>
                  <a:cubicBezTo>
                    <a:pt x="655" y="284"/>
                    <a:pt x="653" y="285"/>
                    <a:pt x="651" y="286"/>
                  </a:cubicBezTo>
                  <a:cubicBezTo>
                    <a:pt x="659" y="305"/>
                    <a:pt x="659" y="305"/>
                    <a:pt x="659" y="305"/>
                  </a:cubicBezTo>
                  <a:cubicBezTo>
                    <a:pt x="654" y="307"/>
                    <a:pt x="654" y="307"/>
                    <a:pt x="654" y="307"/>
                  </a:cubicBezTo>
                  <a:cubicBezTo>
                    <a:pt x="645" y="288"/>
                    <a:pt x="645" y="288"/>
                    <a:pt x="645" y="288"/>
                  </a:cubicBezTo>
                  <a:cubicBezTo>
                    <a:pt x="642" y="290"/>
                    <a:pt x="641" y="291"/>
                    <a:pt x="640" y="293"/>
                  </a:cubicBezTo>
                  <a:cubicBezTo>
                    <a:pt x="639" y="295"/>
                    <a:pt x="639" y="297"/>
                    <a:pt x="641" y="300"/>
                  </a:cubicBezTo>
                  <a:cubicBezTo>
                    <a:pt x="646" y="311"/>
                    <a:pt x="646" y="311"/>
                    <a:pt x="646" y="311"/>
                  </a:cubicBezTo>
                  <a:cubicBezTo>
                    <a:pt x="640" y="313"/>
                    <a:pt x="640" y="313"/>
                    <a:pt x="640" y="313"/>
                  </a:cubicBezTo>
                  <a:cubicBezTo>
                    <a:pt x="635" y="302"/>
                    <a:pt x="635" y="302"/>
                    <a:pt x="635" y="302"/>
                  </a:cubicBezTo>
                  <a:cubicBezTo>
                    <a:pt x="634" y="299"/>
                    <a:pt x="633" y="297"/>
                    <a:pt x="633" y="296"/>
                  </a:cubicBezTo>
                  <a:cubicBezTo>
                    <a:pt x="633" y="294"/>
                    <a:pt x="633" y="292"/>
                    <a:pt x="633" y="291"/>
                  </a:cubicBezTo>
                  <a:cubicBezTo>
                    <a:pt x="634" y="288"/>
                    <a:pt x="635" y="286"/>
                    <a:pt x="637" y="284"/>
                  </a:cubicBezTo>
                  <a:cubicBezTo>
                    <a:pt x="638" y="283"/>
                    <a:pt x="641" y="281"/>
                    <a:pt x="644" y="280"/>
                  </a:cubicBezTo>
                  <a:cubicBezTo>
                    <a:pt x="649" y="277"/>
                    <a:pt x="654" y="276"/>
                    <a:pt x="658" y="277"/>
                  </a:cubicBezTo>
                  <a:cubicBezTo>
                    <a:pt x="662" y="279"/>
                    <a:pt x="665" y="282"/>
                    <a:pt x="667" y="287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67" y="301"/>
                    <a:pt x="667" y="301"/>
                    <a:pt x="667" y="301"/>
                  </a:cubicBezTo>
                  <a:cubicBezTo>
                    <a:pt x="662" y="290"/>
                    <a:pt x="662" y="290"/>
                    <a:pt x="662" y="290"/>
                  </a:cubicBezTo>
                  <a:close/>
                  <a:moveTo>
                    <a:pt x="675" y="325"/>
                  </a:moveTo>
                  <a:cubicBezTo>
                    <a:pt x="674" y="322"/>
                    <a:pt x="672" y="320"/>
                    <a:pt x="670" y="319"/>
                  </a:cubicBezTo>
                  <a:cubicBezTo>
                    <a:pt x="668" y="319"/>
                    <a:pt x="665" y="319"/>
                    <a:pt x="660" y="320"/>
                  </a:cubicBezTo>
                  <a:cubicBezTo>
                    <a:pt x="657" y="322"/>
                    <a:pt x="654" y="323"/>
                    <a:pt x="653" y="325"/>
                  </a:cubicBezTo>
                  <a:cubicBezTo>
                    <a:pt x="652" y="327"/>
                    <a:pt x="652" y="329"/>
                    <a:pt x="653" y="332"/>
                  </a:cubicBezTo>
                  <a:cubicBezTo>
                    <a:pt x="657" y="344"/>
                    <a:pt x="657" y="344"/>
                    <a:pt x="657" y="344"/>
                  </a:cubicBezTo>
                  <a:cubicBezTo>
                    <a:pt x="651" y="346"/>
                    <a:pt x="651" y="346"/>
                    <a:pt x="651" y="346"/>
                  </a:cubicBezTo>
                  <a:cubicBezTo>
                    <a:pt x="647" y="334"/>
                    <a:pt x="647" y="334"/>
                    <a:pt x="647" y="334"/>
                  </a:cubicBezTo>
                  <a:cubicBezTo>
                    <a:pt x="646" y="331"/>
                    <a:pt x="646" y="329"/>
                    <a:pt x="646" y="327"/>
                  </a:cubicBezTo>
                  <a:cubicBezTo>
                    <a:pt x="646" y="326"/>
                    <a:pt x="646" y="324"/>
                    <a:pt x="647" y="322"/>
                  </a:cubicBezTo>
                  <a:cubicBezTo>
                    <a:pt x="647" y="320"/>
                    <a:pt x="649" y="318"/>
                    <a:pt x="651" y="316"/>
                  </a:cubicBezTo>
                  <a:cubicBezTo>
                    <a:pt x="653" y="315"/>
                    <a:pt x="655" y="314"/>
                    <a:pt x="658" y="313"/>
                  </a:cubicBezTo>
                  <a:cubicBezTo>
                    <a:pt x="664" y="311"/>
                    <a:pt x="669" y="310"/>
                    <a:pt x="673" y="312"/>
                  </a:cubicBezTo>
                  <a:cubicBezTo>
                    <a:pt x="676" y="314"/>
                    <a:pt x="679" y="317"/>
                    <a:pt x="681" y="323"/>
                  </a:cubicBezTo>
                  <a:cubicBezTo>
                    <a:pt x="684" y="335"/>
                    <a:pt x="684" y="335"/>
                    <a:pt x="684" y="335"/>
                  </a:cubicBezTo>
                  <a:cubicBezTo>
                    <a:pt x="679" y="337"/>
                    <a:pt x="679" y="337"/>
                    <a:pt x="679" y="337"/>
                  </a:cubicBezTo>
                  <a:cubicBezTo>
                    <a:pt x="675" y="325"/>
                    <a:pt x="675" y="325"/>
                    <a:pt x="675" y="325"/>
                  </a:cubicBezTo>
                  <a:close/>
                  <a:moveTo>
                    <a:pt x="689" y="352"/>
                  </a:moveTo>
                  <a:cubicBezTo>
                    <a:pt x="675" y="354"/>
                    <a:pt x="675" y="354"/>
                    <a:pt x="675" y="354"/>
                  </a:cubicBezTo>
                  <a:cubicBezTo>
                    <a:pt x="677" y="368"/>
                    <a:pt x="677" y="368"/>
                    <a:pt x="677" y="368"/>
                  </a:cubicBezTo>
                  <a:cubicBezTo>
                    <a:pt x="691" y="365"/>
                    <a:pt x="691" y="365"/>
                    <a:pt x="691" y="365"/>
                  </a:cubicBezTo>
                  <a:cubicBezTo>
                    <a:pt x="692" y="373"/>
                    <a:pt x="692" y="373"/>
                    <a:pt x="692" y="373"/>
                  </a:cubicBezTo>
                  <a:cubicBezTo>
                    <a:pt x="658" y="379"/>
                    <a:pt x="658" y="379"/>
                    <a:pt x="658" y="379"/>
                  </a:cubicBezTo>
                  <a:cubicBezTo>
                    <a:pt x="656" y="372"/>
                    <a:pt x="656" y="372"/>
                    <a:pt x="656" y="372"/>
                  </a:cubicBezTo>
                  <a:cubicBezTo>
                    <a:pt x="671" y="369"/>
                    <a:pt x="671" y="369"/>
                    <a:pt x="671" y="369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54" y="358"/>
                    <a:pt x="654" y="358"/>
                    <a:pt x="654" y="358"/>
                  </a:cubicBezTo>
                  <a:cubicBezTo>
                    <a:pt x="653" y="351"/>
                    <a:pt x="653" y="351"/>
                    <a:pt x="653" y="351"/>
                  </a:cubicBezTo>
                  <a:cubicBezTo>
                    <a:pt x="687" y="344"/>
                    <a:pt x="687" y="344"/>
                    <a:pt x="687" y="344"/>
                  </a:cubicBezTo>
                  <a:cubicBezTo>
                    <a:pt x="689" y="352"/>
                    <a:pt x="689" y="352"/>
                    <a:pt x="689" y="352"/>
                  </a:cubicBezTo>
                  <a:close/>
                  <a:moveTo>
                    <a:pt x="695" y="386"/>
                  </a:moveTo>
                  <a:cubicBezTo>
                    <a:pt x="695" y="396"/>
                    <a:pt x="695" y="396"/>
                    <a:pt x="695" y="396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95" y="410"/>
                    <a:pt x="695" y="410"/>
                    <a:pt x="695" y="410"/>
                  </a:cubicBezTo>
                  <a:cubicBezTo>
                    <a:pt x="695" y="418"/>
                    <a:pt x="695" y="418"/>
                    <a:pt x="695" y="418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0" y="410"/>
                    <a:pt x="660" y="410"/>
                    <a:pt x="660" y="410"/>
                  </a:cubicBezTo>
                  <a:cubicBezTo>
                    <a:pt x="686" y="394"/>
                    <a:pt x="686" y="394"/>
                    <a:pt x="686" y="394"/>
                  </a:cubicBezTo>
                  <a:cubicBezTo>
                    <a:pt x="660" y="395"/>
                    <a:pt x="660" y="395"/>
                    <a:pt x="660" y="395"/>
                  </a:cubicBezTo>
                  <a:cubicBezTo>
                    <a:pt x="659" y="387"/>
                    <a:pt x="659" y="387"/>
                    <a:pt x="659" y="387"/>
                  </a:cubicBezTo>
                  <a:cubicBezTo>
                    <a:pt x="695" y="386"/>
                    <a:pt x="695" y="386"/>
                    <a:pt x="695" y="386"/>
                  </a:cubicBezTo>
                  <a:close/>
                  <a:moveTo>
                    <a:pt x="677" y="425"/>
                  </a:moveTo>
                  <a:cubicBezTo>
                    <a:pt x="683" y="426"/>
                    <a:pt x="688" y="428"/>
                    <a:pt x="690" y="431"/>
                  </a:cubicBezTo>
                  <a:cubicBezTo>
                    <a:pt x="693" y="434"/>
                    <a:pt x="694" y="439"/>
                    <a:pt x="693" y="445"/>
                  </a:cubicBezTo>
                  <a:cubicBezTo>
                    <a:pt x="692" y="451"/>
                    <a:pt x="690" y="455"/>
                    <a:pt x="687" y="458"/>
                  </a:cubicBezTo>
                  <a:cubicBezTo>
                    <a:pt x="684" y="460"/>
                    <a:pt x="679" y="461"/>
                    <a:pt x="673" y="460"/>
                  </a:cubicBezTo>
                  <a:cubicBezTo>
                    <a:pt x="667" y="459"/>
                    <a:pt x="662" y="457"/>
                    <a:pt x="660" y="454"/>
                  </a:cubicBezTo>
                  <a:cubicBezTo>
                    <a:pt x="657" y="451"/>
                    <a:pt x="656" y="446"/>
                    <a:pt x="657" y="440"/>
                  </a:cubicBezTo>
                  <a:cubicBezTo>
                    <a:pt x="657" y="434"/>
                    <a:pt x="659" y="430"/>
                    <a:pt x="663" y="427"/>
                  </a:cubicBezTo>
                  <a:cubicBezTo>
                    <a:pt x="666" y="425"/>
                    <a:pt x="671" y="424"/>
                    <a:pt x="677" y="425"/>
                  </a:cubicBezTo>
                  <a:close/>
                  <a:moveTo>
                    <a:pt x="687" y="444"/>
                  </a:moveTo>
                  <a:cubicBezTo>
                    <a:pt x="687" y="447"/>
                    <a:pt x="685" y="450"/>
                    <a:pt x="683" y="451"/>
                  </a:cubicBezTo>
                  <a:cubicBezTo>
                    <a:pt x="681" y="452"/>
                    <a:pt x="678" y="453"/>
                    <a:pt x="674" y="452"/>
                  </a:cubicBezTo>
                  <a:cubicBezTo>
                    <a:pt x="670" y="452"/>
                    <a:pt x="667" y="450"/>
                    <a:pt x="665" y="449"/>
                  </a:cubicBezTo>
                  <a:cubicBezTo>
                    <a:pt x="663" y="447"/>
                    <a:pt x="662" y="444"/>
                    <a:pt x="663" y="441"/>
                  </a:cubicBezTo>
                  <a:cubicBezTo>
                    <a:pt x="663" y="438"/>
                    <a:pt x="664" y="435"/>
                    <a:pt x="667" y="434"/>
                  </a:cubicBezTo>
                  <a:cubicBezTo>
                    <a:pt x="669" y="433"/>
                    <a:pt x="672" y="432"/>
                    <a:pt x="676" y="433"/>
                  </a:cubicBezTo>
                  <a:cubicBezTo>
                    <a:pt x="680" y="433"/>
                    <a:pt x="683" y="435"/>
                    <a:pt x="685" y="436"/>
                  </a:cubicBezTo>
                  <a:cubicBezTo>
                    <a:pt x="687" y="438"/>
                    <a:pt x="687" y="441"/>
                    <a:pt x="687" y="444"/>
                  </a:cubicBezTo>
                  <a:close/>
                  <a:moveTo>
                    <a:pt x="651" y="478"/>
                  </a:moveTo>
                  <a:cubicBezTo>
                    <a:pt x="652" y="474"/>
                    <a:pt x="653" y="472"/>
                    <a:pt x="654" y="471"/>
                  </a:cubicBezTo>
                  <a:cubicBezTo>
                    <a:pt x="655" y="469"/>
                    <a:pt x="656" y="468"/>
                    <a:pt x="658" y="467"/>
                  </a:cubicBezTo>
                  <a:cubicBezTo>
                    <a:pt x="659" y="466"/>
                    <a:pt x="661" y="466"/>
                    <a:pt x="662" y="465"/>
                  </a:cubicBezTo>
                  <a:cubicBezTo>
                    <a:pt x="664" y="465"/>
                    <a:pt x="666" y="466"/>
                    <a:pt x="669" y="466"/>
                  </a:cubicBezTo>
                  <a:cubicBezTo>
                    <a:pt x="689" y="471"/>
                    <a:pt x="689" y="471"/>
                    <a:pt x="689" y="471"/>
                  </a:cubicBezTo>
                  <a:cubicBezTo>
                    <a:pt x="687" y="478"/>
                    <a:pt x="687" y="478"/>
                    <a:pt x="687" y="478"/>
                  </a:cubicBezTo>
                  <a:cubicBezTo>
                    <a:pt x="667" y="474"/>
                    <a:pt x="667" y="474"/>
                    <a:pt x="667" y="474"/>
                  </a:cubicBezTo>
                  <a:cubicBezTo>
                    <a:pt x="665" y="473"/>
                    <a:pt x="664" y="473"/>
                    <a:pt x="663" y="473"/>
                  </a:cubicBezTo>
                  <a:cubicBezTo>
                    <a:pt x="662" y="473"/>
                    <a:pt x="661" y="473"/>
                    <a:pt x="661" y="473"/>
                  </a:cubicBezTo>
                  <a:cubicBezTo>
                    <a:pt x="660" y="474"/>
                    <a:pt x="659" y="475"/>
                    <a:pt x="658" y="475"/>
                  </a:cubicBezTo>
                  <a:cubicBezTo>
                    <a:pt x="658" y="476"/>
                    <a:pt x="657" y="478"/>
                    <a:pt x="657" y="480"/>
                  </a:cubicBezTo>
                  <a:cubicBezTo>
                    <a:pt x="655" y="488"/>
                    <a:pt x="655" y="488"/>
                    <a:pt x="655" y="488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1" y="478"/>
                    <a:pt x="651" y="478"/>
                    <a:pt x="651" y="478"/>
                  </a:cubicBezTo>
                  <a:close/>
                  <a:moveTo>
                    <a:pt x="667" y="494"/>
                  </a:moveTo>
                  <a:cubicBezTo>
                    <a:pt x="672" y="496"/>
                    <a:pt x="676" y="499"/>
                    <a:pt x="678" y="503"/>
                  </a:cubicBezTo>
                  <a:cubicBezTo>
                    <a:pt x="679" y="507"/>
                    <a:pt x="679" y="512"/>
                    <a:pt x="677" y="517"/>
                  </a:cubicBezTo>
                  <a:cubicBezTo>
                    <a:pt x="675" y="523"/>
                    <a:pt x="671" y="526"/>
                    <a:pt x="668" y="528"/>
                  </a:cubicBezTo>
                  <a:cubicBezTo>
                    <a:pt x="664" y="529"/>
                    <a:pt x="659" y="529"/>
                    <a:pt x="653" y="527"/>
                  </a:cubicBezTo>
                  <a:cubicBezTo>
                    <a:pt x="647" y="524"/>
                    <a:pt x="644" y="521"/>
                    <a:pt x="642" y="517"/>
                  </a:cubicBezTo>
                  <a:cubicBezTo>
                    <a:pt x="640" y="513"/>
                    <a:pt x="641" y="509"/>
                    <a:pt x="643" y="503"/>
                  </a:cubicBezTo>
                  <a:cubicBezTo>
                    <a:pt x="645" y="497"/>
                    <a:pt x="648" y="494"/>
                    <a:pt x="652" y="492"/>
                  </a:cubicBezTo>
                  <a:cubicBezTo>
                    <a:pt x="656" y="491"/>
                    <a:pt x="661" y="491"/>
                    <a:pt x="667" y="494"/>
                  </a:cubicBezTo>
                  <a:close/>
                  <a:moveTo>
                    <a:pt x="671" y="515"/>
                  </a:moveTo>
                  <a:cubicBezTo>
                    <a:pt x="670" y="518"/>
                    <a:pt x="668" y="520"/>
                    <a:pt x="666" y="520"/>
                  </a:cubicBezTo>
                  <a:cubicBezTo>
                    <a:pt x="663" y="521"/>
                    <a:pt x="660" y="521"/>
                    <a:pt x="656" y="519"/>
                  </a:cubicBezTo>
                  <a:cubicBezTo>
                    <a:pt x="652" y="517"/>
                    <a:pt x="650" y="516"/>
                    <a:pt x="649" y="513"/>
                  </a:cubicBezTo>
                  <a:cubicBezTo>
                    <a:pt x="647" y="511"/>
                    <a:pt x="647" y="508"/>
                    <a:pt x="648" y="505"/>
                  </a:cubicBezTo>
                  <a:cubicBezTo>
                    <a:pt x="650" y="502"/>
                    <a:pt x="651" y="500"/>
                    <a:pt x="654" y="500"/>
                  </a:cubicBezTo>
                  <a:cubicBezTo>
                    <a:pt x="656" y="499"/>
                    <a:pt x="660" y="500"/>
                    <a:pt x="664" y="501"/>
                  </a:cubicBezTo>
                  <a:cubicBezTo>
                    <a:pt x="667" y="503"/>
                    <a:pt x="670" y="505"/>
                    <a:pt x="671" y="507"/>
                  </a:cubicBezTo>
                  <a:cubicBezTo>
                    <a:pt x="672" y="509"/>
                    <a:pt x="672" y="512"/>
                    <a:pt x="671" y="515"/>
                  </a:cubicBezTo>
                  <a:close/>
                  <a:moveTo>
                    <a:pt x="641" y="544"/>
                  </a:moveTo>
                  <a:cubicBezTo>
                    <a:pt x="646" y="547"/>
                    <a:pt x="646" y="547"/>
                    <a:pt x="646" y="547"/>
                  </a:cubicBezTo>
                  <a:cubicBezTo>
                    <a:pt x="637" y="562"/>
                    <a:pt x="637" y="562"/>
                    <a:pt x="637" y="562"/>
                  </a:cubicBezTo>
                  <a:cubicBezTo>
                    <a:pt x="619" y="552"/>
                    <a:pt x="619" y="552"/>
                    <a:pt x="619" y="552"/>
                  </a:cubicBezTo>
                  <a:cubicBezTo>
                    <a:pt x="628" y="538"/>
                    <a:pt x="628" y="538"/>
                    <a:pt x="628" y="538"/>
                  </a:cubicBezTo>
                  <a:cubicBezTo>
                    <a:pt x="629" y="535"/>
                    <a:pt x="631" y="533"/>
                    <a:pt x="632" y="532"/>
                  </a:cubicBezTo>
                  <a:cubicBezTo>
                    <a:pt x="633" y="531"/>
                    <a:pt x="634" y="530"/>
                    <a:pt x="636" y="530"/>
                  </a:cubicBezTo>
                  <a:cubicBezTo>
                    <a:pt x="638" y="529"/>
                    <a:pt x="641" y="529"/>
                    <a:pt x="643" y="529"/>
                  </a:cubicBezTo>
                  <a:cubicBezTo>
                    <a:pt x="645" y="529"/>
                    <a:pt x="648" y="530"/>
                    <a:pt x="651" y="532"/>
                  </a:cubicBezTo>
                  <a:cubicBezTo>
                    <a:pt x="656" y="535"/>
                    <a:pt x="659" y="539"/>
                    <a:pt x="661" y="543"/>
                  </a:cubicBezTo>
                  <a:cubicBezTo>
                    <a:pt x="662" y="547"/>
                    <a:pt x="661" y="551"/>
                    <a:pt x="658" y="556"/>
                  </a:cubicBezTo>
                  <a:cubicBezTo>
                    <a:pt x="650" y="570"/>
                    <a:pt x="650" y="570"/>
                    <a:pt x="650" y="570"/>
                  </a:cubicBezTo>
                  <a:cubicBezTo>
                    <a:pt x="644" y="567"/>
                    <a:pt x="644" y="567"/>
                    <a:pt x="644" y="567"/>
                  </a:cubicBezTo>
                  <a:cubicBezTo>
                    <a:pt x="653" y="553"/>
                    <a:pt x="653" y="553"/>
                    <a:pt x="653" y="553"/>
                  </a:cubicBezTo>
                  <a:cubicBezTo>
                    <a:pt x="654" y="550"/>
                    <a:pt x="654" y="548"/>
                    <a:pt x="654" y="546"/>
                  </a:cubicBezTo>
                  <a:cubicBezTo>
                    <a:pt x="653" y="544"/>
                    <a:pt x="650" y="542"/>
                    <a:pt x="647" y="539"/>
                  </a:cubicBezTo>
                  <a:cubicBezTo>
                    <a:pt x="644" y="537"/>
                    <a:pt x="641" y="537"/>
                    <a:pt x="639" y="537"/>
                  </a:cubicBezTo>
                  <a:cubicBezTo>
                    <a:pt x="636" y="537"/>
                    <a:pt x="635" y="538"/>
                    <a:pt x="633" y="541"/>
                  </a:cubicBezTo>
                  <a:cubicBezTo>
                    <a:pt x="629" y="548"/>
                    <a:pt x="629" y="548"/>
                    <a:pt x="629" y="548"/>
                  </a:cubicBezTo>
                  <a:cubicBezTo>
                    <a:pt x="636" y="553"/>
                    <a:pt x="636" y="553"/>
                    <a:pt x="636" y="553"/>
                  </a:cubicBezTo>
                  <a:cubicBezTo>
                    <a:pt x="641" y="544"/>
                    <a:pt x="641" y="544"/>
                    <a:pt x="641" y="544"/>
                  </a:cubicBezTo>
                  <a:close/>
                  <a:moveTo>
                    <a:pt x="648" y="574"/>
                  </a:moveTo>
                  <a:cubicBezTo>
                    <a:pt x="643" y="581"/>
                    <a:pt x="643" y="581"/>
                    <a:pt x="643" y="581"/>
                  </a:cubicBezTo>
                  <a:cubicBezTo>
                    <a:pt x="627" y="580"/>
                    <a:pt x="627" y="580"/>
                    <a:pt x="627" y="580"/>
                  </a:cubicBezTo>
                  <a:cubicBezTo>
                    <a:pt x="632" y="595"/>
                    <a:pt x="632" y="595"/>
                    <a:pt x="632" y="595"/>
                  </a:cubicBezTo>
                  <a:cubicBezTo>
                    <a:pt x="627" y="602"/>
                    <a:pt x="627" y="602"/>
                    <a:pt x="627" y="602"/>
                  </a:cubicBezTo>
                  <a:cubicBezTo>
                    <a:pt x="619" y="579"/>
                    <a:pt x="619" y="579"/>
                    <a:pt x="619" y="579"/>
                  </a:cubicBezTo>
                  <a:cubicBezTo>
                    <a:pt x="607" y="570"/>
                    <a:pt x="607" y="570"/>
                    <a:pt x="607" y="570"/>
                  </a:cubicBezTo>
                  <a:cubicBezTo>
                    <a:pt x="611" y="564"/>
                    <a:pt x="611" y="564"/>
                    <a:pt x="611" y="564"/>
                  </a:cubicBezTo>
                  <a:cubicBezTo>
                    <a:pt x="624" y="573"/>
                    <a:pt x="624" y="573"/>
                    <a:pt x="624" y="573"/>
                  </a:cubicBezTo>
                  <a:cubicBezTo>
                    <a:pt x="648" y="574"/>
                    <a:pt x="648" y="574"/>
                    <a:pt x="648" y="574"/>
                  </a:cubicBezTo>
                  <a:close/>
                  <a:moveTo>
                    <a:pt x="264" y="535"/>
                  </a:moveTo>
                  <a:cubicBezTo>
                    <a:pt x="392" y="535"/>
                    <a:pt x="392" y="535"/>
                    <a:pt x="392" y="535"/>
                  </a:cubicBezTo>
                  <a:cubicBezTo>
                    <a:pt x="401" y="536"/>
                    <a:pt x="400" y="566"/>
                    <a:pt x="392" y="565"/>
                  </a:cubicBezTo>
                  <a:cubicBezTo>
                    <a:pt x="264" y="565"/>
                    <a:pt x="264" y="565"/>
                    <a:pt x="264" y="565"/>
                  </a:cubicBezTo>
                  <a:cubicBezTo>
                    <a:pt x="275" y="565"/>
                    <a:pt x="276" y="536"/>
                    <a:pt x="264" y="535"/>
                  </a:cubicBezTo>
                  <a:close/>
                  <a:moveTo>
                    <a:pt x="550" y="535"/>
                  </a:moveTo>
                  <a:cubicBezTo>
                    <a:pt x="538" y="536"/>
                    <a:pt x="539" y="565"/>
                    <a:pt x="550" y="565"/>
                  </a:cubicBezTo>
                  <a:cubicBezTo>
                    <a:pt x="421" y="565"/>
                    <a:pt x="421" y="565"/>
                    <a:pt x="421" y="565"/>
                  </a:cubicBezTo>
                  <a:cubicBezTo>
                    <a:pt x="413" y="566"/>
                    <a:pt x="412" y="536"/>
                    <a:pt x="421" y="535"/>
                  </a:cubicBezTo>
                  <a:cubicBezTo>
                    <a:pt x="550" y="535"/>
                    <a:pt x="550" y="535"/>
                    <a:pt x="550" y="535"/>
                  </a:cubicBezTo>
                  <a:close/>
                  <a:moveTo>
                    <a:pt x="495" y="212"/>
                  </a:moveTo>
                  <a:cubicBezTo>
                    <a:pt x="495" y="260"/>
                    <a:pt x="495" y="260"/>
                    <a:pt x="495" y="260"/>
                  </a:cubicBezTo>
                  <a:cubicBezTo>
                    <a:pt x="481" y="257"/>
                    <a:pt x="469" y="266"/>
                    <a:pt x="462" y="280"/>
                  </a:cubicBezTo>
                  <a:cubicBezTo>
                    <a:pt x="462" y="449"/>
                    <a:pt x="462" y="449"/>
                    <a:pt x="462" y="449"/>
                  </a:cubicBezTo>
                  <a:cubicBezTo>
                    <a:pt x="493" y="439"/>
                    <a:pt x="510" y="421"/>
                    <a:pt x="516" y="396"/>
                  </a:cubicBezTo>
                  <a:cubicBezTo>
                    <a:pt x="519" y="389"/>
                    <a:pt x="519" y="377"/>
                    <a:pt x="514" y="358"/>
                  </a:cubicBezTo>
                  <a:cubicBezTo>
                    <a:pt x="501" y="332"/>
                    <a:pt x="486" y="324"/>
                    <a:pt x="477" y="327"/>
                  </a:cubicBezTo>
                  <a:cubicBezTo>
                    <a:pt x="477" y="278"/>
                    <a:pt x="477" y="278"/>
                    <a:pt x="477" y="278"/>
                  </a:cubicBezTo>
                  <a:cubicBezTo>
                    <a:pt x="516" y="281"/>
                    <a:pt x="552" y="305"/>
                    <a:pt x="562" y="357"/>
                  </a:cubicBezTo>
                  <a:cubicBezTo>
                    <a:pt x="570" y="390"/>
                    <a:pt x="562" y="422"/>
                    <a:pt x="545" y="449"/>
                  </a:cubicBezTo>
                  <a:cubicBezTo>
                    <a:pt x="523" y="472"/>
                    <a:pt x="499" y="491"/>
                    <a:pt x="462" y="497"/>
                  </a:cubicBezTo>
                  <a:cubicBezTo>
                    <a:pt x="462" y="514"/>
                    <a:pt x="462" y="514"/>
                    <a:pt x="462" y="514"/>
                  </a:cubicBezTo>
                  <a:cubicBezTo>
                    <a:pt x="413" y="514"/>
                    <a:pt x="413" y="514"/>
                    <a:pt x="413" y="514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25" y="233"/>
                    <a:pt x="453" y="213"/>
                    <a:pt x="495" y="212"/>
                  </a:cubicBezTo>
                  <a:close/>
                  <a:moveTo>
                    <a:pt x="316" y="212"/>
                  </a:moveTo>
                  <a:cubicBezTo>
                    <a:pt x="358" y="213"/>
                    <a:pt x="386" y="233"/>
                    <a:pt x="398" y="274"/>
                  </a:cubicBezTo>
                  <a:cubicBezTo>
                    <a:pt x="398" y="514"/>
                    <a:pt x="398" y="514"/>
                    <a:pt x="398" y="514"/>
                  </a:cubicBezTo>
                  <a:cubicBezTo>
                    <a:pt x="349" y="514"/>
                    <a:pt x="349" y="514"/>
                    <a:pt x="349" y="514"/>
                  </a:cubicBezTo>
                  <a:cubicBezTo>
                    <a:pt x="349" y="497"/>
                    <a:pt x="349" y="497"/>
                    <a:pt x="349" y="497"/>
                  </a:cubicBezTo>
                  <a:cubicBezTo>
                    <a:pt x="312" y="491"/>
                    <a:pt x="288" y="472"/>
                    <a:pt x="267" y="449"/>
                  </a:cubicBezTo>
                  <a:cubicBezTo>
                    <a:pt x="249" y="422"/>
                    <a:pt x="241" y="390"/>
                    <a:pt x="249" y="357"/>
                  </a:cubicBezTo>
                  <a:cubicBezTo>
                    <a:pt x="259" y="305"/>
                    <a:pt x="295" y="281"/>
                    <a:pt x="334" y="27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25" y="324"/>
                    <a:pt x="310" y="332"/>
                    <a:pt x="297" y="358"/>
                  </a:cubicBezTo>
                  <a:cubicBezTo>
                    <a:pt x="292" y="377"/>
                    <a:pt x="292" y="389"/>
                    <a:pt x="295" y="396"/>
                  </a:cubicBezTo>
                  <a:cubicBezTo>
                    <a:pt x="302" y="421"/>
                    <a:pt x="318" y="439"/>
                    <a:pt x="349" y="449"/>
                  </a:cubicBezTo>
                  <a:cubicBezTo>
                    <a:pt x="349" y="280"/>
                    <a:pt x="349" y="280"/>
                    <a:pt x="349" y="280"/>
                  </a:cubicBezTo>
                  <a:cubicBezTo>
                    <a:pt x="343" y="266"/>
                    <a:pt x="330" y="257"/>
                    <a:pt x="316" y="260"/>
                  </a:cubicBezTo>
                  <a:cubicBezTo>
                    <a:pt x="316" y="212"/>
                    <a:pt x="316" y="212"/>
                    <a:pt x="316" y="212"/>
                  </a:cubicBezTo>
                  <a:close/>
                  <a:moveTo>
                    <a:pt x="249" y="587"/>
                  </a:moveTo>
                  <a:cubicBezTo>
                    <a:pt x="567" y="587"/>
                    <a:pt x="567" y="587"/>
                    <a:pt x="567" y="587"/>
                  </a:cubicBezTo>
                  <a:cubicBezTo>
                    <a:pt x="567" y="615"/>
                    <a:pt x="567" y="615"/>
                    <a:pt x="567" y="615"/>
                  </a:cubicBezTo>
                  <a:cubicBezTo>
                    <a:pt x="249" y="615"/>
                    <a:pt x="249" y="615"/>
                    <a:pt x="249" y="615"/>
                  </a:cubicBezTo>
                  <a:lnTo>
                    <a:pt x="249" y="58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33" name="亮红">
              <a:extLst>
                <a:ext uri="{FF2B5EF4-FFF2-40B4-BE49-F238E27FC236}">
                  <a16:creationId xmlns:a16="http://schemas.microsoft.com/office/drawing/2014/main" id="{0FFAFFEE-00EF-475A-96AE-DD825E8AE2DB}"/>
                </a:ext>
              </a:extLst>
            </p:cNvPr>
            <p:cNvSpPr/>
            <p:nvPr userDrawn="1"/>
          </p:nvSpPr>
          <p:spPr>
            <a:xfrm rot="14238638">
              <a:off x="7565295" y="449707"/>
              <a:ext cx="3764876" cy="3764876"/>
            </a:xfrm>
            <a:prstGeom prst="ellipse">
              <a:avLst/>
            </a:prstGeom>
            <a:noFill/>
            <a:ln w="25400">
              <a:gradFill>
                <a:gsLst>
                  <a:gs pos="80000">
                    <a:schemeClr val="bg1">
                      <a:alpha val="0"/>
                    </a:schemeClr>
                  </a:gs>
                  <a:gs pos="20000">
                    <a:schemeClr val="bg1">
                      <a:alpha val="0"/>
                    </a:schemeClr>
                  </a:gs>
                  <a:gs pos="0">
                    <a:schemeClr val="accent4">
                      <a:lumMod val="20000"/>
                      <a:lumOff val="80000"/>
                    </a:schemeClr>
                  </a:gs>
                  <a:gs pos="100000">
                    <a:schemeClr val="accent4">
                      <a:lumMod val="20000"/>
                      <a:lumOff val="8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25" name="矩形 24">
            <a:extLst>
              <a:ext uri="{FF2B5EF4-FFF2-40B4-BE49-F238E27FC236}">
                <a16:creationId xmlns:a16="http://schemas.microsoft.com/office/drawing/2014/main" id="{84440F2D-C759-414C-B610-D71CD5DC7FD0}"/>
              </a:ext>
            </a:extLst>
          </p:cNvPr>
          <p:cNvSpPr/>
          <p:nvPr userDrawn="1"/>
        </p:nvSpPr>
        <p:spPr>
          <a:xfrm>
            <a:off x="0" y="4395020"/>
            <a:ext cx="12192000" cy="25850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712027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346" userDrawn="1">
          <p15:clr>
            <a:srgbClr val="FBAE40"/>
          </p15:clr>
        </p15:guide>
        <p15:guide id="4" orient="horz" pos="3974">
          <p15:clr>
            <a:srgbClr val="FBAE40"/>
          </p15:clr>
        </p15:guide>
        <p15:guide id="5" pos="347">
          <p15:clr>
            <a:srgbClr val="FBAE40"/>
          </p15:clr>
        </p15:guide>
        <p15:guide id="6" pos="7333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文本框 55">
            <a:extLst>
              <a:ext uri="{FF2B5EF4-FFF2-40B4-BE49-F238E27FC236}">
                <a16:creationId xmlns:a16="http://schemas.microsoft.com/office/drawing/2014/main" id="{34CD844A-958D-46B0-8702-6907AB80E794}"/>
              </a:ext>
            </a:extLst>
          </p:cNvPr>
          <p:cNvSpPr txBox="1"/>
          <p:nvPr userDrawn="1"/>
        </p:nvSpPr>
        <p:spPr>
          <a:xfrm>
            <a:off x="9937750" y="5643872"/>
            <a:ext cx="141731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57" name="文本框 56">
            <a:extLst>
              <a:ext uri="{FF2B5EF4-FFF2-40B4-BE49-F238E27FC236}">
                <a16:creationId xmlns:a16="http://schemas.microsoft.com/office/drawing/2014/main" id="{7AA1AD17-91C2-424F-9E74-1C92BE9293BB}"/>
              </a:ext>
            </a:extLst>
          </p:cNvPr>
          <p:cNvSpPr txBox="1"/>
          <p:nvPr userDrawn="1"/>
        </p:nvSpPr>
        <p:spPr>
          <a:xfrm>
            <a:off x="836932" y="5643872"/>
            <a:ext cx="100266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毕业论文答辩</a:t>
            </a:r>
          </a:p>
        </p:txBody>
      </p:sp>
      <p:cxnSp>
        <p:nvCxnSpPr>
          <p:cNvPr id="76" name="直接连接符 75">
            <a:extLst>
              <a:ext uri="{FF2B5EF4-FFF2-40B4-BE49-F238E27FC236}">
                <a16:creationId xmlns:a16="http://schemas.microsoft.com/office/drawing/2014/main" id="{7FA098F1-FB25-48BA-A880-83D834755CA6}"/>
              </a:ext>
            </a:extLst>
          </p:cNvPr>
          <p:cNvCxnSpPr>
            <a:cxnSpLocks/>
          </p:cNvCxnSpPr>
          <p:nvPr userDrawn="1"/>
        </p:nvCxnSpPr>
        <p:spPr>
          <a:xfrm>
            <a:off x="11160124" y="751760"/>
            <a:ext cx="676276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接连接符 78">
            <a:extLst>
              <a:ext uri="{FF2B5EF4-FFF2-40B4-BE49-F238E27FC236}">
                <a16:creationId xmlns:a16="http://schemas.microsoft.com/office/drawing/2014/main" id="{50D0F516-13DD-405E-9554-AA55BA88DE1E}"/>
              </a:ext>
            </a:extLst>
          </p:cNvPr>
          <p:cNvCxnSpPr>
            <a:cxnSpLocks/>
          </p:cNvCxnSpPr>
          <p:nvPr userDrawn="1"/>
        </p:nvCxnSpPr>
        <p:spPr>
          <a:xfrm>
            <a:off x="10845800" y="6469206"/>
            <a:ext cx="15748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676fecc8-5938-4c2a-98aa-ea8df123951c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>
            <a:extLst>
              <a:ext uri="{FF2B5EF4-FFF2-40B4-BE49-F238E27FC236}">
                <a16:creationId xmlns:a16="http://schemas.microsoft.com/office/drawing/2014/main" id="{D055A6D6-CA63-4A7F-9187-C6650593B98D}"/>
              </a:ext>
            </a:extLst>
          </p:cNvPr>
          <p:cNvGrpSpPr>
            <a:grpSpLocks noChangeAspect="1"/>
          </p:cNvGrpSpPr>
          <p:nvPr userDrawn="1">
            <p:custDataLst>
              <p:tags r:id="rId1"/>
            </p:custDataLst>
          </p:nvPr>
        </p:nvGrpSpPr>
        <p:grpSpPr>
          <a:xfrm>
            <a:off x="4353466" y="992188"/>
            <a:ext cx="3485069" cy="945741"/>
            <a:chOff x="2647449" y="2492374"/>
            <a:chExt cx="6897103" cy="1871663"/>
          </a:xfrm>
        </p:grpSpPr>
        <p:sp>
          <p:nvSpPr>
            <p:cNvPr id="26" name="isľïḑé">
              <a:extLst>
                <a:ext uri="{FF2B5EF4-FFF2-40B4-BE49-F238E27FC236}">
                  <a16:creationId xmlns:a16="http://schemas.microsoft.com/office/drawing/2014/main" id="{A7100E10-6816-4AA9-9CE2-B51AA0B8958A}"/>
                </a:ext>
              </a:extLst>
            </p:cNvPr>
            <p:cNvSpPr/>
            <p:nvPr userDrawn="1"/>
          </p:nvSpPr>
          <p:spPr bwMode="auto">
            <a:xfrm>
              <a:off x="4864297" y="2650172"/>
              <a:ext cx="4625464" cy="1089247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7" name="ïṣḷîḍè">
              <a:extLst>
                <a:ext uri="{FF2B5EF4-FFF2-40B4-BE49-F238E27FC236}">
                  <a16:creationId xmlns:a16="http://schemas.microsoft.com/office/drawing/2014/main" id="{F60BE995-2C5B-4F61-87D9-4800BBA022DF}"/>
                </a:ext>
              </a:extLst>
            </p:cNvPr>
            <p:cNvSpPr/>
            <p:nvPr userDrawn="1"/>
          </p:nvSpPr>
          <p:spPr bwMode="auto">
            <a:xfrm>
              <a:off x="4816081" y="4076932"/>
              <a:ext cx="4728471" cy="131499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28" name="íṣḻïḓê">
              <a:extLst>
                <a:ext uri="{FF2B5EF4-FFF2-40B4-BE49-F238E27FC236}">
                  <a16:creationId xmlns:a16="http://schemas.microsoft.com/office/drawing/2014/main" id="{DEA90481-31F5-4AD1-9D11-A8CF1AADC87A}"/>
                </a:ext>
              </a:extLst>
            </p:cNvPr>
            <p:cNvSpPr/>
            <p:nvPr userDrawn="1"/>
          </p:nvSpPr>
          <p:spPr bwMode="auto">
            <a:xfrm>
              <a:off x="2647449" y="2492374"/>
              <a:ext cx="1838789" cy="1871663"/>
            </a:xfrm>
            <a:custGeom>
              <a:avLst/>
              <a:gdLst>
                <a:gd name="T0" fmla="*/ 606 w 808"/>
                <a:gd name="T1" fmla="*/ 701 h 821"/>
                <a:gd name="T2" fmla="*/ 597 w 808"/>
                <a:gd name="T3" fmla="*/ 703 h 821"/>
                <a:gd name="T4" fmla="*/ 597 w 808"/>
                <a:gd name="T5" fmla="*/ 684 h 821"/>
                <a:gd name="T6" fmla="*/ 620 w 808"/>
                <a:gd name="T7" fmla="*/ 651 h 821"/>
                <a:gd name="T8" fmla="*/ 606 w 808"/>
                <a:gd name="T9" fmla="*/ 661 h 821"/>
                <a:gd name="T10" fmla="*/ 584 w 808"/>
                <a:gd name="T11" fmla="*/ 659 h 821"/>
                <a:gd name="T12" fmla="*/ 591 w 808"/>
                <a:gd name="T13" fmla="*/ 642 h 821"/>
                <a:gd name="T14" fmla="*/ 597 w 808"/>
                <a:gd name="T15" fmla="*/ 649 h 821"/>
                <a:gd name="T16" fmla="*/ 620 w 808"/>
                <a:gd name="T17" fmla="*/ 619 h 821"/>
                <a:gd name="T18" fmla="*/ 636 w 808"/>
                <a:gd name="T19" fmla="*/ 634 h 821"/>
                <a:gd name="T20" fmla="*/ 623 w 808"/>
                <a:gd name="T21" fmla="*/ 679 h 821"/>
                <a:gd name="T22" fmla="*/ 620 w 808"/>
                <a:gd name="T23" fmla="*/ 692 h 821"/>
                <a:gd name="T24" fmla="*/ 177 w 808"/>
                <a:gd name="T25" fmla="*/ 710 h 821"/>
                <a:gd name="T26" fmla="*/ 216 w 808"/>
                <a:gd name="T27" fmla="*/ 643 h 821"/>
                <a:gd name="T28" fmla="*/ 233 w 808"/>
                <a:gd name="T29" fmla="*/ 632 h 821"/>
                <a:gd name="T30" fmla="*/ 209 w 808"/>
                <a:gd name="T31" fmla="*/ 667 h 821"/>
                <a:gd name="T32" fmla="*/ 245 w 808"/>
                <a:gd name="T33" fmla="*/ 647 h 821"/>
                <a:gd name="T34" fmla="*/ 246 w 808"/>
                <a:gd name="T35" fmla="*/ 676 h 821"/>
                <a:gd name="T36" fmla="*/ 228 w 808"/>
                <a:gd name="T37" fmla="*/ 694 h 821"/>
                <a:gd name="T38" fmla="*/ 203 w 808"/>
                <a:gd name="T39" fmla="*/ 719 h 821"/>
                <a:gd name="T40" fmla="*/ 207 w 808"/>
                <a:gd name="T41" fmla="*/ 683 h 821"/>
                <a:gd name="T42" fmla="*/ 446 w 808"/>
                <a:gd name="T43" fmla="*/ 698 h 821"/>
                <a:gd name="T44" fmla="*/ 444 w 808"/>
                <a:gd name="T45" fmla="*/ 686 h 821"/>
                <a:gd name="T46" fmla="*/ 445 w 808"/>
                <a:gd name="T47" fmla="*/ 674 h 821"/>
                <a:gd name="T48" fmla="*/ 434 w 808"/>
                <a:gd name="T49" fmla="*/ 668 h 821"/>
                <a:gd name="T50" fmla="*/ 438 w 808"/>
                <a:gd name="T51" fmla="*/ 651 h 821"/>
                <a:gd name="T52" fmla="*/ 456 w 808"/>
                <a:gd name="T53" fmla="*/ 644 h 821"/>
                <a:gd name="T54" fmla="*/ 465 w 808"/>
                <a:gd name="T55" fmla="*/ 643 h 821"/>
                <a:gd name="T56" fmla="*/ 457 w 808"/>
                <a:gd name="T57" fmla="*/ 675 h 821"/>
                <a:gd name="T58" fmla="*/ 455 w 808"/>
                <a:gd name="T59" fmla="*/ 690 h 821"/>
                <a:gd name="T60" fmla="*/ 265 w 808"/>
                <a:gd name="T61" fmla="*/ 713 h 821"/>
                <a:gd name="T62" fmla="*/ 562 w 808"/>
                <a:gd name="T63" fmla="*/ 715 h 821"/>
                <a:gd name="T64" fmla="*/ 292 w 808"/>
                <a:gd name="T65" fmla="*/ 705 h 821"/>
                <a:gd name="T66" fmla="*/ 300 w 808"/>
                <a:gd name="T67" fmla="*/ 666 h 821"/>
                <a:gd name="T68" fmla="*/ 285 w 808"/>
                <a:gd name="T69" fmla="*/ 672 h 821"/>
                <a:gd name="T70" fmla="*/ 302 w 808"/>
                <a:gd name="T71" fmla="*/ 650 h 821"/>
                <a:gd name="T72" fmla="*/ 307 w 808"/>
                <a:gd name="T73" fmla="*/ 637 h 821"/>
                <a:gd name="T74" fmla="*/ 319 w 808"/>
                <a:gd name="T75" fmla="*/ 648 h 821"/>
                <a:gd name="T76" fmla="*/ 305 w 808"/>
                <a:gd name="T77" fmla="*/ 696 h 821"/>
                <a:gd name="T78" fmla="*/ 511 w 808"/>
                <a:gd name="T79" fmla="*/ 689 h 821"/>
                <a:gd name="T80" fmla="*/ 538 w 808"/>
                <a:gd name="T81" fmla="*/ 638 h 821"/>
                <a:gd name="T82" fmla="*/ 529 w 808"/>
                <a:gd name="T83" fmla="*/ 700 h 821"/>
                <a:gd name="T84" fmla="*/ 241 w 808"/>
                <a:gd name="T85" fmla="*/ 701 h 821"/>
                <a:gd name="T86" fmla="*/ 469 w 808"/>
                <a:gd name="T87" fmla="*/ 701 h 821"/>
                <a:gd name="T88" fmla="*/ 447 w 808"/>
                <a:gd name="T89" fmla="*/ 705 h 821"/>
                <a:gd name="T90" fmla="*/ 349 w 808"/>
                <a:gd name="T91" fmla="*/ 697 h 821"/>
                <a:gd name="T92" fmla="*/ 371 w 808"/>
                <a:gd name="T93" fmla="*/ 665 h 821"/>
                <a:gd name="T94" fmla="*/ 400 w 808"/>
                <a:gd name="T95" fmla="*/ 667 h 821"/>
                <a:gd name="T96" fmla="*/ 375 w 808"/>
                <a:gd name="T97" fmla="*/ 697 h 821"/>
                <a:gd name="T98" fmla="*/ 220 w 808"/>
                <a:gd name="T99" fmla="*/ 683 h 821"/>
                <a:gd name="T100" fmla="*/ 223 w 808"/>
                <a:gd name="T101" fmla="*/ 690 h 821"/>
                <a:gd name="T102" fmla="*/ 318 w 808"/>
                <a:gd name="T103" fmla="*/ 697 h 821"/>
                <a:gd name="T104" fmla="*/ 206 w 808"/>
                <a:gd name="T105" fmla="*/ 674 h 821"/>
                <a:gd name="T106" fmla="*/ 311 w 808"/>
                <a:gd name="T107" fmla="*/ 660 h 821"/>
                <a:gd name="T108" fmla="*/ 614 w 808"/>
                <a:gd name="T109" fmla="*/ 661 h 821"/>
                <a:gd name="T110" fmla="*/ 607 w 808"/>
                <a:gd name="T111" fmla="*/ 650 h 821"/>
                <a:gd name="T112" fmla="*/ 217 w 808"/>
                <a:gd name="T113" fmla="*/ 627 h 821"/>
                <a:gd name="T114" fmla="*/ 161 w 808"/>
                <a:gd name="T115" fmla="*/ 585 h 821"/>
                <a:gd name="T116" fmla="*/ 114 w 808"/>
                <a:gd name="T117" fmla="*/ 372 h 821"/>
                <a:gd name="T118" fmla="*/ 243 w 808"/>
                <a:gd name="T119" fmla="*/ 205 h 821"/>
                <a:gd name="T120" fmla="*/ 433 w 808"/>
                <a:gd name="T121" fmla="*/ 152 h 821"/>
                <a:gd name="T122" fmla="*/ 653 w 808"/>
                <a:gd name="T123" fmla="*/ 325 h 821"/>
                <a:gd name="T124" fmla="*/ 664 w 808"/>
                <a:gd name="T125" fmla="*/ 501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821">
                  <a:moveTo>
                    <a:pt x="404" y="821"/>
                  </a:moveTo>
                  <a:cubicBezTo>
                    <a:pt x="626" y="821"/>
                    <a:pt x="808" y="637"/>
                    <a:pt x="808" y="411"/>
                  </a:cubicBezTo>
                  <a:cubicBezTo>
                    <a:pt x="808" y="185"/>
                    <a:pt x="626" y="0"/>
                    <a:pt x="404" y="0"/>
                  </a:cubicBezTo>
                  <a:cubicBezTo>
                    <a:pt x="181" y="0"/>
                    <a:pt x="0" y="185"/>
                    <a:pt x="0" y="411"/>
                  </a:cubicBezTo>
                  <a:cubicBezTo>
                    <a:pt x="0" y="637"/>
                    <a:pt x="181" y="821"/>
                    <a:pt x="404" y="821"/>
                  </a:cubicBezTo>
                  <a:close/>
                  <a:moveTo>
                    <a:pt x="404" y="3"/>
                  </a:moveTo>
                  <a:cubicBezTo>
                    <a:pt x="474" y="48"/>
                    <a:pt x="616" y="90"/>
                    <a:pt x="583" y="158"/>
                  </a:cubicBezTo>
                  <a:cubicBezTo>
                    <a:pt x="638" y="106"/>
                    <a:pt x="721" y="230"/>
                    <a:pt x="785" y="285"/>
                  </a:cubicBezTo>
                  <a:cubicBezTo>
                    <a:pt x="765" y="362"/>
                    <a:pt x="769" y="520"/>
                    <a:pt x="693" y="507"/>
                  </a:cubicBezTo>
                  <a:cubicBezTo>
                    <a:pt x="761" y="544"/>
                    <a:pt x="669" y="666"/>
                    <a:pt x="644" y="734"/>
                  </a:cubicBezTo>
                  <a:cubicBezTo>
                    <a:pt x="567" y="740"/>
                    <a:pt x="412" y="799"/>
                    <a:pt x="405" y="723"/>
                  </a:cubicBezTo>
                  <a:cubicBezTo>
                    <a:pt x="392" y="797"/>
                    <a:pt x="241" y="737"/>
                    <a:pt x="161" y="732"/>
                  </a:cubicBezTo>
                  <a:cubicBezTo>
                    <a:pt x="134" y="658"/>
                    <a:pt x="46" y="545"/>
                    <a:pt x="113" y="509"/>
                  </a:cubicBezTo>
                  <a:cubicBezTo>
                    <a:pt x="35" y="520"/>
                    <a:pt x="47" y="364"/>
                    <a:pt x="23" y="284"/>
                  </a:cubicBezTo>
                  <a:cubicBezTo>
                    <a:pt x="90" y="245"/>
                    <a:pt x="172" y="105"/>
                    <a:pt x="229" y="159"/>
                  </a:cubicBezTo>
                  <a:cubicBezTo>
                    <a:pt x="197" y="85"/>
                    <a:pt x="340" y="46"/>
                    <a:pt x="404" y="3"/>
                  </a:cubicBezTo>
                  <a:close/>
                  <a:moveTo>
                    <a:pt x="609" y="729"/>
                  </a:move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09" y="729"/>
                    <a:pt x="609" y="729"/>
                    <a:pt x="609" y="729"/>
                  </a:cubicBezTo>
                  <a:close/>
                  <a:moveTo>
                    <a:pt x="176" y="724"/>
                  </a:move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3"/>
                    <a:pt x="194" y="683"/>
                    <a:pt x="195" y="683"/>
                  </a:cubicBezTo>
                  <a:cubicBezTo>
                    <a:pt x="195" y="683"/>
                    <a:pt x="195" y="683"/>
                    <a:pt x="195" y="683"/>
                  </a:cubicBezTo>
                  <a:cubicBezTo>
                    <a:pt x="195" y="683"/>
                    <a:pt x="195" y="682"/>
                    <a:pt x="196" y="682"/>
                  </a:cubicBezTo>
                  <a:cubicBezTo>
                    <a:pt x="196" y="682"/>
                    <a:pt x="196" y="682"/>
                    <a:pt x="196" y="682"/>
                  </a:cubicBezTo>
                  <a:cubicBezTo>
                    <a:pt x="196" y="682"/>
                    <a:pt x="196" y="682"/>
                    <a:pt x="196" y="681"/>
                  </a:cubicBezTo>
                  <a:cubicBezTo>
                    <a:pt x="196" y="681"/>
                    <a:pt x="196" y="681"/>
                    <a:pt x="196" y="681"/>
                  </a:cubicBezTo>
                  <a:cubicBezTo>
                    <a:pt x="196" y="681"/>
                    <a:pt x="196" y="681"/>
                    <a:pt x="197" y="681"/>
                  </a:cubicBezTo>
                  <a:cubicBezTo>
                    <a:pt x="197" y="681"/>
                    <a:pt x="197" y="681"/>
                    <a:pt x="197" y="681"/>
                  </a:cubicBezTo>
                  <a:cubicBezTo>
                    <a:pt x="198" y="679"/>
                    <a:pt x="199" y="677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15" y="706"/>
                    <a:pt x="215" y="706"/>
                    <a:pt x="215" y="706"/>
                  </a:cubicBezTo>
                  <a:cubicBezTo>
                    <a:pt x="214" y="707"/>
                    <a:pt x="214" y="707"/>
                    <a:pt x="214" y="707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8"/>
                    <a:pt x="214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213" y="698"/>
                    <a:pt x="213" y="698"/>
                    <a:pt x="213" y="697"/>
                  </a:cubicBezTo>
                  <a:cubicBezTo>
                    <a:pt x="213" y="697"/>
                    <a:pt x="213" y="697"/>
                    <a:pt x="213" y="697"/>
                  </a:cubicBezTo>
                  <a:cubicBezTo>
                    <a:pt x="213" y="696"/>
                    <a:pt x="213" y="696"/>
                    <a:pt x="213" y="695"/>
                  </a:cubicBezTo>
                  <a:cubicBezTo>
                    <a:pt x="213" y="695"/>
                    <a:pt x="213" y="695"/>
                    <a:pt x="213" y="695"/>
                  </a:cubicBezTo>
                  <a:cubicBezTo>
                    <a:pt x="213" y="693"/>
                    <a:pt x="213" y="691"/>
                    <a:pt x="213" y="689"/>
                  </a:cubicBezTo>
                  <a:cubicBezTo>
                    <a:pt x="213" y="689"/>
                    <a:pt x="213" y="689"/>
                    <a:pt x="213" y="689"/>
                  </a:cubicBezTo>
                  <a:cubicBezTo>
                    <a:pt x="213" y="688"/>
                    <a:pt x="213" y="688"/>
                    <a:pt x="214" y="687"/>
                  </a:cubicBezTo>
                  <a:cubicBezTo>
                    <a:pt x="214" y="687"/>
                    <a:pt x="214" y="687"/>
                    <a:pt x="214" y="687"/>
                  </a:cubicBezTo>
                  <a:cubicBezTo>
                    <a:pt x="214" y="686"/>
                    <a:pt x="214" y="685"/>
                    <a:pt x="215" y="684"/>
                  </a:cubicBezTo>
                  <a:cubicBezTo>
                    <a:pt x="215" y="684"/>
                    <a:pt x="215" y="684"/>
                    <a:pt x="215" y="684"/>
                  </a:cubicBezTo>
                  <a:cubicBezTo>
                    <a:pt x="215" y="684"/>
                    <a:pt x="216" y="683"/>
                    <a:pt x="216" y="682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7" y="681"/>
                    <a:pt x="217" y="680"/>
                    <a:pt x="218" y="679"/>
                  </a:cubicBezTo>
                  <a:cubicBezTo>
                    <a:pt x="218" y="679"/>
                    <a:pt x="218" y="679"/>
                    <a:pt x="218" y="679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6" y="679"/>
                    <a:pt x="213" y="681"/>
                    <a:pt x="210" y="683"/>
                  </a:cubicBezTo>
                  <a:cubicBezTo>
                    <a:pt x="210" y="683"/>
                    <a:pt x="210" y="683"/>
                    <a:pt x="210" y="683"/>
                  </a:cubicBezTo>
                  <a:cubicBezTo>
                    <a:pt x="209" y="684"/>
                    <a:pt x="208" y="684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79"/>
                  </a:cubicBezTo>
                  <a:cubicBezTo>
                    <a:pt x="202" y="679"/>
                    <a:pt x="202" y="679"/>
                    <a:pt x="202" y="679"/>
                  </a:cubicBezTo>
                  <a:cubicBezTo>
                    <a:pt x="202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0" y="680"/>
                    <a:pt x="200" y="680"/>
                  </a:cubicBezTo>
                  <a:cubicBezTo>
                    <a:pt x="200" y="680"/>
                    <a:pt x="200" y="680"/>
                    <a:pt x="200" y="680"/>
                  </a:cubicBezTo>
                  <a:cubicBezTo>
                    <a:pt x="200" y="680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76" y="724"/>
                    <a:pt x="176" y="724"/>
                    <a:pt x="176" y="724"/>
                  </a:cubicBezTo>
                  <a:close/>
                  <a:moveTo>
                    <a:pt x="425" y="723"/>
                  </a:move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4" y="668"/>
                    <a:pt x="454" y="668"/>
                  </a:cubicBezTo>
                  <a:cubicBezTo>
                    <a:pt x="454" y="668"/>
                    <a:pt x="454" y="668"/>
                    <a:pt x="454" y="668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0"/>
                    <a:pt x="445" y="640"/>
                    <a:pt x="445" y="640"/>
                  </a:cubicBezTo>
                  <a:cubicBezTo>
                    <a:pt x="445" y="639"/>
                    <a:pt x="445" y="639"/>
                    <a:pt x="445" y="639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0" y="670"/>
                    <a:pt x="458" y="671"/>
                    <a:pt x="458" y="671"/>
                  </a:cubicBezTo>
                  <a:cubicBezTo>
                    <a:pt x="458" y="671"/>
                    <a:pt x="458" y="671"/>
                    <a:pt x="458" y="671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6" y="723"/>
                    <a:pt x="426" y="723"/>
                    <a:pt x="426" y="723"/>
                  </a:cubicBezTo>
                  <a:lnTo>
                    <a:pt x="425" y="723"/>
                  </a:lnTo>
                  <a:close/>
                  <a:moveTo>
                    <a:pt x="270" y="716"/>
                  </a:move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lose/>
                  <a:moveTo>
                    <a:pt x="562" y="715"/>
                  </a:moveTo>
                  <a:cubicBezTo>
                    <a:pt x="562" y="715"/>
                    <a:pt x="562" y="715"/>
                    <a:pt x="562" y="715"/>
                  </a:cubicBezTo>
                  <a:cubicBezTo>
                    <a:pt x="562" y="715"/>
                    <a:pt x="562" y="715"/>
                    <a:pt x="562" y="715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2" y="715"/>
                    <a:pt x="562" y="715"/>
                    <a:pt x="562" y="715"/>
                  </a:cubicBezTo>
                  <a:close/>
                  <a:moveTo>
                    <a:pt x="304" y="713"/>
                  </a:moveTo>
                  <a:cubicBezTo>
                    <a:pt x="302" y="712"/>
                    <a:pt x="302" y="712"/>
                    <a:pt x="302" y="712"/>
                  </a:cubicBezTo>
                  <a:cubicBezTo>
                    <a:pt x="302" y="712"/>
                    <a:pt x="302" y="712"/>
                    <a:pt x="302" y="712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1"/>
                    <a:pt x="302" y="621"/>
                    <a:pt x="302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lose/>
                  <a:moveTo>
                    <a:pt x="506" y="712"/>
                  </a:moveTo>
                  <a:cubicBezTo>
                    <a:pt x="506" y="710"/>
                    <a:pt x="506" y="710"/>
                    <a:pt x="506" y="710"/>
                  </a:cubicBezTo>
                  <a:cubicBezTo>
                    <a:pt x="506" y="710"/>
                    <a:pt x="506" y="710"/>
                    <a:pt x="506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0"/>
                    <a:pt x="536" y="650"/>
                    <a:pt x="535" y="647"/>
                  </a:cubicBezTo>
                  <a:cubicBezTo>
                    <a:pt x="535" y="647"/>
                    <a:pt x="535" y="647"/>
                    <a:pt x="535" y="647"/>
                  </a:cubicBezTo>
                  <a:cubicBezTo>
                    <a:pt x="535" y="645"/>
                    <a:pt x="534" y="644"/>
                    <a:pt x="534" y="643"/>
                  </a:cubicBezTo>
                  <a:cubicBezTo>
                    <a:pt x="534" y="643"/>
                    <a:pt x="534" y="643"/>
                    <a:pt x="534" y="643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2" y="642"/>
                    <a:pt x="542" y="642"/>
                    <a:pt x="543" y="643"/>
                  </a:cubicBezTo>
                  <a:cubicBezTo>
                    <a:pt x="543" y="643"/>
                    <a:pt x="543" y="643"/>
                    <a:pt x="543" y="643"/>
                  </a:cubicBezTo>
                  <a:cubicBezTo>
                    <a:pt x="544" y="645"/>
                    <a:pt x="544" y="645"/>
                    <a:pt x="544" y="647"/>
                  </a:cubicBezTo>
                  <a:cubicBezTo>
                    <a:pt x="544" y="647"/>
                    <a:pt x="544" y="647"/>
                    <a:pt x="544" y="647"/>
                  </a:cubicBezTo>
                  <a:cubicBezTo>
                    <a:pt x="544" y="648"/>
                    <a:pt x="544" y="648"/>
                    <a:pt x="544" y="649"/>
                  </a:cubicBezTo>
                  <a:cubicBezTo>
                    <a:pt x="544" y="649"/>
                    <a:pt x="544" y="649"/>
                    <a:pt x="544" y="649"/>
                  </a:cubicBezTo>
                  <a:cubicBezTo>
                    <a:pt x="539" y="675"/>
                    <a:pt x="539" y="675"/>
                    <a:pt x="539" y="675"/>
                  </a:cubicBezTo>
                  <a:cubicBezTo>
                    <a:pt x="540" y="675"/>
                    <a:pt x="540" y="675"/>
                    <a:pt x="540" y="675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07" y="712"/>
                    <a:pt x="507" y="712"/>
                    <a:pt x="507" y="712"/>
                  </a:cubicBezTo>
                  <a:lnTo>
                    <a:pt x="506" y="712"/>
                  </a:lnTo>
                  <a:close/>
                  <a:moveTo>
                    <a:pt x="242" y="710"/>
                  </a:move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2" y="710"/>
                    <a:pt x="242" y="710"/>
                    <a:pt x="242" y="710"/>
                  </a:cubicBezTo>
                  <a:close/>
                  <a:moveTo>
                    <a:pt x="468" y="708"/>
                  </a:moveTo>
                  <a:cubicBezTo>
                    <a:pt x="467" y="707"/>
                    <a:pt x="467" y="707"/>
                    <a:pt x="467" y="707"/>
                  </a:cubicBezTo>
                  <a:cubicBezTo>
                    <a:pt x="467" y="707"/>
                    <a:pt x="467" y="707"/>
                    <a:pt x="467" y="707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lose/>
                  <a:moveTo>
                    <a:pt x="445" y="707"/>
                  </a:move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lose/>
                  <a:moveTo>
                    <a:pt x="352" y="706"/>
                  </a:move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1" y="699"/>
                    <a:pt x="371" y="699"/>
                    <a:pt x="370" y="699"/>
                  </a:cubicBezTo>
                  <a:cubicBezTo>
                    <a:pt x="370" y="699"/>
                    <a:pt x="370" y="699"/>
                    <a:pt x="370" y="699"/>
                  </a:cubicBezTo>
                  <a:cubicBezTo>
                    <a:pt x="370" y="699"/>
                    <a:pt x="369" y="699"/>
                    <a:pt x="369" y="699"/>
                  </a:cubicBezTo>
                  <a:cubicBezTo>
                    <a:pt x="369" y="699"/>
                    <a:pt x="369" y="700"/>
                    <a:pt x="369" y="700"/>
                  </a:cubicBezTo>
                  <a:cubicBezTo>
                    <a:pt x="369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7" y="701"/>
                    <a:pt x="367" y="701"/>
                    <a:pt x="366" y="701"/>
                  </a:cubicBezTo>
                  <a:cubicBezTo>
                    <a:pt x="366" y="701"/>
                    <a:pt x="366" y="701"/>
                    <a:pt x="366" y="701"/>
                  </a:cubicBezTo>
                  <a:cubicBezTo>
                    <a:pt x="366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2"/>
                  </a:cubicBezTo>
                  <a:cubicBezTo>
                    <a:pt x="364" y="702"/>
                    <a:pt x="364" y="702"/>
                    <a:pt x="364" y="702"/>
                  </a:cubicBezTo>
                  <a:cubicBezTo>
                    <a:pt x="364" y="702"/>
                    <a:pt x="363" y="702"/>
                    <a:pt x="363" y="702"/>
                  </a:cubicBezTo>
                  <a:cubicBezTo>
                    <a:pt x="363" y="702"/>
                    <a:pt x="363" y="702"/>
                    <a:pt x="363" y="702"/>
                  </a:cubicBezTo>
                  <a:cubicBezTo>
                    <a:pt x="363" y="702"/>
                    <a:pt x="362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2" y="706"/>
                    <a:pt x="352" y="706"/>
                    <a:pt x="352" y="706"/>
                  </a:cubicBezTo>
                  <a:close/>
                  <a:moveTo>
                    <a:pt x="218" y="701"/>
                  </a:move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6" y="698"/>
                    <a:pt x="216" y="697"/>
                  </a:cubicBezTo>
                  <a:cubicBezTo>
                    <a:pt x="216" y="697"/>
                    <a:pt x="216" y="697"/>
                    <a:pt x="216" y="697"/>
                  </a:cubicBezTo>
                  <a:cubicBezTo>
                    <a:pt x="216" y="697"/>
                    <a:pt x="216" y="696"/>
                    <a:pt x="215" y="696"/>
                  </a:cubicBezTo>
                  <a:cubicBezTo>
                    <a:pt x="215" y="696"/>
                    <a:pt x="215" y="696"/>
                    <a:pt x="215" y="696"/>
                  </a:cubicBezTo>
                  <a:cubicBezTo>
                    <a:pt x="215" y="695"/>
                    <a:pt x="215" y="695"/>
                    <a:pt x="215" y="694"/>
                  </a:cubicBezTo>
                  <a:cubicBezTo>
                    <a:pt x="215" y="694"/>
                    <a:pt x="215" y="694"/>
                    <a:pt x="215" y="694"/>
                  </a:cubicBezTo>
                  <a:cubicBezTo>
                    <a:pt x="215" y="694"/>
                    <a:pt x="215" y="693"/>
                    <a:pt x="215" y="692"/>
                  </a:cubicBezTo>
                  <a:cubicBezTo>
                    <a:pt x="215" y="692"/>
                    <a:pt x="215" y="692"/>
                    <a:pt x="215" y="692"/>
                  </a:cubicBezTo>
                  <a:cubicBezTo>
                    <a:pt x="215" y="692"/>
                    <a:pt x="215" y="691"/>
                    <a:pt x="215" y="691"/>
                  </a:cubicBezTo>
                  <a:cubicBezTo>
                    <a:pt x="215" y="691"/>
                    <a:pt x="215" y="691"/>
                    <a:pt x="215" y="691"/>
                  </a:cubicBezTo>
                  <a:cubicBezTo>
                    <a:pt x="216" y="690"/>
                    <a:pt x="216" y="689"/>
                    <a:pt x="216" y="689"/>
                  </a:cubicBezTo>
                  <a:cubicBezTo>
                    <a:pt x="216" y="689"/>
                    <a:pt x="216" y="689"/>
                    <a:pt x="216" y="689"/>
                  </a:cubicBezTo>
                  <a:cubicBezTo>
                    <a:pt x="216" y="688"/>
                    <a:pt x="216" y="688"/>
                    <a:pt x="216" y="687"/>
                  </a:cubicBezTo>
                  <a:cubicBezTo>
                    <a:pt x="216" y="687"/>
                    <a:pt x="216" y="687"/>
                    <a:pt x="216" y="687"/>
                  </a:cubicBezTo>
                  <a:cubicBezTo>
                    <a:pt x="216" y="687"/>
                    <a:pt x="217" y="686"/>
                    <a:pt x="217" y="686"/>
                  </a:cubicBezTo>
                  <a:cubicBezTo>
                    <a:pt x="217" y="686"/>
                    <a:pt x="217" y="686"/>
                    <a:pt x="217" y="686"/>
                  </a:cubicBezTo>
                  <a:cubicBezTo>
                    <a:pt x="217" y="686"/>
                    <a:pt x="217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19" y="685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4" y="688"/>
                  </a:cubicBezTo>
                  <a:cubicBezTo>
                    <a:pt x="224" y="688"/>
                    <a:pt x="224" y="688"/>
                    <a:pt x="224" y="688"/>
                  </a:cubicBezTo>
                  <a:cubicBezTo>
                    <a:pt x="224" y="688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3" y="689"/>
                    <a:pt x="223" y="689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2" y="693"/>
                    <a:pt x="222" y="692"/>
                    <a:pt x="222" y="692"/>
                  </a:cubicBezTo>
                  <a:cubicBezTo>
                    <a:pt x="222" y="692"/>
                    <a:pt x="222" y="692"/>
                    <a:pt x="222" y="692"/>
                  </a:cubicBezTo>
                  <a:cubicBezTo>
                    <a:pt x="222" y="692"/>
                    <a:pt x="222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3"/>
                  </a:cubicBezTo>
                  <a:cubicBezTo>
                    <a:pt x="224" y="693"/>
                    <a:pt x="224" y="693"/>
                    <a:pt x="224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4"/>
                    <a:pt x="225" y="694"/>
                    <a:pt x="224" y="694"/>
                  </a:cubicBezTo>
                  <a:cubicBezTo>
                    <a:pt x="224" y="694"/>
                    <a:pt x="224" y="694"/>
                    <a:pt x="224" y="694"/>
                  </a:cubicBezTo>
                  <a:cubicBezTo>
                    <a:pt x="224" y="694"/>
                    <a:pt x="224" y="694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8"/>
                    <a:pt x="223" y="698"/>
                  </a:cubicBezTo>
                  <a:cubicBezTo>
                    <a:pt x="223" y="698"/>
                    <a:pt x="223" y="698"/>
                    <a:pt x="223" y="698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8" y="701"/>
                    <a:pt x="218" y="701"/>
                    <a:pt x="218" y="701"/>
                  </a:cubicBezTo>
                  <a:close/>
                  <a:moveTo>
                    <a:pt x="318" y="698"/>
                  </a:moveTo>
                  <a:cubicBezTo>
                    <a:pt x="318" y="698"/>
                    <a:pt x="318" y="698"/>
                    <a:pt x="318" y="698"/>
                  </a:cubicBezTo>
                  <a:cubicBezTo>
                    <a:pt x="318" y="698"/>
                    <a:pt x="318" y="698"/>
                    <a:pt x="318" y="698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8"/>
                    <a:pt x="319" y="698"/>
                    <a:pt x="319" y="698"/>
                  </a:cubicBezTo>
                  <a:lnTo>
                    <a:pt x="318" y="698"/>
                  </a:lnTo>
                  <a:close/>
                  <a:moveTo>
                    <a:pt x="203" y="679"/>
                  </a:moveTo>
                  <a:cubicBezTo>
                    <a:pt x="203" y="679"/>
                    <a:pt x="202" y="679"/>
                    <a:pt x="202" y="678"/>
                  </a:cubicBezTo>
                  <a:cubicBezTo>
                    <a:pt x="202" y="678"/>
                    <a:pt x="202" y="678"/>
                    <a:pt x="202" y="678"/>
                  </a:cubicBezTo>
                  <a:cubicBezTo>
                    <a:pt x="202" y="678"/>
                    <a:pt x="202" y="678"/>
                    <a:pt x="202" y="677"/>
                  </a:cubicBezTo>
                  <a:cubicBezTo>
                    <a:pt x="202" y="677"/>
                    <a:pt x="202" y="677"/>
                    <a:pt x="202" y="677"/>
                  </a:cubicBezTo>
                  <a:cubicBezTo>
                    <a:pt x="202" y="677"/>
                    <a:pt x="203" y="676"/>
                    <a:pt x="203" y="676"/>
                  </a:cubicBezTo>
                  <a:cubicBezTo>
                    <a:pt x="203" y="676"/>
                    <a:pt x="203" y="676"/>
                    <a:pt x="203" y="676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6" y="675"/>
                    <a:pt x="215" y="676"/>
                    <a:pt x="214" y="676"/>
                  </a:cubicBezTo>
                  <a:cubicBezTo>
                    <a:pt x="214" y="676"/>
                    <a:pt x="214" y="676"/>
                    <a:pt x="214" y="676"/>
                  </a:cubicBezTo>
                  <a:cubicBezTo>
                    <a:pt x="203" y="679"/>
                    <a:pt x="203" y="679"/>
                    <a:pt x="203" y="679"/>
                  </a:cubicBezTo>
                  <a:close/>
                  <a:moveTo>
                    <a:pt x="305" y="665"/>
                  </a:moveTo>
                  <a:cubicBezTo>
                    <a:pt x="306" y="655"/>
                    <a:pt x="306" y="655"/>
                    <a:pt x="306" y="655"/>
                  </a:cubicBezTo>
                  <a:cubicBezTo>
                    <a:pt x="306" y="655"/>
                    <a:pt x="306" y="655"/>
                    <a:pt x="306" y="655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5" y="665"/>
                    <a:pt x="305" y="665"/>
                    <a:pt x="305" y="665"/>
                  </a:cubicBezTo>
                  <a:close/>
                  <a:moveTo>
                    <a:pt x="598" y="662"/>
                  </a:move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2"/>
                    <a:pt x="599" y="662"/>
                    <a:pt x="599" y="662"/>
                  </a:cubicBezTo>
                  <a:lnTo>
                    <a:pt x="598" y="662"/>
                  </a:lnTo>
                  <a:close/>
                  <a:moveTo>
                    <a:pt x="615" y="662"/>
                  </a:move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2"/>
                    <a:pt x="616" y="662"/>
                    <a:pt x="616" y="662"/>
                  </a:cubicBezTo>
                  <a:lnTo>
                    <a:pt x="615" y="662"/>
                  </a:lnTo>
                  <a:close/>
                  <a:moveTo>
                    <a:pt x="607" y="656"/>
                  </a:moveTo>
                  <a:cubicBezTo>
                    <a:pt x="606" y="656"/>
                    <a:pt x="606" y="656"/>
                    <a:pt x="606" y="656"/>
                  </a:cubicBezTo>
                  <a:cubicBezTo>
                    <a:pt x="606" y="656"/>
                    <a:pt x="606" y="656"/>
                    <a:pt x="606" y="656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lose/>
                  <a:moveTo>
                    <a:pt x="307" y="647"/>
                  </a:moveTo>
                  <a:cubicBezTo>
                    <a:pt x="307" y="647"/>
                    <a:pt x="307" y="647"/>
                    <a:pt x="307" y="647"/>
                  </a:cubicBezTo>
                  <a:cubicBezTo>
                    <a:pt x="307" y="647"/>
                    <a:pt x="307" y="647"/>
                    <a:pt x="307" y="647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7" y="647"/>
                    <a:pt x="307" y="647"/>
                    <a:pt x="307" y="647"/>
                  </a:cubicBezTo>
                  <a:close/>
                  <a:moveTo>
                    <a:pt x="601" y="645"/>
                  </a:moveTo>
                  <a:cubicBezTo>
                    <a:pt x="601" y="645"/>
                    <a:pt x="601" y="645"/>
                    <a:pt x="601" y="645"/>
                  </a:cubicBezTo>
                  <a:close/>
                  <a:moveTo>
                    <a:pt x="217" y="632"/>
                  </a:moveTo>
                  <a:cubicBezTo>
                    <a:pt x="217" y="632"/>
                    <a:pt x="217" y="632"/>
                    <a:pt x="217" y="632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7" y="632"/>
                    <a:pt x="217" y="632"/>
                    <a:pt x="217" y="632"/>
                  </a:cubicBezTo>
                  <a:close/>
                  <a:moveTo>
                    <a:pt x="179" y="574"/>
                  </a:moveTo>
                  <a:cubicBezTo>
                    <a:pt x="174" y="578"/>
                    <a:pt x="174" y="578"/>
                    <a:pt x="174" y="578"/>
                  </a:cubicBezTo>
                  <a:cubicBezTo>
                    <a:pt x="164" y="563"/>
                    <a:pt x="164" y="563"/>
                    <a:pt x="164" y="563"/>
                  </a:cubicBezTo>
                  <a:cubicBezTo>
                    <a:pt x="181" y="551"/>
                    <a:pt x="181" y="551"/>
                    <a:pt x="181" y="551"/>
                  </a:cubicBezTo>
                  <a:cubicBezTo>
                    <a:pt x="190" y="565"/>
                    <a:pt x="190" y="565"/>
                    <a:pt x="190" y="565"/>
                  </a:cubicBezTo>
                  <a:cubicBezTo>
                    <a:pt x="192" y="567"/>
                    <a:pt x="193" y="569"/>
                    <a:pt x="193" y="571"/>
                  </a:cubicBezTo>
                  <a:cubicBezTo>
                    <a:pt x="194" y="572"/>
                    <a:pt x="194" y="574"/>
                    <a:pt x="194" y="576"/>
                  </a:cubicBezTo>
                  <a:cubicBezTo>
                    <a:pt x="194" y="578"/>
                    <a:pt x="193" y="580"/>
                    <a:pt x="192" y="582"/>
                  </a:cubicBezTo>
                  <a:cubicBezTo>
                    <a:pt x="190" y="585"/>
                    <a:pt x="188" y="586"/>
                    <a:pt x="185" y="588"/>
                  </a:cubicBezTo>
                  <a:cubicBezTo>
                    <a:pt x="180" y="592"/>
                    <a:pt x="176" y="593"/>
                    <a:pt x="172" y="593"/>
                  </a:cubicBezTo>
                  <a:cubicBezTo>
                    <a:pt x="168" y="592"/>
                    <a:pt x="164" y="589"/>
                    <a:pt x="161" y="585"/>
                  </a:cubicBezTo>
                  <a:cubicBezTo>
                    <a:pt x="152" y="571"/>
                    <a:pt x="152" y="571"/>
                    <a:pt x="152" y="571"/>
                  </a:cubicBezTo>
                  <a:cubicBezTo>
                    <a:pt x="157" y="568"/>
                    <a:pt x="157" y="568"/>
                    <a:pt x="157" y="568"/>
                  </a:cubicBezTo>
                  <a:cubicBezTo>
                    <a:pt x="166" y="581"/>
                    <a:pt x="166" y="581"/>
                    <a:pt x="166" y="581"/>
                  </a:cubicBezTo>
                  <a:cubicBezTo>
                    <a:pt x="168" y="584"/>
                    <a:pt x="170" y="585"/>
                    <a:pt x="172" y="585"/>
                  </a:cubicBezTo>
                  <a:cubicBezTo>
                    <a:pt x="174" y="585"/>
                    <a:pt x="177" y="584"/>
                    <a:pt x="181" y="582"/>
                  </a:cubicBezTo>
                  <a:cubicBezTo>
                    <a:pt x="184" y="579"/>
                    <a:pt x="186" y="577"/>
                    <a:pt x="186" y="575"/>
                  </a:cubicBezTo>
                  <a:cubicBezTo>
                    <a:pt x="187" y="573"/>
                    <a:pt x="187" y="571"/>
                    <a:pt x="185" y="568"/>
                  </a:cubicBezTo>
                  <a:cubicBezTo>
                    <a:pt x="180" y="561"/>
                    <a:pt x="180" y="561"/>
                    <a:pt x="180" y="561"/>
                  </a:cubicBezTo>
                  <a:cubicBezTo>
                    <a:pt x="173" y="566"/>
                    <a:pt x="173" y="566"/>
                    <a:pt x="173" y="566"/>
                  </a:cubicBezTo>
                  <a:cubicBezTo>
                    <a:pt x="179" y="574"/>
                    <a:pt x="179" y="574"/>
                    <a:pt x="179" y="574"/>
                  </a:cubicBezTo>
                  <a:close/>
                  <a:moveTo>
                    <a:pt x="143" y="556"/>
                  </a:moveTo>
                  <a:cubicBezTo>
                    <a:pt x="162" y="546"/>
                    <a:pt x="162" y="546"/>
                    <a:pt x="162" y="546"/>
                  </a:cubicBezTo>
                  <a:cubicBezTo>
                    <a:pt x="165" y="545"/>
                    <a:pt x="166" y="543"/>
                    <a:pt x="167" y="541"/>
                  </a:cubicBezTo>
                  <a:cubicBezTo>
                    <a:pt x="168" y="540"/>
                    <a:pt x="167" y="537"/>
                    <a:pt x="166" y="535"/>
                  </a:cubicBezTo>
                  <a:cubicBezTo>
                    <a:pt x="165" y="532"/>
                    <a:pt x="163" y="531"/>
                    <a:pt x="162" y="530"/>
                  </a:cubicBezTo>
                  <a:cubicBezTo>
                    <a:pt x="160" y="530"/>
                    <a:pt x="158" y="530"/>
                    <a:pt x="155" y="532"/>
                  </a:cubicBezTo>
                  <a:cubicBezTo>
                    <a:pt x="136" y="541"/>
                    <a:pt x="136" y="541"/>
                    <a:pt x="136" y="541"/>
                  </a:cubicBezTo>
                  <a:cubicBezTo>
                    <a:pt x="132" y="535"/>
                    <a:pt x="132" y="535"/>
                    <a:pt x="132" y="535"/>
                  </a:cubicBezTo>
                  <a:cubicBezTo>
                    <a:pt x="151" y="525"/>
                    <a:pt x="151" y="525"/>
                    <a:pt x="151" y="525"/>
                  </a:cubicBezTo>
                  <a:cubicBezTo>
                    <a:pt x="154" y="524"/>
                    <a:pt x="155" y="523"/>
                    <a:pt x="157" y="523"/>
                  </a:cubicBezTo>
                  <a:cubicBezTo>
                    <a:pt x="158" y="522"/>
                    <a:pt x="160" y="522"/>
                    <a:pt x="161" y="522"/>
                  </a:cubicBezTo>
                  <a:cubicBezTo>
                    <a:pt x="163" y="523"/>
                    <a:pt x="165" y="524"/>
                    <a:pt x="166" y="526"/>
                  </a:cubicBezTo>
                  <a:cubicBezTo>
                    <a:pt x="168" y="527"/>
                    <a:pt x="170" y="529"/>
                    <a:pt x="171" y="532"/>
                  </a:cubicBezTo>
                  <a:cubicBezTo>
                    <a:pt x="173" y="535"/>
                    <a:pt x="173" y="538"/>
                    <a:pt x="174" y="540"/>
                  </a:cubicBezTo>
                  <a:cubicBezTo>
                    <a:pt x="174" y="542"/>
                    <a:pt x="174" y="544"/>
                    <a:pt x="173" y="546"/>
                  </a:cubicBezTo>
                  <a:cubicBezTo>
                    <a:pt x="172" y="547"/>
                    <a:pt x="172" y="548"/>
                    <a:pt x="170" y="549"/>
                  </a:cubicBezTo>
                  <a:cubicBezTo>
                    <a:pt x="169" y="550"/>
                    <a:pt x="168" y="551"/>
                    <a:pt x="165" y="553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3" y="556"/>
                    <a:pt x="143" y="556"/>
                    <a:pt x="143" y="556"/>
                  </a:cubicBezTo>
                  <a:close/>
                  <a:moveTo>
                    <a:pt x="130" y="509"/>
                  </a:moveTo>
                  <a:cubicBezTo>
                    <a:pt x="141" y="499"/>
                    <a:pt x="141" y="499"/>
                    <a:pt x="141" y="499"/>
                  </a:cubicBezTo>
                  <a:cubicBezTo>
                    <a:pt x="145" y="509"/>
                    <a:pt x="145" y="509"/>
                    <a:pt x="145" y="509"/>
                  </a:cubicBezTo>
                  <a:cubicBezTo>
                    <a:pt x="130" y="509"/>
                    <a:pt x="130" y="509"/>
                    <a:pt x="130" y="509"/>
                  </a:cubicBezTo>
                  <a:close/>
                  <a:moveTo>
                    <a:pt x="125" y="514"/>
                  </a:moveTo>
                  <a:cubicBezTo>
                    <a:pt x="122" y="507"/>
                    <a:pt x="122" y="507"/>
                    <a:pt x="122" y="507"/>
                  </a:cubicBezTo>
                  <a:cubicBezTo>
                    <a:pt x="151" y="481"/>
                    <a:pt x="151" y="481"/>
                    <a:pt x="151" y="481"/>
                  </a:cubicBezTo>
                  <a:cubicBezTo>
                    <a:pt x="153" y="489"/>
                    <a:pt x="153" y="489"/>
                    <a:pt x="153" y="489"/>
                  </a:cubicBezTo>
                  <a:cubicBezTo>
                    <a:pt x="147" y="495"/>
                    <a:pt x="147" y="495"/>
                    <a:pt x="147" y="495"/>
                  </a:cubicBezTo>
                  <a:cubicBezTo>
                    <a:pt x="152" y="509"/>
                    <a:pt x="152" y="509"/>
                    <a:pt x="152" y="509"/>
                  </a:cubicBezTo>
                  <a:cubicBezTo>
                    <a:pt x="160" y="510"/>
                    <a:pt x="160" y="510"/>
                    <a:pt x="160" y="510"/>
                  </a:cubicBezTo>
                  <a:cubicBezTo>
                    <a:pt x="163" y="517"/>
                    <a:pt x="163" y="517"/>
                    <a:pt x="163" y="517"/>
                  </a:cubicBezTo>
                  <a:cubicBezTo>
                    <a:pt x="125" y="514"/>
                    <a:pt x="125" y="514"/>
                    <a:pt x="125" y="514"/>
                  </a:cubicBezTo>
                  <a:close/>
                  <a:moveTo>
                    <a:pt x="115" y="485"/>
                  </a:moveTo>
                  <a:cubicBezTo>
                    <a:pt x="113" y="475"/>
                    <a:pt x="113" y="475"/>
                    <a:pt x="113" y="475"/>
                  </a:cubicBezTo>
                  <a:cubicBezTo>
                    <a:pt x="135" y="456"/>
                    <a:pt x="135" y="456"/>
                    <a:pt x="135" y="456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09" y="454"/>
                    <a:pt x="109" y="454"/>
                    <a:pt x="109" y="454"/>
                  </a:cubicBezTo>
                  <a:cubicBezTo>
                    <a:pt x="144" y="447"/>
                    <a:pt x="144" y="447"/>
                    <a:pt x="144" y="447"/>
                  </a:cubicBezTo>
                  <a:cubicBezTo>
                    <a:pt x="145" y="456"/>
                    <a:pt x="145" y="456"/>
                    <a:pt x="145" y="456"/>
                  </a:cubicBezTo>
                  <a:cubicBezTo>
                    <a:pt x="122" y="476"/>
                    <a:pt x="122" y="476"/>
                    <a:pt x="122" y="476"/>
                  </a:cubicBezTo>
                  <a:cubicBezTo>
                    <a:pt x="148" y="471"/>
                    <a:pt x="148" y="471"/>
                    <a:pt x="148" y="471"/>
                  </a:cubicBezTo>
                  <a:cubicBezTo>
                    <a:pt x="149" y="478"/>
                    <a:pt x="149" y="478"/>
                    <a:pt x="149" y="478"/>
                  </a:cubicBezTo>
                  <a:cubicBezTo>
                    <a:pt x="115" y="485"/>
                    <a:pt x="115" y="485"/>
                    <a:pt x="115" y="485"/>
                  </a:cubicBezTo>
                  <a:close/>
                  <a:moveTo>
                    <a:pt x="128" y="427"/>
                  </a:moveTo>
                  <a:cubicBezTo>
                    <a:pt x="121" y="427"/>
                    <a:pt x="121" y="427"/>
                    <a:pt x="121" y="427"/>
                  </a:cubicBezTo>
                  <a:cubicBezTo>
                    <a:pt x="121" y="410"/>
                    <a:pt x="121" y="410"/>
                    <a:pt x="121" y="410"/>
                  </a:cubicBezTo>
                  <a:cubicBezTo>
                    <a:pt x="142" y="409"/>
                    <a:pt x="142" y="409"/>
                    <a:pt x="142" y="409"/>
                  </a:cubicBezTo>
                  <a:cubicBezTo>
                    <a:pt x="142" y="425"/>
                    <a:pt x="142" y="425"/>
                    <a:pt x="142" y="425"/>
                  </a:cubicBezTo>
                  <a:cubicBezTo>
                    <a:pt x="142" y="428"/>
                    <a:pt x="142" y="431"/>
                    <a:pt x="142" y="432"/>
                  </a:cubicBezTo>
                  <a:cubicBezTo>
                    <a:pt x="141" y="434"/>
                    <a:pt x="140" y="435"/>
                    <a:pt x="139" y="437"/>
                  </a:cubicBezTo>
                  <a:cubicBezTo>
                    <a:pt x="138" y="439"/>
                    <a:pt x="136" y="440"/>
                    <a:pt x="134" y="441"/>
                  </a:cubicBezTo>
                  <a:cubicBezTo>
                    <a:pt x="132" y="442"/>
                    <a:pt x="129" y="442"/>
                    <a:pt x="126" y="443"/>
                  </a:cubicBezTo>
                  <a:cubicBezTo>
                    <a:pt x="119" y="443"/>
                    <a:pt x="115" y="441"/>
                    <a:pt x="112" y="439"/>
                  </a:cubicBezTo>
                  <a:cubicBezTo>
                    <a:pt x="109" y="436"/>
                    <a:pt x="107" y="432"/>
                    <a:pt x="107" y="426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13" y="410"/>
                    <a:pt x="113" y="410"/>
                    <a:pt x="113" y="410"/>
                  </a:cubicBezTo>
                  <a:cubicBezTo>
                    <a:pt x="113" y="426"/>
                    <a:pt x="113" y="426"/>
                    <a:pt x="113" y="426"/>
                  </a:cubicBezTo>
                  <a:cubicBezTo>
                    <a:pt x="113" y="429"/>
                    <a:pt x="114" y="431"/>
                    <a:pt x="116" y="432"/>
                  </a:cubicBezTo>
                  <a:cubicBezTo>
                    <a:pt x="118" y="434"/>
                    <a:pt x="121" y="434"/>
                    <a:pt x="125" y="434"/>
                  </a:cubicBezTo>
                  <a:cubicBezTo>
                    <a:pt x="129" y="434"/>
                    <a:pt x="132" y="433"/>
                    <a:pt x="133" y="432"/>
                  </a:cubicBezTo>
                  <a:cubicBezTo>
                    <a:pt x="135" y="431"/>
                    <a:pt x="136" y="428"/>
                    <a:pt x="136" y="425"/>
                  </a:cubicBezTo>
                  <a:cubicBezTo>
                    <a:pt x="136" y="417"/>
                    <a:pt x="136" y="417"/>
                    <a:pt x="136" y="417"/>
                  </a:cubicBezTo>
                  <a:cubicBezTo>
                    <a:pt x="127" y="417"/>
                    <a:pt x="127" y="417"/>
                    <a:pt x="127" y="417"/>
                  </a:cubicBezTo>
                  <a:cubicBezTo>
                    <a:pt x="128" y="427"/>
                    <a:pt x="128" y="427"/>
                    <a:pt x="128" y="427"/>
                  </a:cubicBezTo>
                  <a:close/>
                  <a:moveTo>
                    <a:pt x="115" y="385"/>
                  </a:moveTo>
                  <a:cubicBezTo>
                    <a:pt x="115" y="385"/>
                    <a:pt x="115" y="385"/>
                    <a:pt x="115" y="385"/>
                  </a:cubicBezTo>
                  <a:cubicBezTo>
                    <a:pt x="115" y="382"/>
                    <a:pt x="116" y="379"/>
                    <a:pt x="117" y="378"/>
                  </a:cubicBezTo>
                  <a:cubicBezTo>
                    <a:pt x="119" y="377"/>
                    <a:pt x="122" y="377"/>
                    <a:pt x="127" y="377"/>
                  </a:cubicBezTo>
                  <a:cubicBezTo>
                    <a:pt x="131" y="377"/>
                    <a:pt x="134" y="378"/>
                    <a:pt x="135" y="379"/>
                  </a:cubicBezTo>
                  <a:cubicBezTo>
                    <a:pt x="137" y="381"/>
                    <a:pt x="138" y="383"/>
                    <a:pt x="137" y="386"/>
                  </a:cubicBezTo>
                  <a:cubicBezTo>
                    <a:pt x="137" y="395"/>
                    <a:pt x="137" y="395"/>
                    <a:pt x="137" y="395"/>
                  </a:cubicBezTo>
                  <a:cubicBezTo>
                    <a:pt x="114" y="394"/>
                    <a:pt x="114" y="394"/>
                    <a:pt x="114" y="394"/>
                  </a:cubicBezTo>
                  <a:cubicBezTo>
                    <a:pt x="115" y="385"/>
                    <a:pt x="115" y="385"/>
                    <a:pt x="115" y="385"/>
                  </a:cubicBezTo>
                  <a:close/>
                  <a:moveTo>
                    <a:pt x="107" y="401"/>
                  </a:moveTo>
                  <a:cubicBezTo>
                    <a:pt x="108" y="384"/>
                    <a:pt x="108" y="384"/>
                    <a:pt x="108" y="384"/>
                  </a:cubicBezTo>
                  <a:cubicBezTo>
                    <a:pt x="109" y="378"/>
                    <a:pt x="111" y="374"/>
                    <a:pt x="114" y="372"/>
                  </a:cubicBezTo>
                  <a:cubicBezTo>
                    <a:pt x="117" y="369"/>
                    <a:pt x="122" y="368"/>
                    <a:pt x="128" y="369"/>
                  </a:cubicBezTo>
                  <a:cubicBezTo>
                    <a:pt x="131" y="369"/>
                    <a:pt x="134" y="370"/>
                    <a:pt x="136" y="371"/>
                  </a:cubicBezTo>
                  <a:cubicBezTo>
                    <a:pt x="138" y="372"/>
                    <a:pt x="140" y="373"/>
                    <a:pt x="141" y="375"/>
                  </a:cubicBezTo>
                  <a:cubicBezTo>
                    <a:pt x="142" y="377"/>
                    <a:pt x="143" y="378"/>
                    <a:pt x="143" y="380"/>
                  </a:cubicBezTo>
                  <a:cubicBezTo>
                    <a:pt x="144" y="381"/>
                    <a:pt x="144" y="384"/>
                    <a:pt x="144" y="387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07" y="401"/>
                    <a:pt x="107" y="401"/>
                    <a:pt x="107" y="401"/>
                  </a:cubicBezTo>
                  <a:close/>
                  <a:moveTo>
                    <a:pt x="128" y="362"/>
                  </a:moveTo>
                  <a:cubicBezTo>
                    <a:pt x="123" y="361"/>
                    <a:pt x="118" y="359"/>
                    <a:pt x="116" y="355"/>
                  </a:cubicBezTo>
                  <a:cubicBezTo>
                    <a:pt x="114" y="351"/>
                    <a:pt x="114" y="347"/>
                    <a:pt x="115" y="341"/>
                  </a:cubicBezTo>
                  <a:cubicBezTo>
                    <a:pt x="116" y="335"/>
                    <a:pt x="119" y="331"/>
                    <a:pt x="122" y="329"/>
                  </a:cubicBezTo>
                  <a:cubicBezTo>
                    <a:pt x="126" y="327"/>
                    <a:pt x="131" y="326"/>
                    <a:pt x="137" y="328"/>
                  </a:cubicBezTo>
                  <a:cubicBezTo>
                    <a:pt x="143" y="329"/>
                    <a:pt x="147" y="332"/>
                    <a:pt x="149" y="335"/>
                  </a:cubicBezTo>
                  <a:cubicBezTo>
                    <a:pt x="152" y="339"/>
                    <a:pt x="152" y="343"/>
                    <a:pt x="151" y="349"/>
                  </a:cubicBezTo>
                  <a:cubicBezTo>
                    <a:pt x="149" y="355"/>
                    <a:pt x="147" y="359"/>
                    <a:pt x="143" y="361"/>
                  </a:cubicBezTo>
                  <a:cubicBezTo>
                    <a:pt x="140" y="364"/>
                    <a:pt x="135" y="364"/>
                    <a:pt x="128" y="362"/>
                  </a:cubicBezTo>
                  <a:close/>
                  <a:moveTo>
                    <a:pt x="121" y="342"/>
                  </a:moveTo>
                  <a:cubicBezTo>
                    <a:pt x="122" y="339"/>
                    <a:pt x="123" y="337"/>
                    <a:pt x="125" y="336"/>
                  </a:cubicBezTo>
                  <a:cubicBezTo>
                    <a:pt x="128" y="335"/>
                    <a:pt x="131" y="335"/>
                    <a:pt x="135" y="336"/>
                  </a:cubicBezTo>
                  <a:cubicBezTo>
                    <a:pt x="139" y="337"/>
                    <a:pt x="142" y="338"/>
                    <a:pt x="143" y="340"/>
                  </a:cubicBezTo>
                  <a:cubicBezTo>
                    <a:pt x="145" y="342"/>
                    <a:pt x="145" y="345"/>
                    <a:pt x="145" y="348"/>
                  </a:cubicBezTo>
                  <a:cubicBezTo>
                    <a:pt x="144" y="351"/>
                    <a:pt x="142" y="353"/>
                    <a:pt x="140" y="354"/>
                  </a:cubicBezTo>
                  <a:cubicBezTo>
                    <a:pt x="138" y="355"/>
                    <a:pt x="135" y="355"/>
                    <a:pt x="130" y="354"/>
                  </a:cubicBezTo>
                  <a:cubicBezTo>
                    <a:pt x="126" y="353"/>
                    <a:pt x="124" y="352"/>
                    <a:pt x="122" y="350"/>
                  </a:cubicBezTo>
                  <a:cubicBezTo>
                    <a:pt x="121" y="348"/>
                    <a:pt x="120" y="345"/>
                    <a:pt x="121" y="342"/>
                  </a:cubicBezTo>
                  <a:close/>
                  <a:moveTo>
                    <a:pt x="124" y="314"/>
                  </a:moveTo>
                  <a:cubicBezTo>
                    <a:pt x="127" y="305"/>
                    <a:pt x="127" y="305"/>
                    <a:pt x="127" y="305"/>
                  </a:cubicBezTo>
                  <a:cubicBezTo>
                    <a:pt x="156" y="301"/>
                    <a:pt x="156" y="301"/>
                    <a:pt x="156" y="301"/>
                  </a:cubicBezTo>
                  <a:cubicBezTo>
                    <a:pt x="133" y="292"/>
                    <a:pt x="133" y="292"/>
                    <a:pt x="133" y="292"/>
                  </a:cubicBezTo>
                  <a:cubicBezTo>
                    <a:pt x="135" y="284"/>
                    <a:pt x="135" y="284"/>
                    <a:pt x="135" y="284"/>
                  </a:cubicBezTo>
                  <a:cubicBezTo>
                    <a:pt x="168" y="298"/>
                    <a:pt x="168" y="298"/>
                    <a:pt x="168" y="298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6" y="327"/>
                    <a:pt x="156" y="327"/>
                    <a:pt x="156" y="327"/>
                  </a:cubicBezTo>
                  <a:cubicBezTo>
                    <a:pt x="124" y="314"/>
                    <a:pt x="124" y="314"/>
                    <a:pt x="124" y="314"/>
                  </a:cubicBezTo>
                  <a:close/>
                  <a:moveTo>
                    <a:pt x="166" y="273"/>
                  </a:moveTo>
                  <a:cubicBezTo>
                    <a:pt x="160" y="269"/>
                    <a:pt x="160" y="269"/>
                    <a:pt x="160" y="269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79" y="279"/>
                    <a:pt x="179" y="279"/>
                    <a:pt x="179" y="279"/>
                  </a:cubicBezTo>
                  <a:cubicBezTo>
                    <a:pt x="178" y="281"/>
                    <a:pt x="176" y="283"/>
                    <a:pt x="175" y="284"/>
                  </a:cubicBezTo>
                  <a:cubicBezTo>
                    <a:pt x="174" y="286"/>
                    <a:pt x="172" y="286"/>
                    <a:pt x="171" y="287"/>
                  </a:cubicBezTo>
                  <a:cubicBezTo>
                    <a:pt x="168" y="288"/>
                    <a:pt x="166" y="288"/>
                    <a:pt x="164" y="288"/>
                  </a:cubicBezTo>
                  <a:cubicBezTo>
                    <a:pt x="161" y="287"/>
                    <a:pt x="159" y="286"/>
                    <a:pt x="156" y="284"/>
                  </a:cubicBezTo>
                  <a:cubicBezTo>
                    <a:pt x="151" y="281"/>
                    <a:pt x="147" y="278"/>
                    <a:pt x="146" y="274"/>
                  </a:cubicBezTo>
                  <a:cubicBezTo>
                    <a:pt x="145" y="270"/>
                    <a:pt x="146" y="265"/>
                    <a:pt x="149" y="260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54" y="264"/>
                    <a:pt x="154" y="264"/>
                    <a:pt x="154" y="264"/>
                  </a:cubicBezTo>
                  <a:cubicBezTo>
                    <a:pt x="153" y="266"/>
                    <a:pt x="152" y="268"/>
                    <a:pt x="153" y="271"/>
                  </a:cubicBezTo>
                  <a:cubicBezTo>
                    <a:pt x="154" y="273"/>
                    <a:pt x="156" y="275"/>
                    <a:pt x="160" y="277"/>
                  </a:cubicBezTo>
                  <a:cubicBezTo>
                    <a:pt x="163" y="279"/>
                    <a:pt x="166" y="280"/>
                    <a:pt x="168" y="280"/>
                  </a:cubicBezTo>
                  <a:cubicBezTo>
                    <a:pt x="170" y="279"/>
                    <a:pt x="172" y="278"/>
                    <a:pt x="174" y="276"/>
                  </a:cubicBezTo>
                  <a:cubicBezTo>
                    <a:pt x="178" y="268"/>
                    <a:pt x="178" y="268"/>
                    <a:pt x="178" y="268"/>
                  </a:cubicBezTo>
                  <a:cubicBezTo>
                    <a:pt x="171" y="264"/>
                    <a:pt x="171" y="264"/>
                    <a:pt x="171" y="264"/>
                  </a:cubicBezTo>
                  <a:cubicBezTo>
                    <a:pt x="166" y="273"/>
                    <a:pt x="166" y="273"/>
                    <a:pt x="166" y="273"/>
                  </a:cubicBezTo>
                  <a:close/>
                  <a:moveTo>
                    <a:pt x="197" y="199"/>
                  </a:moveTo>
                  <a:cubicBezTo>
                    <a:pt x="211" y="215"/>
                    <a:pt x="211" y="215"/>
                    <a:pt x="211" y="215"/>
                  </a:cubicBezTo>
                  <a:cubicBezTo>
                    <a:pt x="213" y="217"/>
                    <a:pt x="215" y="218"/>
                    <a:pt x="217" y="219"/>
                  </a:cubicBezTo>
                  <a:cubicBezTo>
                    <a:pt x="219" y="219"/>
                    <a:pt x="221" y="218"/>
                    <a:pt x="223" y="216"/>
                  </a:cubicBezTo>
                  <a:cubicBezTo>
                    <a:pt x="225" y="214"/>
                    <a:pt x="226" y="212"/>
                    <a:pt x="226" y="210"/>
                  </a:cubicBezTo>
                  <a:cubicBezTo>
                    <a:pt x="226" y="208"/>
                    <a:pt x="225" y="206"/>
                    <a:pt x="223" y="204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4" y="183"/>
                    <a:pt x="214" y="183"/>
                    <a:pt x="214" y="183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0" y="201"/>
                    <a:pt x="231" y="202"/>
                    <a:pt x="232" y="203"/>
                  </a:cubicBezTo>
                  <a:cubicBezTo>
                    <a:pt x="233" y="205"/>
                    <a:pt x="233" y="206"/>
                    <a:pt x="233" y="207"/>
                  </a:cubicBezTo>
                  <a:cubicBezTo>
                    <a:pt x="233" y="209"/>
                    <a:pt x="233" y="212"/>
                    <a:pt x="232" y="214"/>
                  </a:cubicBezTo>
                  <a:cubicBezTo>
                    <a:pt x="231" y="216"/>
                    <a:pt x="229" y="218"/>
                    <a:pt x="227" y="220"/>
                  </a:cubicBezTo>
                  <a:cubicBezTo>
                    <a:pt x="224" y="222"/>
                    <a:pt x="222" y="224"/>
                    <a:pt x="220" y="225"/>
                  </a:cubicBezTo>
                  <a:cubicBezTo>
                    <a:pt x="218" y="226"/>
                    <a:pt x="216" y="226"/>
                    <a:pt x="214" y="226"/>
                  </a:cubicBezTo>
                  <a:cubicBezTo>
                    <a:pt x="213" y="225"/>
                    <a:pt x="212" y="225"/>
                    <a:pt x="210" y="224"/>
                  </a:cubicBezTo>
                  <a:cubicBezTo>
                    <a:pt x="209" y="223"/>
                    <a:pt x="208" y="222"/>
                    <a:pt x="206" y="220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7" y="199"/>
                    <a:pt x="197" y="199"/>
                    <a:pt x="197" y="199"/>
                  </a:cubicBezTo>
                  <a:close/>
                  <a:moveTo>
                    <a:pt x="222" y="175"/>
                  </a:moveTo>
                  <a:cubicBezTo>
                    <a:pt x="230" y="170"/>
                    <a:pt x="230" y="170"/>
                    <a:pt x="230" y="170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42" y="162"/>
                    <a:pt x="242" y="162"/>
                    <a:pt x="242" y="162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22" y="175"/>
                    <a:pt x="222" y="175"/>
                    <a:pt x="222" y="175"/>
                  </a:cubicBezTo>
                  <a:close/>
                  <a:moveTo>
                    <a:pt x="282" y="180"/>
                  </a:moveTo>
                  <a:cubicBezTo>
                    <a:pt x="275" y="184"/>
                    <a:pt x="275" y="184"/>
                    <a:pt x="275" y="184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64" y="149"/>
                    <a:pt x="264" y="149"/>
                    <a:pt x="264" y="149"/>
                  </a:cubicBezTo>
                  <a:cubicBezTo>
                    <a:pt x="282" y="180"/>
                    <a:pt x="282" y="180"/>
                    <a:pt x="282" y="180"/>
                  </a:cubicBezTo>
                  <a:close/>
                  <a:moveTo>
                    <a:pt x="297" y="172"/>
                  </a:moveTo>
                  <a:cubicBezTo>
                    <a:pt x="268" y="146"/>
                    <a:pt x="268" y="146"/>
                    <a:pt x="268" y="146"/>
                  </a:cubicBezTo>
                  <a:cubicBezTo>
                    <a:pt x="276" y="142"/>
                    <a:pt x="276" y="142"/>
                    <a:pt x="276" y="142"/>
                  </a:cubicBezTo>
                  <a:cubicBezTo>
                    <a:pt x="297" y="162"/>
                    <a:pt x="297" y="162"/>
                    <a:pt x="297" y="162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302" y="130"/>
                    <a:pt x="302" y="130"/>
                    <a:pt x="302" y="130"/>
                  </a:cubicBezTo>
                  <a:cubicBezTo>
                    <a:pt x="304" y="169"/>
                    <a:pt x="304" y="169"/>
                    <a:pt x="304" y="169"/>
                  </a:cubicBezTo>
                  <a:cubicBezTo>
                    <a:pt x="297" y="172"/>
                    <a:pt x="297" y="172"/>
                    <a:pt x="297" y="172"/>
                  </a:cubicBezTo>
                  <a:close/>
                  <a:moveTo>
                    <a:pt x="325" y="130"/>
                  </a:moveTo>
                  <a:cubicBezTo>
                    <a:pt x="323" y="131"/>
                    <a:pt x="321" y="132"/>
                    <a:pt x="320" y="134"/>
                  </a:cubicBezTo>
                  <a:cubicBezTo>
                    <a:pt x="319" y="136"/>
                    <a:pt x="319" y="138"/>
                    <a:pt x="320" y="141"/>
                  </a:cubicBezTo>
                  <a:cubicBezTo>
                    <a:pt x="339" y="135"/>
                    <a:pt x="339" y="135"/>
                    <a:pt x="339" y="135"/>
                  </a:cubicBezTo>
                  <a:cubicBezTo>
                    <a:pt x="341" y="141"/>
                    <a:pt x="341" y="141"/>
                    <a:pt x="341" y="141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22" y="150"/>
                    <a:pt x="323" y="152"/>
                    <a:pt x="325" y="153"/>
                  </a:cubicBezTo>
                  <a:cubicBezTo>
                    <a:pt x="327" y="154"/>
                    <a:pt x="329" y="154"/>
                    <a:pt x="332" y="153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5" y="155"/>
                    <a:pt x="345" y="155"/>
                    <a:pt x="345" y="155"/>
                  </a:cubicBezTo>
                  <a:cubicBezTo>
                    <a:pt x="333" y="159"/>
                    <a:pt x="333" y="159"/>
                    <a:pt x="333" y="159"/>
                  </a:cubicBezTo>
                  <a:cubicBezTo>
                    <a:pt x="331" y="160"/>
                    <a:pt x="328" y="160"/>
                    <a:pt x="327" y="160"/>
                  </a:cubicBezTo>
                  <a:cubicBezTo>
                    <a:pt x="325" y="160"/>
                    <a:pt x="323" y="160"/>
                    <a:pt x="322" y="159"/>
                  </a:cubicBezTo>
                  <a:cubicBezTo>
                    <a:pt x="320" y="158"/>
                    <a:pt x="318" y="157"/>
                    <a:pt x="316" y="155"/>
                  </a:cubicBezTo>
                  <a:cubicBezTo>
                    <a:pt x="315" y="153"/>
                    <a:pt x="314" y="150"/>
                    <a:pt x="313" y="147"/>
                  </a:cubicBezTo>
                  <a:cubicBezTo>
                    <a:pt x="311" y="141"/>
                    <a:pt x="311" y="136"/>
                    <a:pt x="313" y="132"/>
                  </a:cubicBezTo>
                  <a:cubicBezTo>
                    <a:pt x="315" y="129"/>
                    <a:pt x="318" y="126"/>
                    <a:pt x="324" y="124"/>
                  </a:cubicBezTo>
                  <a:cubicBezTo>
                    <a:pt x="335" y="121"/>
                    <a:pt x="335" y="121"/>
                    <a:pt x="335" y="121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25" y="130"/>
                    <a:pt x="325" y="130"/>
                    <a:pt x="325" y="130"/>
                  </a:cubicBezTo>
                  <a:close/>
                  <a:moveTo>
                    <a:pt x="364" y="122"/>
                  </a:moveTo>
                  <a:cubicBezTo>
                    <a:pt x="364" y="122"/>
                    <a:pt x="364" y="122"/>
                    <a:pt x="364" y="122"/>
                  </a:cubicBezTo>
                  <a:cubicBezTo>
                    <a:pt x="367" y="122"/>
                    <a:pt x="368" y="122"/>
                    <a:pt x="369" y="123"/>
                  </a:cubicBezTo>
                  <a:cubicBezTo>
                    <a:pt x="370" y="123"/>
                    <a:pt x="371" y="124"/>
                    <a:pt x="371" y="126"/>
                  </a:cubicBezTo>
                  <a:cubicBezTo>
                    <a:pt x="371" y="128"/>
                    <a:pt x="371" y="129"/>
                    <a:pt x="370" y="130"/>
                  </a:cubicBezTo>
                  <a:cubicBezTo>
                    <a:pt x="369" y="130"/>
                    <a:pt x="368" y="131"/>
                    <a:pt x="365" y="131"/>
                  </a:cubicBezTo>
                  <a:cubicBezTo>
                    <a:pt x="356" y="133"/>
                    <a:pt x="356" y="133"/>
                    <a:pt x="356" y="133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64" y="122"/>
                    <a:pt x="364" y="122"/>
                    <a:pt x="364" y="122"/>
                  </a:cubicBezTo>
                  <a:close/>
                  <a:moveTo>
                    <a:pt x="347" y="118"/>
                  </a:moveTo>
                  <a:cubicBezTo>
                    <a:pt x="365" y="116"/>
                    <a:pt x="365" y="116"/>
                    <a:pt x="365" y="116"/>
                  </a:cubicBezTo>
                  <a:cubicBezTo>
                    <a:pt x="369" y="115"/>
                    <a:pt x="372" y="116"/>
                    <a:pt x="375" y="117"/>
                  </a:cubicBezTo>
                  <a:cubicBezTo>
                    <a:pt x="377" y="119"/>
                    <a:pt x="378" y="121"/>
                    <a:pt x="379" y="125"/>
                  </a:cubicBezTo>
                  <a:cubicBezTo>
                    <a:pt x="379" y="128"/>
                    <a:pt x="379" y="130"/>
                    <a:pt x="378" y="132"/>
                  </a:cubicBezTo>
                  <a:cubicBezTo>
                    <a:pt x="377" y="134"/>
                    <a:pt x="375" y="135"/>
                    <a:pt x="373" y="136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76" y="151"/>
                    <a:pt x="376" y="151"/>
                    <a:pt x="376" y="151"/>
                  </a:cubicBezTo>
                  <a:cubicBezTo>
                    <a:pt x="366" y="138"/>
                    <a:pt x="366" y="138"/>
                    <a:pt x="366" y="138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419" y="121"/>
                  </a:moveTo>
                  <a:cubicBezTo>
                    <a:pt x="401" y="121"/>
                    <a:pt x="401" y="121"/>
                    <a:pt x="401" y="121"/>
                  </a:cubicBezTo>
                  <a:cubicBezTo>
                    <a:pt x="399" y="121"/>
                    <a:pt x="397" y="121"/>
                    <a:pt x="396" y="122"/>
                  </a:cubicBezTo>
                  <a:cubicBezTo>
                    <a:pt x="395" y="123"/>
                    <a:pt x="395" y="124"/>
                    <a:pt x="395" y="125"/>
                  </a:cubicBezTo>
                  <a:cubicBezTo>
                    <a:pt x="395" y="127"/>
                    <a:pt x="395" y="128"/>
                    <a:pt x="396" y="128"/>
                  </a:cubicBezTo>
                  <a:cubicBezTo>
                    <a:pt x="397" y="129"/>
                    <a:pt x="398" y="129"/>
                    <a:pt x="399" y="129"/>
                  </a:cubicBezTo>
                  <a:cubicBezTo>
                    <a:pt x="409" y="129"/>
                    <a:pt x="409" y="129"/>
                    <a:pt x="409" y="129"/>
                  </a:cubicBezTo>
                  <a:cubicBezTo>
                    <a:pt x="413" y="130"/>
                    <a:pt x="416" y="130"/>
                    <a:pt x="418" y="132"/>
                  </a:cubicBezTo>
                  <a:cubicBezTo>
                    <a:pt x="420" y="134"/>
                    <a:pt x="420" y="136"/>
                    <a:pt x="420" y="140"/>
                  </a:cubicBezTo>
                  <a:cubicBezTo>
                    <a:pt x="420" y="144"/>
                    <a:pt x="419" y="146"/>
                    <a:pt x="417" y="148"/>
                  </a:cubicBezTo>
                  <a:cubicBezTo>
                    <a:pt x="415" y="150"/>
                    <a:pt x="412" y="150"/>
                    <a:pt x="408" y="150"/>
                  </a:cubicBezTo>
                  <a:cubicBezTo>
                    <a:pt x="388" y="150"/>
                    <a:pt x="388" y="150"/>
                    <a:pt x="388" y="150"/>
                  </a:cubicBezTo>
                  <a:cubicBezTo>
                    <a:pt x="388" y="144"/>
                    <a:pt x="388" y="144"/>
                    <a:pt x="388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10" y="144"/>
                    <a:pt x="411" y="143"/>
                  </a:cubicBezTo>
                  <a:cubicBezTo>
                    <a:pt x="412" y="142"/>
                    <a:pt x="413" y="141"/>
                    <a:pt x="413" y="140"/>
                  </a:cubicBezTo>
                  <a:cubicBezTo>
                    <a:pt x="413" y="139"/>
                    <a:pt x="412" y="137"/>
                    <a:pt x="411" y="137"/>
                  </a:cubicBezTo>
                  <a:cubicBezTo>
                    <a:pt x="411" y="136"/>
                    <a:pt x="409" y="136"/>
                    <a:pt x="407" y="136"/>
                  </a:cubicBezTo>
                  <a:cubicBezTo>
                    <a:pt x="399" y="136"/>
                    <a:pt x="399" y="136"/>
                    <a:pt x="399" y="136"/>
                  </a:cubicBezTo>
                  <a:cubicBezTo>
                    <a:pt x="395" y="136"/>
                    <a:pt x="392" y="135"/>
                    <a:pt x="390" y="133"/>
                  </a:cubicBezTo>
                  <a:cubicBezTo>
                    <a:pt x="388" y="131"/>
                    <a:pt x="387" y="129"/>
                    <a:pt x="387" y="125"/>
                  </a:cubicBezTo>
                  <a:cubicBezTo>
                    <a:pt x="387" y="121"/>
                    <a:pt x="388" y="119"/>
                    <a:pt x="390" y="117"/>
                  </a:cubicBezTo>
                  <a:cubicBezTo>
                    <a:pt x="392" y="115"/>
                    <a:pt x="395" y="114"/>
                    <a:pt x="400" y="114"/>
                  </a:cubicBezTo>
                  <a:cubicBezTo>
                    <a:pt x="419" y="115"/>
                    <a:pt x="419" y="115"/>
                    <a:pt x="419" y="115"/>
                  </a:cubicBezTo>
                  <a:cubicBezTo>
                    <a:pt x="419" y="121"/>
                    <a:pt x="419" y="121"/>
                    <a:pt x="419" y="121"/>
                  </a:cubicBezTo>
                  <a:close/>
                  <a:moveTo>
                    <a:pt x="433" y="152"/>
                  </a:moveTo>
                  <a:cubicBezTo>
                    <a:pt x="426" y="151"/>
                    <a:pt x="426" y="151"/>
                    <a:pt x="426" y="151"/>
                  </a:cubicBezTo>
                  <a:cubicBezTo>
                    <a:pt x="431" y="115"/>
                    <a:pt x="431" y="115"/>
                    <a:pt x="431" y="115"/>
                  </a:cubicBezTo>
                  <a:cubicBezTo>
                    <a:pt x="438" y="117"/>
                    <a:pt x="438" y="117"/>
                    <a:pt x="438" y="117"/>
                  </a:cubicBezTo>
                  <a:cubicBezTo>
                    <a:pt x="433" y="152"/>
                    <a:pt x="433" y="152"/>
                    <a:pt x="433" y="152"/>
                  </a:cubicBezTo>
                  <a:close/>
                  <a:moveTo>
                    <a:pt x="453" y="126"/>
                  </a:moveTo>
                  <a:cubicBezTo>
                    <a:pt x="442" y="124"/>
                    <a:pt x="442" y="124"/>
                    <a:pt x="442" y="124"/>
                  </a:cubicBezTo>
                  <a:cubicBezTo>
                    <a:pt x="443" y="118"/>
                    <a:pt x="443" y="118"/>
                    <a:pt x="443" y="118"/>
                  </a:cubicBezTo>
                  <a:cubicBezTo>
                    <a:pt x="473" y="123"/>
                    <a:pt x="473" y="123"/>
                    <a:pt x="473" y="123"/>
                  </a:cubicBezTo>
                  <a:cubicBezTo>
                    <a:pt x="472" y="129"/>
                    <a:pt x="472" y="129"/>
                    <a:pt x="472" y="129"/>
                  </a:cubicBezTo>
                  <a:cubicBezTo>
                    <a:pt x="461" y="127"/>
                    <a:pt x="461" y="127"/>
                    <a:pt x="461" y="127"/>
                  </a:cubicBezTo>
                  <a:cubicBezTo>
                    <a:pt x="456" y="156"/>
                    <a:pt x="456" y="156"/>
                    <a:pt x="456" y="156"/>
                  </a:cubicBezTo>
                  <a:cubicBezTo>
                    <a:pt x="448" y="155"/>
                    <a:pt x="448" y="155"/>
                    <a:pt x="448" y="155"/>
                  </a:cubicBezTo>
                  <a:cubicBezTo>
                    <a:pt x="453" y="126"/>
                    <a:pt x="453" y="126"/>
                    <a:pt x="453" y="126"/>
                  </a:cubicBezTo>
                  <a:close/>
                  <a:moveTo>
                    <a:pt x="477" y="124"/>
                  </a:moveTo>
                  <a:cubicBezTo>
                    <a:pt x="485" y="127"/>
                    <a:pt x="485" y="127"/>
                    <a:pt x="485" y="127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9" y="135"/>
                    <a:pt x="509" y="135"/>
                    <a:pt x="509" y="135"/>
                  </a:cubicBezTo>
                  <a:cubicBezTo>
                    <a:pt x="490" y="150"/>
                    <a:pt x="490" y="150"/>
                    <a:pt x="490" y="150"/>
                  </a:cubicBezTo>
                  <a:cubicBezTo>
                    <a:pt x="485" y="165"/>
                    <a:pt x="485" y="165"/>
                    <a:pt x="485" y="165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3" y="147"/>
                    <a:pt x="483" y="147"/>
                    <a:pt x="483" y="147"/>
                  </a:cubicBezTo>
                  <a:cubicBezTo>
                    <a:pt x="477" y="124"/>
                    <a:pt x="477" y="124"/>
                    <a:pt x="477" y="124"/>
                  </a:cubicBezTo>
                  <a:close/>
                  <a:moveTo>
                    <a:pt x="541" y="171"/>
                  </a:moveTo>
                  <a:cubicBezTo>
                    <a:pt x="545" y="166"/>
                    <a:pt x="548" y="163"/>
                    <a:pt x="552" y="162"/>
                  </a:cubicBezTo>
                  <a:cubicBezTo>
                    <a:pt x="557" y="161"/>
                    <a:pt x="561" y="162"/>
                    <a:pt x="566" y="166"/>
                  </a:cubicBezTo>
                  <a:cubicBezTo>
                    <a:pt x="571" y="169"/>
                    <a:pt x="574" y="173"/>
                    <a:pt x="574" y="177"/>
                  </a:cubicBezTo>
                  <a:cubicBezTo>
                    <a:pt x="575" y="181"/>
                    <a:pt x="574" y="186"/>
                    <a:pt x="570" y="191"/>
                  </a:cubicBezTo>
                  <a:cubicBezTo>
                    <a:pt x="567" y="196"/>
                    <a:pt x="563" y="200"/>
                    <a:pt x="559" y="200"/>
                  </a:cubicBezTo>
                  <a:cubicBezTo>
                    <a:pt x="555" y="201"/>
                    <a:pt x="550" y="200"/>
                    <a:pt x="545" y="197"/>
                  </a:cubicBezTo>
                  <a:cubicBezTo>
                    <a:pt x="540" y="193"/>
                    <a:pt x="538" y="190"/>
                    <a:pt x="537" y="185"/>
                  </a:cubicBezTo>
                  <a:cubicBezTo>
                    <a:pt x="536" y="181"/>
                    <a:pt x="538" y="176"/>
                    <a:pt x="541" y="171"/>
                  </a:cubicBezTo>
                  <a:close/>
                  <a:moveTo>
                    <a:pt x="563" y="171"/>
                  </a:moveTo>
                  <a:cubicBezTo>
                    <a:pt x="565" y="173"/>
                    <a:pt x="567" y="175"/>
                    <a:pt x="567" y="178"/>
                  </a:cubicBezTo>
                  <a:cubicBezTo>
                    <a:pt x="567" y="180"/>
                    <a:pt x="566" y="183"/>
                    <a:pt x="564" y="187"/>
                  </a:cubicBezTo>
                  <a:cubicBezTo>
                    <a:pt x="561" y="190"/>
                    <a:pt x="559" y="192"/>
                    <a:pt x="556" y="193"/>
                  </a:cubicBezTo>
                  <a:cubicBezTo>
                    <a:pt x="554" y="194"/>
                    <a:pt x="551" y="193"/>
                    <a:pt x="549" y="192"/>
                  </a:cubicBezTo>
                  <a:cubicBezTo>
                    <a:pt x="546" y="190"/>
                    <a:pt x="545" y="188"/>
                    <a:pt x="545" y="185"/>
                  </a:cubicBezTo>
                  <a:cubicBezTo>
                    <a:pt x="544" y="182"/>
                    <a:pt x="546" y="179"/>
                    <a:pt x="548" y="176"/>
                  </a:cubicBezTo>
                  <a:cubicBezTo>
                    <a:pt x="550" y="172"/>
                    <a:pt x="553" y="170"/>
                    <a:pt x="555" y="169"/>
                  </a:cubicBezTo>
                  <a:cubicBezTo>
                    <a:pt x="557" y="169"/>
                    <a:pt x="560" y="169"/>
                    <a:pt x="563" y="171"/>
                  </a:cubicBezTo>
                  <a:close/>
                  <a:moveTo>
                    <a:pt x="574" y="198"/>
                  </a:moveTo>
                  <a:cubicBezTo>
                    <a:pt x="577" y="194"/>
                    <a:pt x="580" y="192"/>
                    <a:pt x="581" y="191"/>
                  </a:cubicBezTo>
                  <a:cubicBezTo>
                    <a:pt x="583" y="189"/>
                    <a:pt x="585" y="189"/>
                    <a:pt x="587" y="188"/>
                  </a:cubicBezTo>
                  <a:cubicBezTo>
                    <a:pt x="589" y="188"/>
                    <a:pt x="591" y="189"/>
                    <a:pt x="593" y="190"/>
                  </a:cubicBezTo>
                  <a:cubicBezTo>
                    <a:pt x="595" y="191"/>
                    <a:pt x="597" y="192"/>
                    <a:pt x="600" y="195"/>
                  </a:cubicBezTo>
                  <a:cubicBezTo>
                    <a:pt x="608" y="202"/>
                    <a:pt x="608" y="202"/>
                    <a:pt x="608" y="202"/>
                  </a:cubicBezTo>
                  <a:cubicBezTo>
                    <a:pt x="604" y="207"/>
                    <a:pt x="604" y="207"/>
                    <a:pt x="604" y="207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3" y="197"/>
                    <a:pt x="591" y="196"/>
                    <a:pt x="589" y="196"/>
                  </a:cubicBezTo>
                  <a:cubicBezTo>
                    <a:pt x="587" y="196"/>
                    <a:pt x="585" y="197"/>
                    <a:pt x="583" y="199"/>
                  </a:cubicBezTo>
                  <a:cubicBezTo>
                    <a:pt x="599" y="213"/>
                    <a:pt x="599" y="213"/>
                    <a:pt x="599" y="213"/>
                  </a:cubicBezTo>
                  <a:cubicBezTo>
                    <a:pt x="595" y="218"/>
                    <a:pt x="595" y="218"/>
                    <a:pt x="595" y="218"/>
                  </a:cubicBezTo>
                  <a:cubicBezTo>
                    <a:pt x="579" y="204"/>
                    <a:pt x="579" y="204"/>
                    <a:pt x="579" y="204"/>
                  </a:cubicBezTo>
                  <a:cubicBezTo>
                    <a:pt x="569" y="215"/>
                    <a:pt x="569" y="215"/>
                    <a:pt x="569" y="215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4" y="198"/>
                    <a:pt x="574" y="198"/>
                    <a:pt x="574" y="198"/>
                  </a:cubicBezTo>
                  <a:close/>
                  <a:moveTo>
                    <a:pt x="641" y="254"/>
                  </a:moveTo>
                  <a:cubicBezTo>
                    <a:pt x="635" y="244"/>
                    <a:pt x="635" y="244"/>
                    <a:pt x="635" y="244"/>
                  </a:cubicBezTo>
                  <a:cubicBezTo>
                    <a:pt x="640" y="241"/>
                    <a:pt x="640" y="241"/>
                    <a:pt x="640" y="241"/>
                  </a:cubicBezTo>
                  <a:cubicBezTo>
                    <a:pt x="656" y="267"/>
                    <a:pt x="656" y="267"/>
                    <a:pt x="656" y="267"/>
                  </a:cubicBezTo>
                  <a:cubicBezTo>
                    <a:pt x="651" y="270"/>
                    <a:pt x="651" y="270"/>
                    <a:pt x="651" y="270"/>
                  </a:cubicBezTo>
                  <a:cubicBezTo>
                    <a:pt x="645" y="260"/>
                    <a:pt x="645" y="260"/>
                    <a:pt x="645" y="260"/>
                  </a:cubicBezTo>
                  <a:cubicBezTo>
                    <a:pt x="620" y="276"/>
                    <a:pt x="620" y="276"/>
                    <a:pt x="620" y="276"/>
                  </a:cubicBezTo>
                  <a:cubicBezTo>
                    <a:pt x="616" y="269"/>
                    <a:pt x="616" y="269"/>
                    <a:pt x="616" y="269"/>
                  </a:cubicBezTo>
                  <a:cubicBezTo>
                    <a:pt x="641" y="254"/>
                    <a:pt x="641" y="254"/>
                    <a:pt x="641" y="254"/>
                  </a:cubicBezTo>
                  <a:close/>
                  <a:moveTo>
                    <a:pt x="662" y="290"/>
                  </a:moveTo>
                  <a:cubicBezTo>
                    <a:pt x="660" y="287"/>
                    <a:pt x="659" y="286"/>
                    <a:pt x="657" y="285"/>
                  </a:cubicBezTo>
                  <a:cubicBezTo>
                    <a:pt x="655" y="284"/>
                    <a:pt x="653" y="285"/>
                    <a:pt x="651" y="286"/>
                  </a:cubicBezTo>
                  <a:cubicBezTo>
                    <a:pt x="659" y="305"/>
                    <a:pt x="659" y="305"/>
                    <a:pt x="659" y="305"/>
                  </a:cubicBezTo>
                  <a:cubicBezTo>
                    <a:pt x="654" y="307"/>
                    <a:pt x="654" y="307"/>
                    <a:pt x="654" y="307"/>
                  </a:cubicBezTo>
                  <a:cubicBezTo>
                    <a:pt x="645" y="288"/>
                    <a:pt x="645" y="288"/>
                    <a:pt x="645" y="288"/>
                  </a:cubicBezTo>
                  <a:cubicBezTo>
                    <a:pt x="642" y="290"/>
                    <a:pt x="641" y="291"/>
                    <a:pt x="640" y="293"/>
                  </a:cubicBezTo>
                  <a:cubicBezTo>
                    <a:pt x="639" y="295"/>
                    <a:pt x="639" y="297"/>
                    <a:pt x="641" y="300"/>
                  </a:cubicBezTo>
                  <a:cubicBezTo>
                    <a:pt x="646" y="311"/>
                    <a:pt x="646" y="311"/>
                    <a:pt x="646" y="311"/>
                  </a:cubicBezTo>
                  <a:cubicBezTo>
                    <a:pt x="640" y="313"/>
                    <a:pt x="640" y="313"/>
                    <a:pt x="640" y="313"/>
                  </a:cubicBezTo>
                  <a:cubicBezTo>
                    <a:pt x="635" y="302"/>
                    <a:pt x="635" y="302"/>
                    <a:pt x="635" y="302"/>
                  </a:cubicBezTo>
                  <a:cubicBezTo>
                    <a:pt x="634" y="299"/>
                    <a:pt x="633" y="297"/>
                    <a:pt x="633" y="296"/>
                  </a:cubicBezTo>
                  <a:cubicBezTo>
                    <a:pt x="633" y="294"/>
                    <a:pt x="633" y="292"/>
                    <a:pt x="633" y="291"/>
                  </a:cubicBezTo>
                  <a:cubicBezTo>
                    <a:pt x="634" y="288"/>
                    <a:pt x="635" y="286"/>
                    <a:pt x="637" y="284"/>
                  </a:cubicBezTo>
                  <a:cubicBezTo>
                    <a:pt x="638" y="283"/>
                    <a:pt x="641" y="281"/>
                    <a:pt x="644" y="280"/>
                  </a:cubicBezTo>
                  <a:cubicBezTo>
                    <a:pt x="649" y="277"/>
                    <a:pt x="654" y="276"/>
                    <a:pt x="658" y="277"/>
                  </a:cubicBezTo>
                  <a:cubicBezTo>
                    <a:pt x="662" y="279"/>
                    <a:pt x="665" y="282"/>
                    <a:pt x="667" y="287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67" y="301"/>
                    <a:pt x="667" y="301"/>
                    <a:pt x="667" y="301"/>
                  </a:cubicBezTo>
                  <a:cubicBezTo>
                    <a:pt x="662" y="290"/>
                    <a:pt x="662" y="290"/>
                    <a:pt x="662" y="290"/>
                  </a:cubicBezTo>
                  <a:close/>
                  <a:moveTo>
                    <a:pt x="675" y="325"/>
                  </a:moveTo>
                  <a:cubicBezTo>
                    <a:pt x="674" y="322"/>
                    <a:pt x="672" y="320"/>
                    <a:pt x="670" y="319"/>
                  </a:cubicBezTo>
                  <a:cubicBezTo>
                    <a:pt x="668" y="319"/>
                    <a:pt x="665" y="319"/>
                    <a:pt x="660" y="320"/>
                  </a:cubicBezTo>
                  <a:cubicBezTo>
                    <a:pt x="657" y="322"/>
                    <a:pt x="654" y="323"/>
                    <a:pt x="653" y="325"/>
                  </a:cubicBezTo>
                  <a:cubicBezTo>
                    <a:pt x="652" y="327"/>
                    <a:pt x="652" y="329"/>
                    <a:pt x="653" y="332"/>
                  </a:cubicBezTo>
                  <a:cubicBezTo>
                    <a:pt x="657" y="344"/>
                    <a:pt x="657" y="344"/>
                    <a:pt x="657" y="344"/>
                  </a:cubicBezTo>
                  <a:cubicBezTo>
                    <a:pt x="651" y="346"/>
                    <a:pt x="651" y="346"/>
                    <a:pt x="651" y="346"/>
                  </a:cubicBezTo>
                  <a:cubicBezTo>
                    <a:pt x="647" y="334"/>
                    <a:pt x="647" y="334"/>
                    <a:pt x="647" y="334"/>
                  </a:cubicBezTo>
                  <a:cubicBezTo>
                    <a:pt x="646" y="331"/>
                    <a:pt x="646" y="329"/>
                    <a:pt x="646" y="327"/>
                  </a:cubicBezTo>
                  <a:cubicBezTo>
                    <a:pt x="646" y="326"/>
                    <a:pt x="646" y="324"/>
                    <a:pt x="647" y="322"/>
                  </a:cubicBezTo>
                  <a:cubicBezTo>
                    <a:pt x="647" y="320"/>
                    <a:pt x="649" y="318"/>
                    <a:pt x="651" y="316"/>
                  </a:cubicBezTo>
                  <a:cubicBezTo>
                    <a:pt x="653" y="315"/>
                    <a:pt x="655" y="314"/>
                    <a:pt x="658" y="313"/>
                  </a:cubicBezTo>
                  <a:cubicBezTo>
                    <a:pt x="664" y="311"/>
                    <a:pt x="669" y="310"/>
                    <a:pt x="673" y="312"/>
                  </a:cubicBezTo>
                  <a:cubicBezTo>
                    <a:pt x="676" y="314"/>
                    <a:pt x="679" y="317"/>
                    <a:pt x="681" y="323"/>
                  </a:cubicBezTo>
                  <a:cubicBezTo>
                    <a:pt x="684" y="335"/>
                    <a:pt x="684" y="335"/>
                    <a:pt x="684" y="335"/>
                  </a:cubicBezTo>
                  <a:cubicBezTo>
                    <a:pt x="679" y="337"/>
                    <a:pt x="679" y="337"/>
                    <a:pt x="679" y="337"/>
                  </a:cubicBezTo>
                  <a:cubicBezTo>
                    <a:pt x="675" y="325"/>
                    <a:pt x="675" y="325"/>
                    <a:pt x="675" y="325"/>
                  </a:cubicBezTo>
                  <a:close/>
                  <a:moveTo>
                    <a:pt x="689" y="352"/>
                  </a:moveTo>
                  <a:cubicBezTo>
                    <a:pt x="675" y="354"/>
                    <a:pt x="675" y="354"/>
                    <a:pt x="675" y="354"/>
                  </a:cubicBezTo>
                  <a:cubicBezTo>
                    <a:pt x="677" y="368"/>
                    <a:pt x="677" y="368"/>
                    <a:pt x="677" y="368"/>
                  </a:cubicBezTo>
                  <a:cubicBezTo>
                    <a:pt x="691" y="365"/>
                    <a:pt x="691" y="365"/>
                    <a:pt x="691" y="365"/>
                  </a:cubicBezTo>
                  <a:cubicBezTo>
                    <a:pt x="692" y="373"/>
                    <a:pt x="692" y="373"/>
                    <a:pt x="692" y="373"/>
                  </a:cubicBezTo>
                  <a:cubicBezTo>
                    <a:pt x="658" y="379"/>
                    <a:pt x="658" y="379"/>
                    <a:pt x="658" y="379"/>
                  </a:cubicBezTo>
                  <a:cubicBezTo>
                    <a:pt x="656" y="372"/>
                    <a:pt x="656" y="372"/>
                    <a:pt x="656" y="372"/>
                  </a:cubicBezTo>
                  <a:cubicBezTo>
                    <a:pt x="671" y="369"/>
                    <a:pt x="671" y="369"/>
                    <a:pt x="671" y="369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54" y="358"/>
                    <a:pt x="654" y="358"/>
                    <a:pt x="654" y="358"/>
                  </a:cubicBezTo>
                  <a:cubicBezTo>
                    <a:pt x="653" y="351"/>
                    <a:pt x="653" y="351"/>
                    <a:pt x="653" y="351"/>
                  </a:cubicBezTo>
                  <a:cubicBezTo>
                    <a:pt x="687" y="344"/>
                    <a:pt x="687" y="344"/>
                    <a:pt x="687" y="344"/>
                  </a:cubicBezTo>
                  <a:cubicBezTo>
                    <a:pt x="689" y="352"/>
                    <a:pt x="689" y="352"/>
                    <a:pt x="689" y="352"/>
                  </a:cubicBezTo>
                  <a:close/>
                  <a:moveTo>
                    <a:pt x="695" y="386"/>
                  </a:moveTo>
                  <a:cubicBezTo>
                    <a:pt x="695" y="396"/>
                    <a:pt x="695" y="396"/>
                    <a:pt x="695" y="396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95" y="410"/>
                    <a:pt x="695" y="410"/>
                    <a:pt x="695" y="410"/>
                  </a:cubicBezTo>
                  <a:cubicBezTo>
                    <a:pt x="695" y="418"/>
                    <a:pt x="695" y="418"/>
                    <a:pt x="695" y="418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0" y="410"/>
                    <a:pt x="660" y="410"/>
                    <a:pt x="660" y="410"/>
                  </a:cubicBezTo>
                  <a:cubicBezTo>
                    <a:pt x="686" y="394"/>
                    <a:pt x="686" y="394"/>
                    <a:pt x="686" y="394"/>
                  </a:cubicBezTo>
                  <a:cubicBezTo>
                    <a:pt x="660" y="395"/>
                    <a:pt x="660" y="395"/>
                    <a:pt x="660" y="395"/>
                  </a:cubicBezTo>
                  <a:cubicBezTo>
                    <a:pt x="659" y="387"/>
                    <a:pt x="659" y="387"/>
                    <a:pt x="659" y="387"/>
                  </a:cubicBezTo>
                  <a:cubicBezTo>
                    <a:pt x="695" y="386"/>
                    <a:pt x="695" y="386"/>
                    <a:pt x="695" y="386"/>
                  </a:cubicBezTo>
                  <a:close/>
                  <a:moveTo>
                    <a:pt x="677" y="425"/>
                  </a:moveTo>
                  <a:cubicBezTo>
                    <a:pt x="683" y="426"/>
                    <a:pt x="688" y="428"/>
                    <a:pt x="690" y="431"/>
                  </a:cubicBezTo>
                  <a:cubicBezTo>
                    <a:pt x="693" y="434"/>
                    <a:pt x="694" y="439"/>
                    <a:pt x="693" y="445"/>
                  </a:cubicBezTo>
                  <a:cubicBezTo>
                    <a:pt x="692" y="451"/>
                    <a:pt x="690" y="455"/>
                    <a:pt x="687" y="458"/>
                  </a:cubicBezTo>
                  <a:cubicBezTo>
                    <a:pt x="684" y="460"/>
                    <a:pt x="679" y="461"/>
                    <a:pt x="673" y="460"/>
                  </a:cubicBezTo>
                  <a:cubicBezTo>
                    <a:pt x="667" y="459"/>
                    <a:pt x="662" y="457"/>
                    <a:pt x="660" y="454"/>
                  </a:cubicBezTo>
                  <a:cubicBezTo>
                    <a:pt x="657" y="451"/>
                    <a:pt x="656" y="446"/>
                    <a:pt x="657" y="440"/>
                  </a:cubicBezTo>
                  <a:cubicBezTo>
                    <a:pt x="657" y="434"/>
                    <a:pt x="659" y="430"/>
                    <a:pt x="663" y="427"/>
                  </a:cubicBezTo>
                  <a:cubicBezTo>
                    <a:pt x="666" y="425"/>
                    <a:pt x="671" y="424"/>
                    <a:pt x="677" y="425"/>
                  </a:cubicBezTo>
                  <a:close/>
                  <a:moveTo>
                    <a:pt x="687" y="444"/>
                  </a:moveTo>
                  <a:cubicBezTo>
                    <a:pt x="687" y="447"/>
                    <a:pt x="685" y="450"/>
                    <a:pt x="683" y="451"/>
                  </a:cubicBezTo>
                  <a:cubicBezTo>
                    <a:pt x="681" y="452"/>
                    <a:pt x="678" y="453"/>
                    <a:pt x="674" y="452"/>
                  </a:cubicBezTo>
                  <a:cubicBezTo>
                    <a:pt x="670" y="452"/>
                    <a:pt x="667" y="450"/>
                    <a:pt x="665" y="449"/>
                  </a:cubicBezTo>
                  <a:cubicBezTo>
                    <a:pt x="663" y="447"/>
                    <a:pt x="662" y="444"/>
                    <a:pt x="663" y="441"/>
                  </a:cubicBezTo>
                  <a:cubicBezTo>
                    <a:pt x="663" y="438"/>
                    <a:pt x="664" y="435"/>
                    <a:pt x="667" y="434"/>
                  </a:cubicBezTo>
                  <a:cubicBezTo>
                    <a:pt x="669" y="433"/>
                    <a:pt x="672" y="432"/>
                    <a:pt x="676" y="433"/>
                  </a:cubicBezTo>
                  <a:cubicBezTo>
                    <a:pt x="680" y="433"/>
                    <a:pt x="683" y="435"/>
                    <a:pt x="685" y="436"/>
                  </a:cubicBezTo>
                  <a:cubicBezTo>
                    <a:pt x="687" y="438"/>
                    <a:pt x="687" y="441"/>
                    <a:pt x="687" y="444"/>
                  </a:cubicBezTo>
                  <a:close/>
                  <a:moveTo>
                    <a:pt x="651" y="478"/>
                  </a:moveTo>
                  <a:cubicBezTo>
                    <a:pt x="652" y="474"/>
                    <a:pt x="653" y="472"/>
                    <a:pt x="654" y="471"/>
                  </a:cubicBezTo>
                  <a:cubicBezTo>
                    <a:pt x="655" y="469"/>
                    <a:pt x="656" y="468"/>
                    <a:pt x="658" y="467"/>
                  </a:cubicBezTo>
                  <a:cubicBezTo>
                    <a:pt x="659" y="466"/>
                    <a:pt x="661" y="466"/>
                    <a:pt x="662" y="465"/>
                  </a:cubicBezTo>
                  <a:cubicBezTo>
                    <a:pt x="664" y="465"/>
                    <a:pt x="666" y="466"/>
                    <a:pt x="669" y="466"/>
                  </a:cubicBezTo>
                  <a:cubicBezTo>
                    <a:pt x="689" y="471"/>
                    <a:pt x="689" y="471"/>
                    <a:pt x="689" y="471"/>
                  </a:cubicBezTo>
                  <a:cubicBezTo>
                    <a:pt x="687" y="478"/>
                    <a:pt x="687" y="478"/>
                    <a:pt x="687" y="478"/>
                  </a:cubicBezTo>
                  <a:cubicBezTo>
                    <a:pt x="667" y="474"/>
                    <a:pt x="667" y="474"/>
                    <a:pt x="667" y="474"/>
                  </a:cubicBezTo>
                  <a:cubicBezTo>
                    <a:pt x="665" y="473"/>
                    <a:pt x="664" y="473"/>
                    <a:pt x="663" y="473"/>
                  </a:cubicBezTo>
                  <a:cubicBezTo>
                    <a:pt x="662" y="473"/>
                    <a:pt x="661" y="473"/>
                    <a:pt x="661" y="473"/>
                  </a:cubicBezTo>
                  <a:cubicBezTo>
                    <a:pt x="660" y="474"/>
                    <a:pt x="659" y="475"/>
                    <a:pt x="658" y="475"/>
                  </a:cubicBezTo>
                  <a:cubicBezTo>
                    <a:pt x="658" y="476"/>
                    <a:pt x="657" y="478"/>
                    <a:pt x="657" y="480"/>
                  </a:cubicBezTo>
                  <a:cubicBezTo>
                    <a:pt x="655" y="488"/>
                    <a:pt x="655" y="488"/>
                    <a:pt x="655" y="488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1" y="478"/>
                    <a:pt x="651" y="478"/>
                    <a:pt x="651" y="478"/>
                  </a:cubicBezTo>
                  <a:close/>
                  <a:moveTo>
                    <a:pt x="667" y="494"/>
                  </a:moveTo>
                  <a:cubicBezTo>
                    <a:pt x="672" y="496"/>
                    <a:pt x="676" y="499"/>
                    <a:pt x="678" y="503"/>
                  </a:cubicBezTo>
                  <a:cubicBezTo>
                    <a:pt x="679" y="507"/>
                    <a:pt x="679" y="512"/>
                    <a:pt x="677" y="517"/>
                  </a:cubicBezTo>
                  <a:cubicBezTo>
                    <a:pt x="675" y="523"/>
                    <a:pt x="671" y="526"/>
                    <a:pt x="668" y="528"/>
                  </a:cubicBezTo>
                  <a:cubicBezTo>
                    <a:pt x="664" y="529"/>
                    <a:pt x="659" y="529"/>
                    <a:pt x="653" y="527"/>
                  </a:cubicBezTo>
                  <a:cubicBezTo>
                    <a:pt x="647" y="524"/>
                    <a:pt x="644" y="521"/>
                    <a:pt x="642" y="517"/>
                  </a:cubicBezTo>
                  <a:cubicBezTo>
                    <a:pt x="640" y="513"/>
                    <a:pt x="641" y="509"/>
                    <a:pt x="643" y="503"/>
                  </a:cubicBezTo>
                  <a:cubicBezTo>
                    <a:pt x="645" y="497"/>
                    <a:pt x="648" y="494"/>
                    <a:pt x="652" y="492"/>
                  </a:cubicBezTo>
                  <a:cubicBezTo>
                    <a:pt x="656" y="491"/>
                    <a:pt x="661" y="491"/>
                    <a:pt x="667" y="494"/>
                  </a:cubicBezTo>
                  <a:close/>
                  <a:moveTo>
                    <a:pt x="671" y="515"/>
                  </a:moveTo>
                  <a:cubicBezTo>
                    <a:pt x="670" y="518"/>
                    <a:pt x="668" y="520"/>
                    <a:pt x="666" y="520"/>
                  </a:cubicBezTo>
                  <a:cubicBezTo>
                    <a:pt x="663" y="521"/>
                    <a:pt x="660" y="521"/>
                    <a:pt x="656" y="519"/>
                  </a:cubicBezTo>
                  <a:cubicBezTo>
                    <a:pt x="652" y="517"/>
                    <a:pt x="650" y="516"/>
                    <a:pt x="649" y="513"/>
                  </a:cubicBezTo>
                  <a:cubicBezTo>
                    <a:pt x="647" y="511"/>
                    <a:pt x="647" y="508"/>
                    <a:pt x="648" y="505"/>
                  </a:cubicBezTo>
                  <a:cubicBezTo>
                    <a:pt x="650" y="502"/>
                    <a:pt x="651" y="500"/>
                    <a:pt x="654" y="500"/>
                  </a:cubicBezTo>
                  <a:cubicBezTo>
                    <a:pt x="656" y="499"/>
                    <a:pt x="660" y="500"/>
                    <a:pt x="664" y="501"/>
                  </a:cubicBezTo>
                  <a:cubicBezTo>
                    <a:pt x="667" y="503"/>
                    <a:pt x="670" y="505"/>
                    <a:pt x="671" y="507"/>
                  </a:cubicBezTo>
                  <a:cubicBezTo>
                    <a:pt x="672" y="509"/>
                    <a:pt x="672" y="512"/>
                    <a:pt x="671" y="515"/>
                  </a:cubicBezTo>
                  <a:close/>
                  <a:moveTo>
                    <a:pt x="641" y="544"/>
                  </a:moveTo>
                  <a:cubicBezTo>
                    <a:pt x="646" y="547"/>
                    <a:pt x="646" y="547"/>
                    <a:pt x="646" y="547"/>
                  </a:cubicBezTo>
                  <a:cubicBezTo>
                    <a:pt x="637" y="562"/>
                    <a:pt x="637" y="562"/>
                    <a:pt x="637" y="562"/>
                  </a:cubicBezTo>
                  <a:cubicBezTo>
                    <a:pt x="619" y="552"/>
                    <a:pt x="619" y="552"/>
                    <a:pt x="619" y="552"/>
                  </a:cubicBezTo>
                  <a:cubicBezTo>
                    <a:pt x="628" y="538"/>
                    <a:pt x="628" y="538"/>
                    <a:pt x="628" y="538"/>
                  </a:cubicBezTo>
                  <a:cubicBezTo>
                    <a:pt x="629" y="535"/>
                    <a:pt x="631" y="533"/>
                    <a:pt x="632" y="532"/>
                  </a:cubicBezTo>
                  <a:cubicBezTo>
                    <a:pt x="633" y="531"/>
                    <a:pt x="634" y="530"/>
                    <a:pt x="636" y="530"/>
                  </a:cubicBezTo>
                  <a:cubicBezTo>
                    <a:pt x="638" y="529"/>
                    <a:pt x="641" y="529"/>
                    <a:pt x="643" y="529"/>
                  </a:cubicBezTo>
                  <a:cubicBezTo>
                    <a:pt x="645" y="529"/>
                    <a:pt x="648" y="530"/>
                    <a:pt x="651" y="532"/>
                  </a:cubicBezTo>
                  <a:cubicBezTo>
                    <a:pt x="656" y="535"/>
                    <a:pt x="659" y="539"/>
                    <a:pt x="661" y="543"/>
                  </a:cubicBezTo>
                  <a:cubicBezTo>
                    <a:pt x="662" y="547"/>
                    <a:pt x="661" y="551"/>
                    <a:pt x="658" y="556"/>
                  </a:cubicBezTo>
                  <a:cubicBezTo>
                    <a:pt x="650" y="570"/>
                    <a:pt x="650" y="570"/>
                    <a:pt x="650" y="570"/>
                  </a:cubicBezTo>
                  <a:cubicBezTo>
                    <a:pt x="644" y="567"/>
                    <a:pt x="644" y="567"/>
                    <a:pt x="644" y="567"/>
                  </a:cubicBezTo>
                  <a:cubicBezTo>
                    <a:pt x="653" y="553"/>
                    <a:pt x="653" y="553"/>
                    <a:pt x="653" y="553"/>
                  </a:cubicBezTo>
                  <a:cubicBezTo>
                    <a:pt x="654" y="550"/>
                    <a:pt x="654" y="548"/>
                    <a:pt x="654" y="546"/>
                  </a:cubicBezTo>
                  <a:cubicBezTo>
                    <a:pt x="653" y="544"/>
                    <a:pt x="650" y="542"/>
                    <a:pt x="647" y="539"/>
                  </a:cubicBezTo>
                  <a:cubicBezTo>
                    <a:pt x="644" y="537"/>
                    <a:pt x="641" y="537"/>
                    <a:pt x="639" y="537"/>
                  </a:cubicBezTo>
                  <a:cubicBezTo>
                    <a:pt x="636" y="537"/>
                    <a:pt x="635" y="538"/>
                    <a:pt x="633" y="541"/>
                  </a:cubicBezTo>
                  <a:cubicBezTo>
                    <a:pt x="629" y="548"/>
                    <a:pt x="629" y="548"/>
                    <a:pt x="629" y="548"/>
                  </a:cubicBezTo>
                  <a:cubicBezTo>
                    <a:pt x="636" y="553"/>
                    <a:pt x="636" y="553"/>
                    <a:pt x="636" y="553"/>
                  </a:cubicBezTo>
                  <a:cubicBezTo>
                    <a:pt x="641" y="544"/>
                    <a:pt x="641" y="544"/>
                    <a:pt x="641" y="544"/>
                  </a:cubicBezTo>
                  <a:close/>
                  <a:moveTo>
                    <a:pt x="648" y="574"/>
                  </a:moveTo>
                  <a:cubicBezTo>
                    <a:pt x="643" y="581"/>
                    <a:pt x="643" y="581"/>
                    <a:pt x="643" y="581"/>
                  </a:cubicBezTo>
                  <a:cubicBezTo>
                    <a:pt x="627" y="580"/>
                    <a:pt x="627" y="580"/>
                    <a:pt x="627" y="580"/>
                  </a:cubicBezTo>
                  <a:cubicBezTo>
                    <a:pt x="632" y="595"/>
                    <a:pt x="632" y="595"/>
                    <a:pt x="632" y="595"/>
                  </a:cubicBezTo>
                  <a:cubicBezTo>
                    <a:pt x="627" y="602"/>
                    <a:pt x="627" y="602"/>
                    <a:pt x="627" y="602"/>
                  </a:cubicBezTo>
                  <a:cubicBezTo>
                    <a:pt x="619" y="579"/>
                    <a:pt x="619" y="579"/>
                    <a:pt x="619" y="579"/>
                  </a:cubicBezTo>
                  <a:cubicBezTo>
                    <a:pt x="607" y="570"/>
                    <a:pt x="607" y="570"/>
                    <a:pt x="607" y="570"/>
                  </a:cubicBezTo>
                  <a:cubicBezTo>
                    <a:pt x="611" y="564"/>
                    <a:pt x="611" y="564"/>
                    <a:pt x="611" y="564"/>
                  </a:cubicBezTo>
                  <a:cubicBezTo>
                    <a:pt x="624" y="573"/>
                    <a:pt x="624" y="573"/>
                    <a:pt x="624" y="573"/>
                  </a:cubicBezTo>
                  <a:cubicBezTo>
                    <a:pt x="648" y="574"/>
                    <a:pt x="648" y="574"/>
                    <a:pt x="648" y="574"/>
                  </a:cubicBezTo>
                  <a:close/>
                  <a:moveTo>
                    <a:pt x="264" y="535"/>
                  </a:moveTo>
                  <a:cubicBezTo>
                    <a:pt x="392" y="535"/>
                    <a:pt x="392" y="535"/>
                    <a:pt x="392" y="535"/>
                  </a:cubicBezTo>
                  <a:cubicBezTo>
                    <a:pt x="401" y="536"/>
                    <a:pt x="400" y="566"/>
                    <a:pt x="392" y="565"/>
                  </a:cubicBezTo>
                  <a:cubicBezTo>
                    <a:pt x="264" y="565"/>
                    <a:pt x="264" y="565"/>
                    <a:pt x="264" y="565"/>
                  </a:cubicBezTo>
                  <a:cubicBezTo>
                    <a:pt x="275" y="565"/>
                    <a:pt x="276" y="536"/>
                    <a:pt x="264" y="535"/>
                  </a:cubicBezTo>
                  <a:close/>
                  <a:moveTo>
                    <a:pt x="550" y="535"/>
                  </a:moveTo>
                  <a:cubicBezTo>
                    <a:pt x="538" y="536"/>
                    <a:pt x="539" y="565"/>
                    <a:pt x="550" y="565"/>
                  </a:cubicBezTo>
                  <a:cubicBezTo>
                    <a:pt x="421" y="565"/>
                    <a:pt x="421" y="565"/>
                    <a:pt x="421" y="565"/>
                  </a:cubicBezTo>
                  <a:cubicBezTo>
                    <a:pt x="413" y="566"/>
                    <a:pt x="412" y="536"/>
                    <a:pt x="421" y="535"/>
                  </a:cubicBezTo>
                  <a:cubicBezTo>
                    <a:pt x="550" y="535"/>
                    <a:pt x="550" y="535"/>
                    <a:pt x="550" y="535"/>
                  </a:cubicBezTo>
                  <a:close/>
                  <a:moveTo>
                    <a:pt x="495" y="212"/>
                  </a:moveTo>
                  <a:cubicBezTo>
                    <a:pt x="495" y="260"/>
                    <a:pt x="495" y="260"/>
                    <a:pt x="495" y="260"/>
                  </a:cubicBezTo>
                  <a:cubicBezTo>
                    <a:pt x="481" y="257"/>
                    <a:pt x="469" y="266"/>
                    <a:pt x="462" y="280"/>
                  </a:cubicBezTo>
                  <a:cubicBezTo>
                    <a:pt x="462" y="449"/>
                    <a:pt x="462" y="449"/>
                    <a:pt x="462" y="449"/>
                  </a:cubicBezTo>
                  <a:cubicBezTo>
                    <a:pt x="493" y="439"/>
                    <a:pt x="510" y="421"/>
                    <a:pt x="516" y="396"/>
                  </a:cubicBezTo>
                  <a:cubicBezTo>
                    <a:pt x="519" y="389"/>
                    <a:pt x="519" y="377"/>
                    <a:pt x="514" y="358"/>
                  </a:cubicBezTo>
                  <a:cubicBezTo>
                    <a:pt x="501" y="332"/>
                    <a:pt x="486" y="324"/>
                    <a:pt x="477" y="327"/>
                  </a:cubicBezTo>
                  <a:cubicBezTo>
                    <a:pt x="477" y="278"/>
                    <a:pt x="477" y="278"/>
                    <a:pt x="477" y="278"/>
                  </a:cubicBezTo>
                  <a:cubicBezTo>
                    <a:pt x="516" y="281"/>
                    <a:pt x="552" y="305"/>
                    <a:pt x="562" y="357"/>
                  </a:cubicBezTo>
                  <a:cubicBezTo>
                    <a:pt x="570" y="390"/>
                    <a:pt x="562" y="422"/>
                    <a:pt x="545" y="449"/>
                  </a:cubicBezTo>
                  <a:cubicBezTo>
                    <a:pt x="523" y="472"/>
                    <a:pt x="499" y="491"/>
                    <a:pt x="462" y="497"/>
                  </a:cubicBezTo>
                  <a:cubicBezTo>
                    <a:pt x="462" y="514"/>
                    <a:pt x="462" y="514"/>
                    <a:pt x="462" y="514"/>
                  </a:cubicBezTo>
                  <a:cubicBezTo>
                    <a:pt x="413" y="514"/>
                    <a:pt x="413" y="514"/>
                    <a:pt x="413" y="514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25" y="233"/>
                    <a:pt x="453" y="213"/>
                    <a:pt x="495" y="212"/>
                  </a:cubicBezTo>
                  <a:close/>
                  <a:moveTo>
                    <a:pt x="316" y="212"/>
                  </a:moveTo>
                  <a:cubicBezTo>
                    <a:pt x="358" y="213"/>
                    <a:pt x="386" y="233"/>
                    <a:pt x="398" y="274"/>
                  </a:cubicBezTo>
                  <a:cubicBezTo>
                    <a:pt x="398" y="514"/>
                    <a:pt x="398" y="514"/>
                    <a:pt x="398" y="514"/>
                  </a:cubicBezTo>
                  <a:cubicBezTo>
                    <a:pt x="349" y="514"/>
                    <a:pt x="349" y="514"/>
                    <a:pt x="349" y="514"/>
                  </a:cubicBezTo>
                  <a:cubicBezTo>
                    <a:pt x="349" y="497"/>
                    <a:pt x="349" y="497"/>
                    <a:pt x="349" y="497"/>
                  </a:cubicBezTo>
                  <a:cubicBezTo>
                    <a:pt x="312" y="491"/>
                    <a:pt x="288" y="472"/>
                    <a:pt x="267" y="449"/>
                  </a:cubicBezTo>
                  <a:cubicBezTo>
                    <a:pt x="249" y="422"/>
                    <a:pt x="241" y="390"/>
                    <a:pt x="249" y="357"/>
                  </a:cubicBezTo>
                  <a:cubicBezTo>
                    <a:pt x="259" y="305"/>
                    <a:pt x="295" y="281"/>
                    <a:pt x="334" y="27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25" y="324"/>
                    <a:pt x="310" y="332"/>
                    <a:pt x="297" y="358"/>
                  </a:cubicBezTo>
                  <a:cubicBezTo>
                    <a:pt x="292" y="377"/>
                    <a:pt x="292" y="389"/>
                    <a:pt x="295" y="396"/>
                  </a:cubicBezTo>
                  <a:cubicBezTo>
                    <a:pt x="302" y="421"/>
                    <a:pt x="318" y="439"/>
                    <a:pt x="349" y="449"/>
                  </a:cubicBezTo>
                  <a:cubicBezTo>
                    <a:pt x="349" y="280"/>
                    <a:pt x="349" y="280"/>
                    <a:pt x="349" y="280"/>
                  </a:cubicBezTo>
                  <a:cubicBezTo>
                    <a:pt x="343" y="266"/>
                    <a:pt x="330" y="257"/>
                    <a:pt x="316" y="260"/>
                  </a:cubicBezTo>
                  <a:cubicBezTo>
                    <a:pt x="316" y="212"/>
                    <a:pt x="316" y="212"/>
                    <a:pt x="316" y="212"/>
                  </a:cubicBezTo>
                  <a:close/>
                  <a:moveTo>
                    <a:pt x="249" y="587"/>
                  </a:moveTo>
                  <a:cubicBezTo>
                    <a:pt x="567" y="587"/>
                    <a:pt x="567" y="587"/>
                    <a:pt x="567" y="587"/>
                  </a:cubicBezTo>
                  <a:cubicBezTo>
                    <a:pt x="567" y="615"/>
                    <a:pt x="567" y="615"/>
                    <a:pt x="567" y="615"/>
                  </a:cubicBezTo>
                  <a:cubicBezTo>
                    <a:pt x="249" y="615"/>
                    <a:pt x="249" y="615"/>
                    <a:pt x="249" y="615"/>
                  </a:cubicBezTo>
                  <a:lnTo>
                    <a:pt x="249" y="58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7" name="矩形 6">
            <a:extLst>
              <a:ext uri="{FF2B5EF4-FFF2-40B4-BE49-F238E27FC236}">
                <a16:creationId xmlns:a16="http://schemas.microsoft.com/office/drawing/2014/main" id="{CEAA862E-50FE-4A03-9143-8D4B5E7976CD}"/>
              </a:ext>
            </a:extLst>
          </p:cNvPr>
          <p:cNvSpPr/>
          <p:nvPr userDrawn="1"/>
        </p:nvSpPr>
        <p:spPr>
          <a:xfrm>
            <a:off x="550863" y="2362533"/>
            <a:ext cx="11090275" cy="213293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92A21CB7-67FC-46DD-B68B-E995F8295713}"/>
              </a:ext>
            </a:extLst>
          </p:cNvPr>
          <p:cNvSpPr/>
          <p:nvPr userDrawn="1"/>
        </p:nvSpPr>
        <p:spPr>
          <a:xfrm>
            <a:off x="550863" y="559982"/>
            <a:ext cx="11090275" cy="5748743"/>
          </a:xfrm>
          <a:prstGeom prst="rect">
            <a:avLst/>
          </a:prstGeom>
          <a:noFill/>
          <a:ln w="63500">
            <a:gradFill flip="none" rotWithShape="1">
              <a:gsLst>
                <a:gs pos="0">
                  <a:schemeClr val="accent1"/>
                </a:gs>
                <a:gs pos="24000">
                  <a:srgbClr val="AF1616"/>
                </a:gs>
                <a:gs pos="58000">
                  <a:srgbClr val="C42323"/>
                </a:gs>
                <a:gs pos="100000">
                  <a:schemeClr val="accent1"/>
                </a:gs>
              </a:gsLst>
              <a:lin ang="10800000" scaled="1"/>
              <a:tileRect/>
            </a:gradFill>
          </a:ln>
          <a:effectLst>
            <a:outerShdw blurRad="50800" dist="38100" dir="2700000" algn="tl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文本占位符 9">
            <a:extLst>
              <a:ext uri="{FF2B5EF4-FFF2-40B4-BE49-F238E27FC236}">
                <a16:creationId xmlns:a16="http://schemas.microsoft.com/office/drawing/2014/main" id="{F83D36F5-2F6D-445B-991F-CE84F2C95B9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854200" y="2654300"/>
            <a:ext cx="8483600" cy="154940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buNone/>
              <a:defRPr sz="4800">
                <a:solidFill>
                  <a:schemeClr val="bg1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zh-CN" altLang="en-US" dirty="0"/>
              <a:t>单击此处编辑论文题目</a:t>
            </a:r>
            <a:endParaRPr lang="en-US" altLang="zh-CN" dirty="0"/>
          </a:p>
          <a:p>
            <a:pPr lvl="0"/>
            <a:r>
              <a:rPr lang="zh-CN" altLang="en-US" dirty="0"/>
              <a:t>题目过长则分行</a:t>
            </a:r>
          </a:p>
        </p:txBody>
      </p:sp>
      <p:cxnSp>
        <p:nvCxnSpPr>
          <p:cNvPr id="33" name="直接连接符 32">
            <a:extLst>
              <a:ext uri="{FF2B5EF4-FFF2-40B4-BE49-F238E27FC236}">
                <a16:creationId xmlns:a16="http://schemas.microsoft.com/office/drawing/2014/main" id="{9453A12D-8B09-42EC-B3FE-7C7098A99940}"/>
              </a:ext>
            </a:extLst>
          </p:cNvPr>
          <p:cNvCxnSpPr>
            <a:cxnSpLocks/>
          </p:cNvCxnSpPr>
          <p:nvPr userDrawn="1"/>
        </p:nvCxnSpPr>
        <p:spPr>
          <a:xfrm flipV="1">
            <a:off x="11430317" y="226944"/>
            <a:ext cx="0" cy="666075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D878FD32-DB15-488E-AD47-7EA5FB2731CC}"/>
              </a:ext>
            </a:extLst>
          </p:cNvPr>
          <p:cNvCxnSpPr>
            <a:cxnSpLocks/>
          </p:cNvCxnSpPr>
          <p:nvPr userDrawn="1"/>
        </p:nvCxnSpPr>
        <p:spPr>
          <a:xfrm flipH="1">
            <a:off x="212725" y="6072346"/>
            <a:ext cx="676276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>
            <a:extLst>
              <a:ext uri="{FF2B5EF4-FFF2-40B4-BE49-F238E27FC236}">
                <a16:creationId xmlns:a16="http://schemas.microsoft.com/office/drawing/2014/main" id="{ECDF8AE6-ADDE-49FE-9F1E-8A4C95079712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750888" y="5890093"/>
            <a:ext cx="0" cy="666075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>
            <a:extLst>
              <a:ext uri="{FF2B5EF4-FFF2-40B4-BE49-F238E27FC236}">
                <a16:creationId xmlns:a16="http://schemas.microsoft.com/office/drawing/2014/main" id="{3877E0FF-156B-41CD-85D7-008DE6076ABC}"/>
              </a:ext>
            </a:extLst>
          </p:cNvPr>
          <p:cNvCxnSpPr>
            <a:cxnSpLocks/>
          </p:cNvCxnSpPr>
          <p:nvPr userDrawn="1"/>
        </p:nvCxnSpPr>
        <p:spPr>
          <a:xfrm>
            <a:off x="-236537" y="430144"/>
            <a:ext cx="15748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文本占位符 16">
            <a:extLst>
              <a:ext uri="{FF2B5EF4-FFF2-40B4-BE49-F238E27FC236}">
                <a16:creationId xmlns:a16="http://schemas.microsoft.com/office/drawing/2014/main" id="{B6609847-7DF4-44D5-847E-5182933E8E8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559300" y="4978400"/>
            <a:ext cx="3073400" cy="330200"/>
          </a:xfrm>
        </p:spPr>
        <p:txBody>
          <a:bodyPr>
            <a:noAutofit/>
          </a:bodyPr>
          <a:lstStyle>
            <a:lvl1pPr marL="0" indent="0">
              <a:buNone/>
              <a:defRPr sz="1600">
                <a:solidFill>
                  <a:schemeClr val="tx2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defRPr>
            </a:lvl1pPr>
          </a:lstStyle>
          <a:p>
            <a:pPr lvl="0"/>
            <a:r>
              <a:rPr lang="zh-CN" altLang="en-US" dirty="0"/>
              <a:t>指导老师：</a:t>
            </a:r>
            <a:r>
              <a:rPr lang="en-US" altLang="zh-CN" dirty="0"/>
              <a:t>xxx </a:t>
            </a:r>
            <a:r>
              <a:rPr lang="zh-CN" altLang="en-US" dirty="0"/>
              <a:t>丨答辩学生：</a:t>
            </a:r>
            <a:r>
              <a:rPr lang="en-US" altLang="zh-CN" dirty="0"/>
              <a:t>xxx</a:t>
            </a:r>
          </a:p>
          <a:p>
            <a:pPr lvl="0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3669908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346" userDrawn="1">
          <p15:clr>
            <a:srgbClr val="FBAE40"/>
          </p15:clr>
        </p15:guide>
        <p15:guide id="4" orient="horz" pos="3974" userDrawn="1">
          <p15:clr>
            <a:srgbClr val="FBAE40"/>
          </p15:clr>
        </p15:guide>
        <p15:guide id="5" pos="347" userDrawn="1">
          <p15:clr>
            <a:srgbClr val="FBAE40"/>
          </p15:clr>
        </p15:guide>
        <p15:guide id="6" pos="7333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深红边">
            <a:extLst>
              <a:ext uri="{FF2B5EF4-FFF2-40B4-BE49-F238E27FC236}">
                <a16:creationId xmlns:a16="http://schemas.microsoft.com/office/drawing/2014/main" id="{51CEF07F-095A-4209-A61E-397B049CD60C}"/>
              </a:ext>
            </a:extLst>
          </p:cNvPr>
          <p:cNvSpPr/>
          <p:nvPr userDrawn="1"/>
        </p:nvSpPr>
        <p:spPr>
          <a:xfrm>
            <a:off x="752703" y="1450164"/>
            <a:ext cx="3974621" cy="3974621"/>
          </a:xfrm>
          <a:prstGeom prst="ellipse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77000">
                <a:schemeClr val="accent1">
                  <a:lumMod val="50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矩形 45">
            <a:extLst>
              <a:ext uri="{FF2B5EF4-FFF2-40B4-BE49-F238E27FC236}">
                <a16:creationId xmlns:a16="http://schemas.microsoft.com/office/drawing/2014/main" id="{5ED0F42A-B3EC-43EC-9142-4FFC3262723B}"/>
              </a:ext>
            </a:extLst>
          </p:cNvPr>
          <p:cNvSpPr/>
          <p:nvPr userDrawn="1"/>
        </p:nvSpPr>
        <p:spPr>
          <a:xfrm>
            <a:off x="0" y="2168524"/>
            <a:ext cx="12192000" cy="252095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0" name="红圆 59">
            <a:extLst>
              <a:ext uri="{FF2B5EF4-FFF2-40B4-BE49-F238E27FC236}">
                <a16:creationId xmlns:a16="http://schemas.microsoft.com/office/drawing/2014/main" id="{CDB80752-DB2B-4ED6-A68C-F0E5FB5120A2}"/>
              </a:ext>
            </a:extLst>
          </p:cNvPr>
          <p:cNvSpPr/>
          <p:nvPr userDrawn="1"/>
        </p:nvSpPr>
        <p:spPr>
          <a:xfrm>
            <a:off x="822026" y="1519487"/>
            <a:ext cx="3835975" cy="3835975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阴影底">
            <a:extLst>
              <a:ext uri="{FF2B5EF4-FFF2-40B4-BE49-F238E27FC236}">
                <a16:creationId xmlns:a16="http://schemas.microsoft.com/office/drawing/2014/main" id="{0D900D85-807A-41FE-A70C-A3435CD815E6}"/>
              </a:ext>
            </a:extLst>
          </p:cNvPr>
          <p:cNvSpPr/>
          <p:nvPr userDrawn="1"/>
        </p:nvSpPr>
        <p:spPr>
          <a:xfrm>
            <a:off x="1189676" y="1887137"/>
            <a:ext cx="3100675" cy="3100675"/>
          </a:xfrm>
          <a:prstGeom prst="ellipse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77000">
                <a:schemeClr val="tx1">
                  <a:alpha val="10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1" name="白底圆">
            <a:extLst>
              <a:ext uri="{FF2B5EF4-FFF2-40B4-BE49-F238E27FC236}">
                <a16:creationId xmlns:a16="http://schemas.microsoft.com/office/drawing/2014/main" id="{0FBF51E8-1D92-4453-808F-9AA2D9321DEF}"/>
              </a:ext>
            </a:extLst>
          </p:cNvPr>
          <p:cNvSpPr/>
          <p:nvPr userDrawn="1"/>
        </p:nvSpPr>
        <p:spPr>
          <a:xfrm>
            <a:off x="1289639" y="1987100"/>
            <a:ext cx="2900749" cy="2900749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îş1idè">
            <a:extLst>
              <a:ext uri="{FF2B5EF4-FFF2-40B4-BE49-F238E27FC236}">
                <a16:creationId xmlns:a16="http://schemas.microsoft.com/office/drawing/2014/main" id="{CB8B5E11-62A9-4D8F-828D-45A99D0C0095}"/>
              </a:ext>
            </a:extLst>
          </p:cNvPr>
          <p:cNvSpPr/>
          <p:nvPr userDrawn="1"/>
        </p:nvSpPr>
        <p:spPr bwMode="auto">
          <a:xfrm>
            <a:off x="1653149" y="2331179"/>
            <a:ext cx="2173728" cy="2212591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rgbClr val="B6000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sp>
        <p:nvSpPr>
          <p:cNvPr id="36" name="亮红">
            <a:extLst>
              <a:ext uri="{FF2B5EF4-FFF2-40B4-BE49-F238E27FC236}">
                <a16:creationId xmlns:a16="http://schemas.microsoft.com/office/drawing/2014/main" id="{CF498445-B327-4B77-9563-2AF3AE1D40C5}"/>
              </a:ext>
            </a:extLst>
          </p:cNvPr>
          <p:cNvSpPr/>
          <p:nvPr userDrawn="1"/>
        </p:nvSpPr>
        <p:spPr>
          <a:xfrm rot="19199061">
            <a:off x="1084034" y="1781495"/>
            <a:ext cx="3311958" cy="3311958"/>
          </a:xfrm>
          <a:prstGeom prst="ellipse">
            <a:avLst/>
          </a:prstGeom>
          <a:noFill/>
          <a:ln w="25400"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33000">
                  <a:schemeClr val="bg1">
                    <a:alpha val="13000"/>
                  </a:schemeClr>
                </a:gs>
                <a:gs pos="67000">
                  <a:schemeClr val="bg1">
                    <a:alpha val="0"/>
                  </a:schemeClr>
                </a:gs>
                <a:gs pos="100000">
                  <a:schemeClr val="accent1">
                    <a:lumMod val="20000"/>
                    <a:lumOff val="8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3" name="任意多边形: 形状 22">
            <a:extLst>
              <a:ext uri="{FF2B5EF4-FFF2-40B4-BE49-F238E27FC236}">
                <a16:creationId xmlns:a16="http://schemas.microsoft.com/office/drawing/2014/main" id="{518C3BFD-3E62-4C0E-854A-E9F1157D8341}"/>
              </a:ext>
            </a:extLst>
          </p:cNvPr>
          <p:cNvSpPr/>
          <p:nvPr userDrawn="1"/>
        </p:nvSpPr>
        <p:spPr>
          <a:xfrm rot="19195764">
            <a:off x="841105" y="3849622"/>
            <a:ext cx="206675" cy="477641"/>
          </a:xfrm>
          <a:custGeom>
            <a:avLst/>
            <a:gdLst>
              <a:gd name="connsiteX0" fmla="*/ 264757 w 264757"/>
              <a:gd name="connsiteY0" fmla="*/ 0 h 748054"/>
              <a:gd name="connsiteX1" fmla="*/ 21869 w 264757"/>
              <a:gd name="connsiteY1" fmla="*/ 671513 h 748054"/>
              <a:gd name="connsiteX2" fmla="*/ 26632 w 264757"/>
              <a:gd name="connsiteY2" fmla="*/ 704850 h 748054"/>
              <a:gd name="connsiteX0" fmla="*/ 276283 w 276283"/>
              <a:gd name="connsiteY0" fmla="*/ 0 h 857463"/>
              <a:gd name="connsiteX1" fmla="*/ 33395 w 276283"/>
              <a:gd name="connsiteY1" fmla="*/ 671513 h 857463"/>
              <a:gd name="connsiteX2" fmla="*/ 14346 w 276283"/>
              <a:gd name="connsiteY2" fmla="*/ 847725 h 857463"/>
              <a:gd name="connsiteX0" fmla="*/ 267125 w 267125"/>
              <a:gd name="connsiteY0" fmla="*/ 0 h 851511"/>
              <a:gd name="connsiteX1" fmla="*/ 76625 w 267125"/>
              <a:gd name="connsiteY1" fmla="*/ 452438 h 851511"/>
              <a:gd name="connsiteX2" fmla="*/ 5188 w 267125"/>
              <a:gd name="connsiteY2" fmla="*/ 847725 h 851511"/>
              <a:gd name="connsiteX0" fmla="*/ 190500 w 190500"/>
              <a:gd name="connsiteY0" fmla="*/ 0 h 452438"/>
              <a:gd name="connsiteX1" fmla="*/ 0 w 190500"/>
              <a:gd name="connsiteY1" fmla="*/ 452438 h 452438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192882 w 192882"/>
              <a:gd name="connsiteY0" fmla="*/ 0 h 481012"/>
              <a:gd name="connsiteX1" fmla="*/ 0 w 192882"/>
              <a:gd name="connsiteY1" fmla="*/ 481012 h 481012"/>
              <a:gd name="connsiteX0" fmla="*/ 223839 w 223839"/>
              <a:gd name="connsiteY0" fmla="*/ 0 h 488064"/>
              <a:gd name="connsiteX1" fmla="*/ 0 w 223839"/>
              <a:gd name="connsiteY1" fmla="*/ 488064 h 488064"/>
              <a:gd name="connsiteX0" fmla="*/ 206675 w 206675"/>
              <a:gd name="connsiteY0" fmla="*/ 0 h 477641"/>
              <a:gd name="connsiteX1" fmla="*/ 0 w 206675"/>
              <a:gd name="connsiteY1" fmla="*/ 477641 h 477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06675" h="477641">
                <a:moveTo>
                  <a:pt x="206675" y="0"/>
                </a:moveTo>
                <a:cubicBezTo>
                  <a:pt x="62212" y="253207"/>
                  <a:pt x="39688" y="360166"/>
                  <a:pt x="0" y="477641"/>
                </a:cubicBezTo>
              </a:path>
            </a:pathLst>
          </a:custGeom>
          <a:noFill/>
          <a:ln w="76200" cap="rnd">
            <a:gradFill>
              <a:gsLst>
                <a:gs pos="0">
                  <a:schemeClr val="accent1">
                    <a:lumMod val="50000"/>
                    <a:alpha val="0"/>
                  </a:schemeClr>
                </a:gs>
                <a:gs pos="100000">
                  <a:schemeClr val="accent1">
                    <a:lumMod val="5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9" name="任意多边形: 形状 48">
            <a:extLst>
              <a:ext uri="{FF2B5EF4-FFF2-40B4-BE49-F238E27FC236}">
                <a16:creationId xmlns:a16="http://schemas.microsoft.com/office/drawing/2014/main" id="{DFE12B42-4038-4833-B6B7-5BB1679FB905}"/>
              </a:ext>
            </a:extLst>
          </p:cNvPr>
          <p:cNvSpPr/>
          <p:nvPr userDrawn="1"/>
        </p:nvSpPr>
        <p:spPr>
          <a:xfrm rot="21248679">
            <a:off x="827763" y="2577939"/>
            <a:ext cx="230783" cy="477126"/>
          </a:xfrm>
          <a:custGeom>
            <a:avLst/>
            <a:gdLst>
              <a:gd name="connsiteX0" fmla="*/ 264757 w 264757"/>
              <a:gd name="connsiteY0" fmla="*/ 0 h 748054"/>
              <a:gd name="connsiteX1" fmla="*/ 21869 w 264757"/>
              <a:gd name="connsiteY1" fmla="*/ 671513 h 748054"/>
              <a:gd name="connsiteX2" fmla="*/ 26632 w 264757"/>
              <a:gd name="connsiteY2" fmla="*/ 704850 h 748054"/>
              <a:gd name="connsiteX0" fmla="*/ 276283 w 276283"/>
              <a:gd name="connsiteY0" fmla="*/ 0 h 857463"/>
              <a:gd name="connsiteX1" fmla="*/ 33395 w 276283"/>
              <a:gd name="connsiteY1" fmla="*/ 671513 h 857463"/>
              <a:gd name="connsiteX2" fmla="*/ 14346 w 276283"/>
              <a:gd name="connsiteY2" fmla="*/ 847725 h 857463"/>
              <a:gd name="connsiteX0" fmla="*/ 267125 w 267125"/>
              <a:gd name="connsiteY0" fmla="*/ 0 h 851511"/>
              <a:gd name="connsiteX1" fmla="*/ 76625 w 267125"/>
              <a:gd name="connsiteY1" fmla="*/ 452438 h 851511"/>
              <a:gd name="connsiteX2" fmla="*/ 5188 w 267125"/>
              <a:gd name="connsiteY2" fmla="*/ 847725 h 851511"/>
              <a:gd name="connsiteX0" fmla="*/ 190500 w 190500"/>
              <a:gd name="connsiteY0" fmla="*/ 0 h 452438"/>
              <a:gd name="connsiteX1" fmla="*/ 0 w 190500"/>
              <a:gd name="connsiteY1" fmla="*/ 452438 h 452438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192882 w 192882"/>
              <a:gd name="connsiteY0" fmla="*/ 0 h 481012"/>
              <a:gd name="connsiteX1" fmla="*/ 0 w 192882"/>
              <a:gd name="connsiteY1" fmla="*/ 481012 h 481012"/>
              <a:gd name="connsiteX0" fmla="*/ 230783 w 230783"/>
              <a:gd name="connsiteY0" fmla="*/ 0 h 477126"/>
              <a:gd name="connsiteX1" fmla="*/ 0 w 230783"/>
              <a:gd name="connsiteY1" fmla="*/ 477126 h 477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0783" h="477126">
                <a:moveTo>
                  <a:pt x="230783" y="0"/>
                </a:moveTo>
                <a:cubicBezTo>
                  <a:pt x="86320" y="253207"/>
                  <a:pt x="39688" y="359651"/>
                  <a:pt x="0" y="477126"/>
                </a:cubicBezTo>
              </a:path>
            </a:pathLst>
          </a:custGeom>
          <a:noFill/>
          <a:ln w="76200" cap="rnd">
            <a:gradFill>
              <a:gsLst>
                <a:gs pos="0">
                  <a:schemeClr val="accent1">
                    <a:lumMod val="50000"/>
                  </a:schemeClr>
                </a:gs>
                <a:gs pos="100000">
                  <a:schemeClr val="accent1">
                    <a:lumMod val="50000"/>
                    <a:alpha val="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0" name="任意多边形: 形状 49">
            <a:extLst>
              <a:ext uri="{FF2B5EF4-FFF2-40B4-BE49-F238E27FC236}">
                <a16:creationId xmlns:a16="http://schemas.microsoft.com/office/drawing/2014/main" id="{596520BA-B8D6-4720-B29A-20FD3F7D07C3}"/>
              </a:ext>
            </a:extLst>
          </p:cNvPr>
          <p:cNvSpPr/>
          <p:nvPr userDrawn="1"/>
        </p:nvSpPr>
        <p:spPr>
          <a:xfrm rot="361308" flipH="1">
            <a:off x="4367558" y="2577310"/>
            <a:ext cx="217475" cy="472033"/>
          </a:xfrm>
          <a:custGeom>
            <a:avLst/>
            <a:gdLst>
              <a:gd name="connsiteX0" fmla="*/ 264757 w 264757"/>
              <a:gd name="connsiteY0" fmla="*/ 0 h 748054"/>
              <a:gd name="connsiteX1" fmla="*/ 21869 w 264757"/>
              <a:gd name="connsiteY1" fmla="*/ 671513 h 748054"/>
              <a:gd name="connsiteX2" fmla="*/ 26632 w 264757"/>
              <a:gd name="connsiteY2" fmla="*/ 704850 h 748054"/>
              <a:gd name="connsiteX0" fmla="*/ 276283 w 276283"/>
              <a:gd name="connsiteY0" fmla="*/ 0 h 857463"/>
              <a:gd name="connsiteX1" fmla="*/ 33395 w 276283"/>
              <a:gd name="connsiteY1" fmla="*/ 671513 h 857463"/>
              <a:gd name="connsiteX2" fmla="*/ 14346 w 276283"/>
              <a:gd name="connsiteY2" fmla="*/ 847725 h 857463"/>
              <a:gd name="connsiteX0" fmla="*/ 267125 w 267125"/>
              <a:gd name="connsiteY0" fmla="*/ 0 h 851511"/>
              <a:gd name="connsiteX1" fmla="*/ 76625 w 267125"/>
              <a:gd name="connsiteY1" fmla="*/ 452438 h 851511"/>
              <a:gd name="connsiteX2" fmla="*/ 5188 w 267125"/>
              <a:gd name="connsiteY2" fmla="*/ 847725 h 851511"/>
              <a:gd name="connsiteX0" fmla="*/ 190500 w 190500"/>
              <a:gd name="connsiteY0" fmla="*/ 0 h 452438"/>
              <a:gd name="connsiteX1" fmla="*/ 0 w 190500"/>
              <a:gd name="connsiteY1" fmla="*/ 452438 h 452438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192882 w 192882"/>
              <a:gd name="connsiteY0" fmla="*/ 0 h 481012"/>
              <a:gd name="connsiteX1" fmla="*/ 0 w 192882"/>
              <a:gd name="connsiteY1" fmla="*/ 481012 h 481012"/>
              <a:gd name="connsiteX0" fmla="*/ 230105 w 230105"/>
              <a:gd name="connsiteY0" fmla="*/ 0 h 470700"/>
              <a:gd name="connsiteX1" fmla="*/ 0 w 230105"/>
              <a:gd name="connsiteY1" fmla="*/ 470700 h 470700"/>
              <a:gd name="connsiteX0" fmla="*/ 217475 w 217475"/>
              <a:gd name="connsiteY0" fmla="*/ 0 h 472033"/>
              <a:gd name="connsiteX1" fmla="*/ 0 w 217475"/>
              <a:gd name="connsiteY1" fmla="*/ 472033 h 4720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7475" h="472033">
                <a:moveTo>
                  <a:pt x="217475" y="0"/>
                </a:moveTo>
                <a:cubicBezTo>
                  <a:pt x="73012" y="253207"/>
                  <a:pt x="39688" y="354558"/>
                  <a:pt x="0" y="472033"/>
                </a:cubicBezTo>
              </a:path>
            </a:pathLst>
          </a:custGeom>
          <a:noFill/>
          <a:ln w="76200" cap="rnd">
            <a:gradFill>
              <a:gsLst>
                <a:gs pos="0">
                  <a:schemeClr val="accent1">
                    <a:lumMod val="50000"/>
                  </a:schemeClr>
                </a:gs>
                <a:gs pos="100000">
                  <a:schemeClr val="accent1">
                    <a:lumMod val="50000"/>
                    <a:alpha val="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1" name="任意多边形: 形状 50">
            <a:extLst>
              <a:ext uri="{FF2B5EF4-FFF2-40B4-BE49-F238E27FC236}">
                <a16:creationId xmlns:a16="http://schemas.microsoft.com/office/drawing/2014/main" id="{8D3B0597-2CAF-4BA3-AD37-D1FC4044CD7E}"/>
              </a:ext>
            </a:extLst>
          </p:cNvPr>
          <p:cNvSpPr/>
          <p:nvPr userDrawn="1"/>
        </p:nvSpPr>
        <p:spPr>
          <a:xfrm rot="2079197" flipH="1">
            <a:off x="4390878" y="3837291"/>
            <a:ext cx="156865" cy="507021"/>
          </a:xfrm>
          <a:custGeom>
            <a:avLst/>
            <a:gdLst>
              <a:gd name="connsiteX0" fmla="*/ 264757 w 264757"/>
              <a:gd name="connsiteY0" fmla="*/ 0 h 748054"/>
              <a:gd name="connsiteX1" fmla="*/ 21869 w 264757"/>
              <a:gd name="connsiteY1" fmla="*/ 671513 h 748054"/>
              <a:gd name="connsiteX2" fmla="*/ 26632 w 264757"/>
              <a:gd name="connsiteY2" fmla="*/ 704850 h 748054"/>
              <a:gd name="connsiteX0" fmla="*/ 276283 w 276283"/>
              <a:gd name="connsiteY0" fmla="*/ 0 h 857463"/>
              <a:gd name="connsiteX1" fmla="*/ 33395 w 276283"/>
              <a:gd name="connsiteY1" fmla="*/ 671513 h 857463"/>
              <a:gd name="connsiteX2" fmla="*/ 14346 w 276283"/>
              <a:gd name="connsiteY2" fmla="*/ 847725 h 857463"/>
              <a:gd name="connsiteX0" fmla="*/ 267125 w 267125"/>
              <a:gd name="connsiteY0" fmla="*/ 0 h 851511"/>
              <a:gd name="connsiteX1" fmla="*/ 76625 w 267125"/>
              <a:gd name="connsiteY1" fmla="*/ 452438 h 851511"/>
              <a:gd name="connsiteX2" fmla="*/ 5188 w 267125"/>
              <a:gd name="connsiteY2" fmla="*/ 847725 h 851511"/>
              <a:gd name="connsiteX0" fmla="*/ 190500 w 190500"/>
              <a:gd name="connsiteY0" fmla="*/ 0 h 452438"/>
              <a:gd name="connsiteX1" fmla="*/ 0 w 190500"/>
              <a:gd name="connsiteY1" fmla="*/ 452438 h 452438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192882 w 192882"/>
              <a:gd name="connsiteY0" fmla="*/ 0 h 481012"/>
              <a:gd name="connsiteX1" fmla="*/ 0 w 192882"/>
              <a:gd name="connsiteY1" fmla="*/ 481012 h 481012"/>
              <a:gd name="connsiteX0" fmla="*/ 202782 w 202782"/>
              <a:gd name="connsiteY0" fmla="*/ 0 h 473058"/>
              <a:gd name="connsiteX1" fmla="*/ 0 w 202782"/>
              <a:gd name="connsiteY1" fmla="*/ 473058 h 473058"/>
              <a:gd name="connsiteX0" fmla="*/ 182982 w 182982"/>
              <a:gd name="connsiteY0" fmla="*/ 0 h 488968"/>
              <a:gd name="connsiteX1" fmla="*/ 0 w 182982"/>
              <a:gd name="connsiteY1" fmla="*/ 488968 h 488968"/>
              <a:gd name="connsiteX0" fmla="*/ 170922 w 170922"/>
              <a:gd name="connsiteY0" fmla="*/ 0 h 505024"/>
              <a:gd name="connsiteX1" fmla="*/ 0 w 170922"/>
              <a:gd name="connsiteY1" fmla="*/ 505024 h 505024"/>
              <a:gd name="connsiteX0" fmla="*/ 156865 w 156865"/>
              <a:gd name="connsiteY0" fmla="*/ 0 h 507021"/>
              <a:gd name="connsiteX1" fmla="*/ 0 w 156865"/>
              <a:gd name="connsiteY1" fmla="*/ 507021 h 50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6865" h="507021">
                <a:moveTo>
                  <a:pt x="156865" y="0"/>
                </a:moveTo>
                <a:cubicBezTo>
                  <a:pt x="12402" y="253207"/>
                  <a:pt x="39688" y="389546"/>
                  <a:pt x="0" y="507021"/>
                </a:cubicBezTo>
              </a:path>
            </a:pathLst>
          </a:custGeom>
          <a:noFill/>
          <a:ln w="76200" cap="rnd">
            <a:gradFill>
              <a:gsLst>
                <a:gs pos="0">
                  <a:schemeClr val="accent1">
                    <a:lumMod val="50000"/>
                    <a:alpha val="0"/>
                  </a:schemeClr>
                </a:gs>
                <a:gs pos="100000">
                  <a:schemeClr val="accent1">
                    <a:lumMod val="5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6" name="文本框 55">
            <a:extLst>
              <a:ext uri="{FF2B5EF4-FFF2-40B4-BE49-F238E27FC236}">
                <a16:creationId xmlns:a16="http://schemas.microsoft.com/office/drawing/2014/main" id="{34CD844A-958D-46B0-8702-6907AB80E794}"/>
              </a:ext>
            </a:extLst>
          </p:cNvPr>
          <p:cNvSpPr txBox="1"/>
          <p:nvPr userDrawn="1"/>
        </p:nvSpPr>
        <p:spPr>
          <a:xfrm>
            <a:off x="10529888" y="6203935"/>
            <a:ext cx="140678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57" name="文本框 56">
            <a:extLst>
              <a:ext uri="{FF2B5EF4-FFF2-40B4-BE49-F238E27FC236}">
                <a16:creationId xmlns:a16="http://schemas.microsoft.com/office/drawing/2014/main" id="{7AA1AD17-91C2-424F-9E74-1C92BE9293BB}"/>
              </a:ext>
            </a:extLst>
          </p:cNvPr>
          <p:cNvSpPr txBox="1"/>
          <p:nvPr userDrawn="1"/>
        </p:nvSpPr>
        <p:spPr>
          <a:xfrm>
            <a:off x="10943533" y="436872"/>
            <a:ext cx="100266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毕业论文答辩</a:t>
            </a:r>
          </a:p>
        </p:txBody>
      </p:sp>
      <p:cxnSp>
        <p:nvCxnSpPr>
          <p:cNvPr id="76" name="直接连接符 75">
            <a:extLst>
              <a:ext uri="{FF2B5EF4-FFF2-40B4-BE49-F238E27FC236}">
                <a16:creationId xmlns:a16="http://schemas.microsoft.com/office/drawing/2014/main" id="{7FA098F1-FB25-48BA-A880-83D834755CA6}"/>
              </a:ext>
            </a:extLst>
          </p:cNvPr>
          <p:cNvCxnSpPr>
            <a:cxnSpLocks/>
          </p:cNvCxnSpPr>
          <p:nvPr userDrawn="1"/>
        </p:nvCxnSpPr>
        <p:spPr>
          <a:xfrm>
            <a:off x="10912475" y="667940"/>
            <a:ext cx="871538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接连接符 78">
            <a:extLst>
              <a:ext uri="{FF2B5EF4-FFF2-40B4-BE49-F238E27FC236}">
                <a16:creationId xmlns:a16="http://schemas.microsoft.com/office/drawing/2014/main" id="{50D0F516-13DD-405E-9554-AA55BA88DE1E}"/>
              </a:ext>
            </a:extLst>
          </p:cNvPr>
          <p:cNvCxnSpPr>
            <a:cxnSpLocks/>
          </p:cNvCxnSpPr>
          <p:nvPr userDrawn="1"/>
        </p:nvCxnSpPr>
        <p:spPr>
          <a:xfrm>
            <a:off x="10491788" y="6443806"/>
            <a:ext cx="1344612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FB8A3A63-6797-4CDC-99CB-709F3240CAD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027083" y="2464256"/>
            <a:ext cx="6374027" cy="1500188"/>
          </a:xfrm>
        </p:spPr>
        <p:txBody>
          <a:bodyPr/>
          <a:lstStyle>
            <a:lvl1pPr marL="0" indent="0">
              <a:lnSpc>
                <a:spcPct val="100000"/>
              </a:lnSpc>
              <a:buNone/>
              <a:defRPr sz="4800">
                <a:solidFill>
                  <a:schemeClr val="bg1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zh-CN" altLang="en-US" dirty="0"/>
              <a:t>单击此处编辑论文题目题目过长则分行</a:t>
            </a:r>
          </a:p>
        </p:txBody>
      </p:sp>
      <p:sp>
        <p:nvSpPr>
          <p:cNvPr id="11" name="文本占位符 10">
            <a:extLst>
              <a:ext uri="{FF2B5EF4-FFF2-40B4-BE49-F238E27FC236}">
                <a16:creationId xmlns:a16="http://schemas.microsoft.com/office/drawing/2014/main" id="{6E8CC6F2-371B-41DD-B896-19135269025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027083" y="4188936"/>
            <a:ext cx="3067050" cy="420496"/>
          </a:xfr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zh-CN" altLang="en-US" dirty="0"/>
              <a:t>指导老师：</a:t>
            </a:r>
            <a:r>
              <a:rPr lang="en-US" altLang="zh-CN" dirty="0"/>
              <a:t>xxx </a:t>
            </a:r>
            <a:r>
              <a:rPr lang="zh-CN" altLang="en-US" dirty="0"/>
              <a:t>丨答辩学生：</a:t>
            </a:r>
            <a:r>
              <a:rPr lang="en-US" altLang="zh-CN" dirty="0"/>
              <a:t>xxx</a:t>
            </a:r>
          </a:p>
        </p:txBody>
      </p:sp>
    </p:spTree>
    <p:extLst>
      <p:ext uri="{BB962C8B-B14F-4D97-AF65-F5344CB8AC3E}">
        <p14:creationId xmlns:p14="http://schemas.microsoft.com/office/powerpoint/2010/main" val="31927691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orient="horz" pos="913" userDrawn="1">
          <p15:clr>
            <a:srgbClr val="FBAE40"/>
          </p15:clr>
        </p15:guide>
        <p15:guide id="4" orient="horz" pos="3407" userDrawn="1">
          <p15:clr>
            <a:srgbClr val="FBAE40"/>
          </p15:clr>
        </p15:guide>
        <p15:guide id="5" orient="horz" pos="391" userDrawn="1">
          <p15:clr>
            <a:srgbClr val="FBAE40"/>
          </p15:clr>
        </p15:guide>
        <p15:guide id="6" orient="horz" pos="3952" userDrawn="1">
          <p15:clr>
            <a:srgbClr val="FBAE40"/>
          </p15:clr>
        </p15:guide>
        <p15:guide id="7" orient="horz" pos="2954" userDrawn="1">
          <p15:clr>
            <a:srgbClr val="FBAE40"/>
          </p15:clr>
        </p15:guide>
        <p15:guide id="9" orient="horz" pos="1366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目录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>
            <a:extLst>
              <a:ext uri="{FF2B5EF4-FFF2-40B4-BE49-F238E27FC236}">
                <a16:creationId xmlns:a16="http://schemas.microsoft.com/office/drawing/2014/main" id="{BCF6D67E-0A9A-4844-A6C6-268B9DCEB699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2F31AE96-0015-45C4-91FA-0ABB549CB289}"/>
              </a:ext>
            </a:extLst>
          </p:cNvPr>
          <p:cNvSpPr/>
          <p:nvPr userDrawn="1"/>
        </p:nvSpPr>
        <p:spPr>
          <a:xfrm>
            <a:off x="550863" y="549275"/>
            <a:ext cx="11090275" cy="57594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6F07AA9E-0003-4BFB-9176-5B7A8967DCAE}"/>
              </a:ext>
            </a:extLst>
          </p:cNvPr>
          <p:cNvGrpSpPr/>
          <p:nvPr userDrawn="1"/>
        </p:nvGrpSpPr>
        <p:grpSpPr>
          <a:xfrm>
            <a:off x="212725" y="5890093"/>
            <a:ext cx="676276" cy="666075"/>
            <a:chOff x="212725" y="5890093"/>
            <a:chExt cx="676276" cy="666075"/>
          </a:xfrm>
        </p:grpSpPr>
        <p:cxnSp>
          <p:nvCxnSpPr>
            <p:cNvPr id="5" name="直接连接符 4">
              <a:extLst>
                <a:ext uri="{FF2B5EF4-FFF2-40B4-BE49-F238E27FC236}">
                  <a16:creationId xmlns:a16="http://schemas.microsoft.com/office/drawing/2014/main" id="{ED34BDB3-3D0B-4189-8ED3-68305C5827DA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212725" y="6072346"/>
              <a:ext cx="676276" cy="0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接连接符 5">
              <a:extLst>
                <a:ext uri="{FF2B5EF4-FFF2-40B4-BE49-F238E27FC236}">
                  <a16:creationId xmlns:a16="http://schemas.microsoft.com/office/drawing/2014/main" id="{CF82C551-2FC1-471E-B2D9-FF6389A0376C}"/>
                </a:ext>
              </a:extLst>
            </p:cNvPr>
            <p:cNvCxnSpPr>
              <a:cxnSpLocks/>
            </p:cNvCxnSpPr>
            <p:nvPr userDrawn="1"/>
          </p:nvCxnSpPr>
          <p:spPr>
            <a:xfrm flipH="1" flipV="1">
              <a:off x="750888" y="5890093"/>
              <a:ext cx="0" cy="666075"/>
            </a:xfrm>
            <a:prstGeom prst="line">
              <a:avLst/>
            </a:prstGeom>
            <a:ln w="444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763DB9F4-7CA5-4E69-97AC-1ED975162DB5}"/>
              </a:ext>
            </a:extLst>
          </p:cNvPr>
          <p:cNvGrpSpPr/>
          <p:nvPr userDrawn="1"/>
        </p:nvGrpSpPr>
        <p:grpSpPr>
          <a:xfrm flipH="1">
            <a:off x="11287805" y="5890093"/>
            <a:ext cx="676276" cy="666075"/>
            <a:chOff x="11287805" y="5890093"/>
            <a:chExt cx="676276" cy="666075"/>
          </a:xfrm>
        </p:grpSpPr>
        <p:cxnSp>
          <p:nvCxnSpPr>
            <p:cNvPr id="7" name="直接连接符 6">
              <a:extLst>
                <a:ext uri="{FF2B5EF4-FFF2-40B4-BE49-F238E27FC236}">
                  <a16:creationId xmlns:a16="http://schemas.microsoft.com/office/drawing/2014/main" id="{6B247CE5-FF0D-468B-AB6D-2B85B04B1DE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1287805" y="6072346"/>
              <a:ext cx="676276" cy="0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接连接符 7">
              <a:extLst>
                <a:ext uri="{FF2B5EF4-FFF2-40B4-BE49-F238E27FC236}">
                  <a16:creationId xmlns:a16="http://schemas.microsoft.com/office/drawing/2014/main" id="{06188619-DFEE-4FDF-B620-EA65D052BB49}"/>
                </a:ext>
              </a:extLst>
            </p:cNvPr>
            <p:cNvCxnSpPr>
              <a:cxnSpLocks/>
            </p:cNvCxnSpPr>
            <p:nvPr userDrawn="1"/>
          </p:nvCxnSpPr>
          <p:spPr>
            <a:xfrm flipV="1">
              <a:off x="11825968" y="5890093"/>
              <a:ext cx="0" cy="666075"/>
            </a:xfrm>
            <a:prstGeom prst="line">
              <a:avLst/>
            </a:prstGeom>
            <a:ln w="444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矩形 11">
            <a:extLst>
              <a:ext uri="{FF2B5EF4-FFF2-40B4-BE49-F238E27FC236}">
                <a16:creationId xmlns:a16="http://schemas.microsoft.com/office/drawing/2014/main" id="{571BF8D3-3030-4575-9640-FDC292B0CD7F}"/>
              </a:ext>
            </a:extLst>
          </p:cNvPr>
          <p:cNvSpPr/>
          <p:nvPr userDrawn="1"/>
        </p:nvSpPr>
        <p:spPr>
          <a:xfrm>
            <a:off x="7450667" y="541846"/>
            <a:ext cx="5785944" cy="5759448"/>
          </a:xfrm>
          <a:prstGeom prst="rect">
            <a:avLst/>
          </a:prstGeom>
          <a:blipFill dpi="0" rotWithShape="1">
            <a:blip r:embed="rId2" cstate="email">
              <a:alphaModFix amt="3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1610" t="460" r="1610" b="46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0F5F50C5-19D8-4A54-8C36-532DA2DC4000}"/>
              </a:ext>
            </a:extLst>
          </p:cNvPr>
          <p:cNvGrpSpPr/>
          <p:nvPr userDrawn="1"/>
        </p:nvGrpSpPr>
        <p:grpSpPr>
          <a:xfrm>
            <a:off x="976629" y="1085850"/>
            <a:ext cx="1551305" cy="967620"/>
            <a:chOff x="326181" y="2990850"/>
            <a:chExt cx="1913196" cy="1193348"/>
          </a:xfrm>
        </p:grpSpPr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8BDB546E-90C0-4E3B-8AC9-0A3817B08523}"/>
                </a:ext>
              </a:extLst>
            </p:cNvPr>
            <p:cNvSpPr txBox="1"/>
            <p:nvPr userDrawn="1"/>
          </p:nvSpPr>
          <p:spPr>
            <a:xfrm>
              <a:off x="326181" y="3072385"/>
              <a:ext cx="1913196" cy="797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3600" spc="600" dirty="0">
                  <a:solidFill>
                    <a:schemeClr val="accent1"/>
                  </a:solidFill>
                  <a:latin typeface="思源宋体 CN Heavy" panose="02020900000000000000" pitchFamily="18" charset="-122"/>
                  <a:ea typeface="思源宋体 CN Heavy" panose="02020900000000000000" pitchFamily="18" charset="-122"/>
                </a:rPr>
                <a:t>目录</a:t>
              </a:r>
            </a:p>
          </p:txBody>
        </p:sp>
        <p:sp>
          <p:nvSpPr>
            <p:cNvPr id="14" name="文本框 13">
              <a:extLst>
                <a:ext uri="{FF2B5EF4-FFF2-40B4-BE49-F238E27FC236}">
                  <a16:creationId xmlns:a16="http://schemas.microsoft.com/office/drawing/2014/main" id="{7404B554-507F-4A78-82B8-3752411FF48C}"/>
                </a:ext>
              </a:extLst>
            </p:cNvPr>
            <p:cNvSpPr txBox="1"/>
            <p:nvPr userDrawn="1"/>
          </p:nvSpPr>
          <p:spPr>
            <a:xfrm>
              <a:off x="347056" y="3765038"/>
              <a:ext cx="1805392" cy="4175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en-US" altLang="zh-CN" sz="1600" spc="100" baseline="0" dirty="0">
                  <a:solidFill>
                    <a:schemeClr val="accent1"/>
                  </a:solidFill>
                  <a:latin typeface="Alibaba Sans Medium" panose="020B0603020203040204" pitchFamily="34" charset="0"/>
                  <a:cs typeface="Alibaba Sans Medium" panose="020B0603020203040204" pitchFamily="34" charset="0"/>
                </a:rPr>
                <a:t>CONTENTS</a:t>
              </a:r>
              <a:endParaRPr lang="zh-CN" altLang="en-US" sz="1600" spc="100" baseline="0" dirty="0">
                <a:solidFill>
                  <a:schemeClr val="accent1"/>
                </a:solidFill>
                <a:latin typeface="Alibaba Sans Medium" panose="020B0603020203040204" pitchFamily="34" charset="0"/>
                <a:cs typeface="Alibaba Sans Medium" panose="020B0603020203040204" pitchFamily="34" charset="0"/>
              </a:endParaRPr>
            </a:p>
          </p:txBody>
        </p:sp>
        <p:cxnSp>
          <p:nvCxnSpPr>
            <p:cNvPr id="15" name="直接连接符 14">
              <a:extLst>
                <a:ext uri="{FF2B5EF4-FFF2-40B4-BE49-F238E27FC236}">
                  <a16:creationId xmlns:a16="http://schemas.microsoft.com/office/drawing/2014/main" id="{23F338EC-4F96-4CDF-9A28-F58438FFB9C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66918" y="2990850"/>
              <a:ext cx="1553997" cy="0"/>
            </a:xfrm>
            <a:prstGeom prst="line">
              <a:avLst/>
            </a:prstGeom>
            <a:ln w="190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接连接符 16">
              <a:extLst>
                <a:ext uri="{FF2B5EF4-FFF2-40B4-BE49-F238E27FC236}">
                  <a16:creationId xmlns:a16="http://schemas.microsoft.com/office/drawing/2014/main" id="{D0F8F48B-6E6E-4563-B4FD-54AE84F5D44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66918" y="4184198"/>
              <a:ext cx="1553997" cy="0"/>
            </a:xfrm>
            <a:prstGeom prst="line">
              <a:avLst/>
            </a:prstGeom>
            <a:ln w="190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矩形 8">
            <a:extLst>
              <a:ext uri="{FF2B5EF4-FFF2-40B4-BE49-F238E27FC236}">
                <a16:creationId xmlns:a16="http://schemas.microsoft.com/office/drawing/2014/main" id="{87444448-9C6D-44CB-B4EC-BA5993C62039}"/>
              </a:ext>
            </a:extLst>
          </p:cNvPr>
          <p:cNvSpPr/>
          <p:nvPr userDrawn="1"/>
        </p:nvSpPr>
        <p:spPr>
          <a:xfrm>
            <a:off x="10382250" y="1089025"/>
            <a:ext cx="717550" cy="717550"/>
          </a:xfrm>
          <a:prstGeom prst="rect">
            <a:avLst/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900" dirty="0">
                <a:solidFill>
                  <a:schemeClr val="tx1"/>
                </a:solidFill>
                <a:latin typeface="思源宋体 CN" panose="02020400000000000000" pitchFamily="18" charset="-122"/>
                <a:ea typeface="思源宋体 CN" panose="02020400000000000000" pitchFamily="18" charset="-122"/>
              </a:rPr>
              <a:t>团结 勤奋</a:t>
            </a:r>
            <a:endParaRPr lang="en-US" altLang="zh-CN" sz="900" dirty="0">
              <a:solidFill>
                <a:schemeClr val="tx1"/>
              </a:solidFill>
              <a:latin typeface="思源宋体 CN" panose="02020400000000000000" pitchFamily="18" charset="-122"/>
              <a:ea typeface="思源宋体 CN" panose="02020400000000000000" pitchFamily="18" charset="-122"/>
            </a:endParaRPr>
          </a:p>
          <a:p>
            <a:pPr marL="0" marR="0" lvl="0" indent="0" algn="ctr" defTabSz="914400" rtl="0" eaLnBrk="1" fontAlgn="auto" latinLnBrk="0" hangingPunct="1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900" dirty="0">
                <a:solidFill>
                  <a:schemeClr val="tx1"/>
                </a:solidFill>
                <a:latin typeface="思源宋体 CN" panose="02020400000000000000" pitchFamily="18" charset="-122"/>
                <a:ea typeface="思源宋体 CN" panose="02020400000000000000" pitchFamily="18" charset="-122"/>
              </a:rPr>
              <a:t>求是</a:t>
            </a:r>
            <a:r>
              <a:rPr lang="en-US" altLang="zh-CN" sz="900" dirty="0">
                <a:solidFill>
                  <a:schemeClr val="tx1"/>
                </a:solidFill>
                <a:latin typeface="思源宋体 CN" panose="02020400000000000000" pitchFamily="18" charset="-122"/>
                <a:ea typeface="思源宋体 CN" panose="02020400000000000000" pitchFamily="18" charset="-122"/>
              </a:rPr>
              <a:t> </a:t>
            </a:r>
            <a:r>
              <a:rPr lang="zh-CN" altLang="en-US" sz="900" dirty="0">
                <a:solidFill>
                  <a:schemeClr val="tx1"/>
                </a:solidFill>
                <a:latin typeface="思源宋体 CN" panose="02020400000000000000" pitchFamily="18" charset="-122"/>
                <a:ea typeface="思源宋体 CN" panose="02020400000000000000" pitchFamily="18" charset="-122"/>
              </a:rPr>
              <a:t>创新</a:t>
            </a:r>
          </a:p>
        </p:txBody>
      </p:sp>
    </p:spTree>
    <p:extLst>
      <p:ext uri="{BB962C8B-B14F-4D97-AF65-F5344CB8AC3E}">
        <p14:creationId xmlns:p14="http://schemas.microsoft.com/office/powerpoint/2010/main" val="27838598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orient="horz" pos="346" userDrawn="1">
          <p15:clr>
            <a:srgbClr val="FBAE40"/>
          </p15:clr>
        </p15:guide>
        <p15:guide id="4" pos="347" userDrawn="1">
          <p15:clr>
            <a:srgbClr val="FBAE40"/>
          </p15:clr>
        </p15:guide>
        <p15:guide id="5" orient="horz" pos="3974" userDrawn="1">
          <p15:clr>
            <a:srgbClr val="FBAE40"/>
          </p15:clr>
        </p15:guide>
        <p15:guide id="6" pos="7333" userDrawn="1">
          <p15:clr>
            <a:srgbClr val="FBAE40"/>
          </p15:clr>
        </p15:guide>
        <p15:guide id="7" pos="688" userDrawn="1">
          <p15:clr>
            <a:srgbClr val="FBAE40"/>
          </p15:clr>
        </p15:guide>
        <p15:guide id="8" pos="6992" userDrawn="1">
          <p15:clr>
            <a:srgbClr val="FBAE40"/>
          </p15:clr>
        </p15:guide>
        <p15:guide id="9" orient="horz" pos="686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目录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任意多边形: 形状 11">
            <a:extLst>
              <a:ext uri="{FF2B5EF4-FFF2-40B4-BE49-F238E27FC236}">
                <a16:creationId xmlns:a16="http://schemas.microsoft.com/office/drawing/2014/main" id="{F7816E3A-5240-4C2A-9B74-793BEF9FC841}"/>
              </a:ext>
            </a:extLst>
          </p:cNvPr>
          <p:cNvSpPr/>
          <p:nvPr userDrawn="1"/>
        </p:nvSpPr>
        <p:spPr>
          <a:xfrm>
            <a:off x="-15240" y="1557338"/>
            <a:ext cx="12207240" cy="3743326"/>
          </a:xfrm>
          <a:custGeom>
            <a:avLst/>
            <a:gdLst>
              <a:gd name="connsiteX0" fmla="*/ 0 w 12192000"/>
              <a:gd name="connsiteY0" fmla="*/ 0 h 3743326"/>
              <a:gd name="connsiteX1" fmla="*/ 5191587 w 12192000"/>
              <a:gd name="connsiteY1" fmla="*/ 0 h 3743326"/>
              <a:gd name="connsiteX2" fmla="*/ 5210164 w 12192000"/>
              <a:gd name="connsiteY2" fmla="*/ 184281 h 3743326"/>
              <a:gd name="connsiteX3" fmla="*/ 6105987 w 12192000"/>
              <a:gd name="connsiteY3" fmla="*/ 914398 h 3743326"/>
              <a:gd name="connsiteX4" fmla="*/ 7001811 w 12192000"/>
              <a:gd name="connsiteY4" fmla="*/ 184281 h 3743326"/>
              <a:gd name="connsiteX5" fmla="*/ 7020388 w 12192000"/>
              <a:gd name="connsiteY5" fmla="*/ 0 h 3743326"/>
              <a:gd name="connsiteX6" fmla="*/ 12192000 w 12192000"/>
              <a:gd name="connsiteY6" fmla="*/ 0 h 3743326"/>
              <a:gd name="connsiteX7" fmla="*/ 12192000 w 12192000"/>
              <a:gd name="connsiteY7" fmla="*/ 3743326 h 3743326"/>
              <a:gd name="connsiteX8" fmla="*/ 0 w 12192000"/>
              <a:gd name="connsiteY8" fmla="*/ 3743326 h 3743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92000" h="3743326">
                <a:moveTo>
                  <a:pt x="0" y="0"/>
                </a:moveTo>
                <a:lnTo>
                  <a:pt x="5191587" y="0"/>
                </a:lnTo>
                <a:lnTo>
                  <a:pt x="5210164" y="184281"/>
                </a:lnTo>
                <a:cubicBezTo>
                  <a:pt x="5295428" y="600958"/>
                  <a:pt x="5664104" y="914398"/>
                  <a:pt x="6105987" y="914398"/>
                </a:cubicBezTo>
                <a:cubicBezTo>
                  <a:pt x="6547871" y="914398"/>
                  <a:pt x="6916546" y="600958"/>
                  <a:pt x="7001811" y="184281"/>
                </a:cubicBezTo>
                <a:lnTo>
                  <a:pt x="7020388" y="0"/>
                </a:lnTo>
                <a:lnTo>
                  <a:pt x="12192000" y="0"/>
                </a:lnTo>
                <a:lnTo>
                  <a:pt x="12192000" y="3743326"/>
                </a:lnTo>
                <a:lnTo>
                  <a:pt x="0" y="3743326"/>
                </a:lnTo>
                <a:close/>
              </a:path>
            </a:pathLst>
          </a:custGeom>
          <a:solidFill>
            <a:schemeClr val="accent1">
              <a:alpha val="1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96" name="矩形 95">
            <a:extLst>
              <a:ext uri="{FF2B5EF4-FFF2-40B4-BE49-F238E27FC236}">
                <a16:creationId xmlns:a16="http://schemas.microsoft.com/office/drawing/2014/main" id="{B2CFC26A-7297-4645-8C4F-71D407D56F23}"/>
              </a:ext>
            </a:extLst>
          </p:cNvPr>
          <p:cNvSpPr/>
          <p:nvPr userDrawn="1"/>
        </p:nvSpPr>
        <p:spPr>
          <a:xfrm>
            <a:off x="-15240" y="1557336"/>
            <a:ext cx="707666" cy="3743326"/>
          </a:xfrm>
          <a:prstGeom prst="rect">
            <a:avLst/>
          </a:prstGeom>
          <a:solidFill>
            <a:schemeClr val="accent1">
              <a:alpha val="97000"/>
            </a:schemeClr>
          </a:solidFill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矩形 133">
            <a:extLst>
              <a:ext uri="{FF2B5EF4-FFF2-40B4-BE49-F238E27FC236}">
                <a16:creationId xmlns:a16="http://schemas.microsoft.com/office/drawing/2014/main" id="{44959E18-18B0-4CC0-BB05-DECCF801CA17}"/>
              </a:ext>
            </a:extLst>
          </p:cNvPr>
          <p:cNvSpPr/>
          <p:nvPr userDrawn="1"/>
        </p:nvSpPr>
        <p:spPr>
          <a:xfrm>
            <a:off x="662102" y="1557336"/>
            <a:ext cx="707666" cy="3743326"/>
          </a:xfrm>
          <a:prstGeom prst="rect">
            <a:avLst/>
          </a:prstGeom>
          <a:solidFill>
            <a:schemeClr val="accent1">
              <a:lumMod val="98529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35" name="矩形 134">
            <a:extLst>
              <a:ext uri="{FF2B5EF4-FFF2-40B4-BE49-F238E27FC236}">
                <a16:creationId xmlns:a16="http://schemas.microsoft.com/office/drawing/2014/main" id="{47035536-1E6E-4C9C-AB17-01F5E6514150}"/>
              </a:ext>
            </a:extLst>
          </p:cNvPr>
          <p:cNvSpPr/>
          <p:nvPr userDrawn="1"/>
        </p:nvSpPr>
        <p:spPr>
          <a:xfrm>
            <a:off x="1339444" y="1557336"/>
            <a:ext cx="707666" cy="3743326"/>
          </a:xfrm>
          <a:prstGeom prst="rect">
            <a:avLst/>
          </a:prstGeom>
          <a:solidFill>
            <a:schemeClr val="accent1">
              <a:lumMod val="97059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36" name="矩形 135">
            <a:extLst>
              <a:ext uri="{FF2B5EF4-FFF2-40B4-BE49-F238E27FC236}">
                <a16:creationId xmlns:a16="http://schemas.microsoft.com/office/drawing/2014/main" id="{E51A3C6E-B3D3-4037-BAFF-4AF83E9F9B2D}"/>
              </a:ext>
            </a:extLst>
          </p:cNvPr>
          <p:cNvSpPr/>
          <p:nvPr userDrawn="1"/>
        </p:nvSpPr>
        <p:spPr>
          <a:xfrm>
            <a:off x="2016786" y="1557336"/>
            <a:ext cx="707666" cy="3743326"/>
          </a:xfrm>
          <a:prstGeom prst="rect">
            <a:avLst/>
          </a:prstGeom>
          <a:solidFill>
            <a:schemeClr val="accent1">
              <a:lumMod val="95588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 dirty="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37" name="矩形 136">
            <a:extLst>
              <a:ext uri="{FF2B5EF4-FFF2-40B4-BE49-F238E27FC236}">
                <a16:creationId xmlns:a16="http://schemas.microsoft.com/office/drawing/2014/main" id="{6C7CFBEB-93E6-4BE0-B943-3BFAFA3B5457}"/>
              </a:ext>
            </a:extLst>
          </p:cNvPr>
          <p:cNvSpPr/>
          <p:nvPr userDrawn="1"/>
        </p:nvSpPr>
        <p:spPr>
          <a:xfrm>
            <a:off x="2694128" y="1557336"/>
            <a:ext cx="707666" cy="3743326"/>
          </a:xfrm>
          <a:prstGeom prst="rect">
            <a:avLst/>
          </a:prstGeom>
          <a:solidFill>
            <a:schemeClr val="accent1">
              <a:lumMod val="94118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38" name="矩形 137">
            <a:extLst>
              <a:ext uri="{FF2B5EF4-FFF2-40B4-BE49-F238E27FC236}">
                <a16:creationId xmlns:a16="http://schemas.microsoft.com/office/drawing/2014/main" id="{0915DF5A-A5F4-4C73-899B-FCBBF62CF7AE}"/>
              </a:ext>
            </a:extLst>
          </p:cNvPr>
          <p:cNvSpPr/>
          <p:nvPr userDrawn="1"/>
        </p:nvSpPr>
        <p:spPr>
          <a:xfrm>
            <a:off x="3371470" y="1557336"/>
            <a:ext cx="707666" cy="3743326"/>
          </a:xfrm>
          <a:prstGeom prst="rect">
            <a:avLst/>
          </a:prstGeom>
          <a:solidFill>
            <a:schemeClr val="accent1">
              <a:lumMod val="92647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39" name="矩形 138">
            <a:extLst>
              <a:ext uri="{FF2B5EF4-FFF2-40B4-BE49-F238E27FC236}">
                <a16:creationId xmlns:a16="http://schemas.microsoft.com/office/drawing/2014/main" id="{DA06C092-2A71-48D9-8AEB-C70FF3992C12}"/>
              </a:ext>
            </a:extLst>
          </p:cNvPr>
          <p:cNvSpPr/>
          <p:nvPr userDrawn="1"/>
        </p:nvSpPr>
        <p:spPr>
          <a:xfrm>
            <a:off x="4048812" y="1557336"/>
            <a:ext cx="707666" cy="3743326"/>
          </a:xfrm>
          <a:prstGeom prst="rect">
            <a:avLst/>
          </a:prstGeom>
          <a:solidFill>
            <a:schemeClr val="accent1">
              <a:lumMod val="91176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0" name="矩形 139">
            <a:extLst>
              <a:ext uri="{FF2B5EF4-FFF2-40B4-BE49-F238E27FC236}">
                <a16:creationId xmlns:a16="http://schemas.microsoft.com/office/drawing/2014/main" id="{1A98BF92-8036-4863-A6E5-A0918ADF0FAC}"/>
              </a:ext>
            </a:extLst>
          </p:cNvPr>
          <p:cNvSpPr/>
          <p:nvPr userDrawn="1"/>
        </p:nvSpPr>
        <p:spPr>
          <a:xfrm>
            <a:off x="4726154" y="1557336"/>
            <a:ext cx="707666" cy="3743326"/>
          </a:xfrm>
          <a:prstGeom prst="rect">
            <a:avLst/>
          </a:prstGeom>
          <a:solidFill>
            <a:schemeClr val="accent1">
              <a:lumMod val="89706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1" name="矩形 140">
            <a:extLst>
              <a:ext uri="{FF2B5EF4-FFF2-40B4-BE49-F238E27FC236}">
                <a16:creationId xmlns:a16="http://schemas.microsoft.com/office/drawing/2014/main" id="{AF75539B-8417-47D6-9A9A-EDAAA668C55D}"/>
              </a:ext>
            </a:extLst>
          </p:cNvPr>
          <p:cNvSpPr/>
          <p:nvPr userDrawn="1"/>
        </p:nvSpPr>
        <p:spPr>
          <a:xfrm>
            <a:off x="5403496" y="1557336"/>
            <a:ext cx="707666" cy="3743326"/>
          </a:xfrm>
          <a:prstGeom prst="rect">
            <a:avLst/>
          </a:prstGeom>
          <a:solidFill>
            <a:schemeClr val="accent1">
              <a:lumMod val="88235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2" name="矩形 141">
            <a:extLst>
              <a:ext uri="{FF2B5EF4-FFF2-40B4-BE49-F238E27FC236}">
                <a16:creationId xmlns:a16="http://schemas.microsoft.com/office/drawing/2014/main" id="{53E4B8CF-0E4A-4A12-BE86-9AD9677C8B09}"/>
              </a:ext>
            </a:extLst>
          </p:cNvPr>
          <p:cNvSpPr/>
          <p:nvPr userDrawn="1"/>
        </p:nvSpPr>
        <p:spPr>
          <a:xfrm>
            <a:off x="6080838" y="1557336"/>
            <a:ext cx="707666" cy="3743326"/>
          </a:xfrm>
          <a:prstGeom prst="rect">
            <a:avLst/>
          </a:prstGeom>
          <a:solidFill>
            <a:schemeClr val="accent1">
              <a:lumMod val="86765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3" name="矩形 142">
            <a:extLst>
              <a:ext uri="{FF2B5EF4-FFF2-40B4-BE49-F238E27FC236}">
                <a16:creationId xmlns:a16="http://schemas.microsoft.com/office/drawing/2014/main" id="{F989AA54-A347-4078-B464-5E060A6962E6}"/>
              </a:ext>
            </a:extLst>
          </p:cNvPr>
          <p:cNvSpPr/>
          <p:nvPr userDrawn="1"/>
        </p:nvSpPr>
        <p:spPr>
          <a:xfrm>
            <a:off x="6758180" y="1557336"/>
            <a:ext cx="707666" cy="3743326"/>
          </a:xfrm>
          <a:prstGeom prst="rect">
            <a:avLst/>
          </a:prstGeom>
          <a:solidFill>
            <a:schemeClr val="accent1">
              <a:lumMod val="85294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4" name="矩形 143">
            <a:extLst>
              <a:ext uri="{FF2B5EF4-FFF2-40B4-BE49-F238E27FC236}">
                <a16:creationId xmlns:a16="http://schemas.microsoft.com/office/drawing/2014/main" id="{191FD11D-61F5-4674-A0C9-1C08081CCACD}"/>
              </a:ext>
            </a:extLst>
          </p:cNvPr>
          <p:cNvSpPr/>
          <p:nvPr userDrawn="1"/>
        </p:nvSpPr>
        <p:spPr>
          <a:xfrm>
            <a:off x="7435521" y="1557336"/>
            <a:ext cx="707666" cy="3743326"/>
          </a:xfrm>
          <a:prstGeom prst="rect">
            <a:avLst/>
          </a:prstGeom>
          <a:solidFill>
            <a:schemeClr val="accent1">
              <a:lumMod val="83824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5" name="矩形 144">
            <a:extLst>
              <a:ext uri="{FF2B5EF4-FFF2-40B4-BE49-F238E27FC236}">
                <a16:creationId xmlns:a16="http://schemas.microsoft.com/office/drawing/2014/main" id="{49FFA225-ACE2-44DD-A304-77A72469A4E2}"/>
              </a:ext>
            </a:extLst>
          </p:cNvPr>
          <p:cNvSpPr/>
          <p:nvPr userDrawn="1"/>
        </p:nvSpPr>
        <p:spPr>
          <a:xfrm>
            <a:off x="8112864" y="1557336"/>
            <a:ext cx="707666" cy="3743326"/>
          </a:xfrm>
          <a:prstGeom prst="rect">
            <a:avLst/>
          </a:prstGeom>
          <a:solidFill>
            <a:schemeClr val="accent1">
              <a:lumMod val="82353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6" name="矩形 145">
            <a:extLst>
              <a:ext uri="{FF2B5EF4-FFF2-40B4-BE49-F238E27FC236}">
                <a16:creationId xmlns:a16="http://schemas.microsoft.com/office/drawing/2014/main" id="{147890AB-82B3-4335-A137-DAF16FD04504}"/>
              </a:ext>
            </a:extLst>
          </p:cNvPr>
          <p:cNvSpPr/>
          <p:nvPr userDrawn="1"/>
        </p:nvSpPr>
        <p:spPr>
          <a:xfrm>
            <a:off x="8790205" y="1557336"/>
            <a:ext cx="707666" cy="3743326"/>
          </a:xfrm>
          <a:prstGeom prst="rect">
            <a:avLst/>
          </a:prstGeom>
          <a:solidFill>
            <a:schemeClr val="accent1">
              <a:lumMod val="80882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7" name="矩形 146">
            <a:extLst>
              <a:ext uri="{FF2B5EF4-FFF2-40B4-BE49-F238E27FC236}">
                <a16:creationId xmlns:a16="http://schemas.microsoft.com/office/drawing/2014/main" id="{4D0E65E1-72EA-41B7-929F-2D2B567EABE5}"/>
              </a:ext>
            </a:extLst>
          </p:cNvPr>
          <p:cNvSpPr/>
          <p:nvPr userDrawn="1"/>
        </p:nvSpPr>
        <p:spPr>
          <a:xfrm>
            <a:off x="9467548" y="1557336"/>
            <a:ext cx="707666" cy="3743326"/>
          </a:xfrm>
          <a:prstGeom prst="rect">
            <a:avLst/>
          </a:prstGeom>
          <a:solidFill>
            <a:schemeClr val="accent1">
              <a:lumMod val="79412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8" name="矩形 147">
            <a:extLst>
              <a:ext uri="{FF2B5EF4-FFF2-40B4-BE49-F238E27FC236}">
                <a16:creationId xmlns:a16="http://schemas.microsoft.com/office/drawing/2014/main" id="{89AE871F-AE3B-4F7D-9750-0A2FE9D31ED2}"/>
              </a:ext>
            </a:extLst>
          </p:cNvPr>
          <p:cNvSpPr/>
          <p:nvPr userDrawn="1"/>
        </p:nvSpPr>
        <p:spPr>
          <a:xfrm>
            <a:off x="10144889" y="1557336"/>
            <a:ext cx="707666" cy="3743326"/>
          </a:xfrm>
          <a:prstGeom prst="rect">
            <a:avLst/>
          </a:prstGeom>
          <a:solidFill>
            <a:schemeClr val="accent1">
              <a:lumMod val="77941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9" name="矩形 148">
            <a:extLst>
              <a:ext uri="{FF2B5EF4-FFF2-40B4-BE49-F238E27FC236}">
                <a16:creationId xmlns:a16="http://schemas.microsoft.com/office/drawing/2014/main" id="{0676AEB5-1D8B-49F1-A0DC-735DB6715BFE}"/>
              </a:ext>
            </a:extLst>
          </p:cNvPr>
          <p:cNvSpPr/>
          <p:nvPr userDrawn="1"/>
        </p:nvSpPr>
        <p:spPr>
          <a:xfrm>
            <a:off x="10822232" y="1557336"/>
            <a:ext cx="707666" cy="3743326"/>
          </a:xfrm>
          <a:prstGeom prst="rect">
            <a:avLst/>
          </a:prstGeom>
          <a:solidFill>
            <a:schemeClr val="accent1">
              <a:lumMod val="76471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97" name="矩形 96">
            <a:extLst>
              <a:ext uri="{FF2B5EF4-FFF2-40B4-BE49-F238E27FC236}">
                <a16:creationId xmlns:a16="http://schemas.microsoft.com/office/drawing/2014/main" id="{6B0C229B-2EC3-4308-AEDB-CEA0C62A1DA9}"/>
              </a:ext>
            </a:extLst>
          </p:cNvPr>
          <p:cNvSpPr/>
          <p:nvPr userDrawn="1"/>
        </p:nvSpPr>
        <p:spPr>
          <a:xfrm>
            <a:off x="11499573" y="1557336"/>
            <a:ext cx="707666" cy="3743326"/>
          </a:xfrm>
          <a:prstGeom prst="rect">
            <a:avLst/>
          </a:prstGeom>
          <a:solidFill>
            <a:schemeClr val="accent1">
              <a:lumMod val="75000"/>
              <a:alpha val="97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>
            <a:extLst>
              <a:ext uri="{FF2B5EF4-FFF2-40B4-BE49-F238E27FC236}">
                <a16:creationId xmlns:a16="http://schemas.microsoft.com/office/drawing/2014/main" id="{F34F900C-EE57-4329-9751-867E7CCE6265}"/>
              </a:ext>
            </a:extLst>
          </p:cNvPr>
          <p:cNvSpPr/>
          <p:nvPr userDrawn="1"/>
        </p:nvSpPr>
        <p:spPr>
          <a:xfrm rot="1607020">
            <a:off x="5178743" y="635317"/>
            <a:ext cx="1836419" cy="1836419"/>
          </a:xfrm>
          <a:prstGeom prst="ellipse">
            <a:avLst/>
          </a:prstGeom>
          <a:solidFill>
            <a:schemeClr val="bg1"/>
          </a:solidFill>
          <a:ln w="3175"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83000">
                  <a:srgbClr val="FAC2C5">
                    <a:alpha val="55000"/>
                  </a:srgbClr>
                </a:gs>
                <a:gs pos="43500">
                  <a:srgbClr val="FBCDCF">
                    <a:alpha val="0"/>
                  </a:srgb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5400000" scaled="1"/>
            </a:gradFill>
          </a:ln>
          <a:effectLst>
            <a:outerShdw blurRad="50800" dist="12700" dir="1890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îş1idè">
            <a:extLst>
              <a:ext uri="{FF2B5EF4-FFF2-40B4-BE49-F238E27FC236}">
                <a16:creationId xmlns:a16="http://schemas.microsoft.com/office/drawing/2014/main" id="{8849C9B4-2A38-4B4E-B74B-E39A0BE0B2F7}"/>
              </a:ext>
            </a:extLst>
          </p:cNvPr>
          <p:cNvSpPr/>
          <p:nvPr userDrawn="1"/>
        </p:nvSpPr>
        <p:spPr bwMode="auto">
          <a:xfrm>
            <a:off x="5743073" y="918843"/>
            <a:ext cx="705853" cy="718473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rgbClr val="B6000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sp>
        <p:nvSpPr>
          <p:cNvPr id="19" name="文本占位符 18">
            <a:extLst>
              <a:ext uri="{FF2B5EF4-FFF2-40B4-BE49-F238E27FC236}">
                <a16:creationId xmlns:a16="http://schemas.microsoft.com/office/drawing/2014/main" id="{250069A5-D100-409A-83B3-12D044666C7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567664" y="1766947"/>
            <a:ext cx="1150444" cy="459771"/>
          </a:xfrm>
        </p:spPr>
        <p:txBody>
          <a:bodyPr>
            <a:noAutofit/>
          </a:bodyPr>
          <a:lstStyle>
            <a:lvl1pPr marL="0" indent="0">
              <a:buNone/>
              <a:defRPr sz="3200" spc="600">
                <a:solidFill>
                  <a:schemeClr val="tx2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</a:defRPr>
            </a:lvl1pPr>
          </a:lstStyle>
          <a:p>
            <a:r>
              <a:rPr lang="zh-CN" altLang="en-US" dirty="0"/>
              <a:t>目录</a:t>
            </a:r>
          </a:p>
        </p:txBody>
      </p:sp>
      <p:sp>
        <p:nvSpPr>
          <p:cNvPr id="26" name="文本框 25">
            <a:extLst>
              <a:ext uri="{FF2B5EF4-FFF2-40B4-BE49-F238E27FC236}">
                <a16:creationId xmlns:a16="http://schemas.microsoft.com/office/drawing/2014/main" id="{7984CB91-9882-4E7E-BDE1-637274B4DF55}"/>
              </a:ext>
            </a:extLst>
          </p:cNvPr>
          <p:cNvSpPr txBox="1"/>
          <p:nvPr userDrawn="1"/>
        </p:nvSpPr>
        <p:spPr>
          <a:xfrm>
            <a:off x="802860" y="501443"/>
            <a:ext cx="2820894" cy="2811767"/>
          </a:xfrm>
          <a:custGeom>
            <a:avLst/>
            <a:gdLst>
              <a:gd name="connsiteX0" fmla="*/ 431625 w 2339863"/>
              <a:gd name="connsiteY0" fmla="*/ 951753 h 2332292"/>
              <a:gd name="connsiteX1" fmla="*/ 438770 w 2339863"/>
              <a:gd name="connsiteY1" fmla="*/ 951753 h 2332292"/>
              <a:gd name="connsiteX2" fmla="*/ 438770 w 2339863"/>
              <a:gd name="connsiteY2" fmla="*/ 977543 h 2332292"/>
              <a:gd name="connsiteX3" fmla="*/ 903636 w 2339863"/>
              <a:gd name="connsiteY3" fmla="*/ 397550 h 2332292"/>
              <a:gd name="connsiteX4" fmla="*/ 946488 w 2339863"/>
              <a:gd name="connsiteY4" fmla="*/ 402037 h 2332292"/>
              <a:gd name="connsiteX5" fmla="*/ 903636 w 2339863"/>
              <a:gd name="connsiteY5" fmla="*/ 402037 h 2332292"/>
              <a:gd name="connsiteX6" fmla="*/ 1519523 w 2339863"/>
              <a:gd name="connsiteY6" fmla="*/ 395026 h 2332292"/>
              <a:gd name="connsiteX7" fmla="*/ 1587660 w 2339863"/>
              <a:gd name="connsiteY7" fmla="*/ 402037 h 2332292"/>
              <a:gd name="connsiteX8" fmla="*/ 1519523 w 2339863"/>
              <a:gd name="connsiteY8" fmla="*/ 402037 h 2332292"/>
              <a:gd name="connsiteX9" fmla="*/ 1060132 w 2339863"/>
              <a:gd name="connsiteY9" fmla="*/ 0 h 2332292"/>
              <a:gd name="connsiteX10" fmla="*/ 1347789 w 2339863"/>
              <a:gd name="connsiteY10" fmla="*/ 85733 h 2332292"/>
              <a:gd name="connsiteX11" fmla="*/ 1412762 w 2339863"/>
              <a:gd name="connsiteY11" fmla="*/ 219740 h 2332292"/>
              <a:gd name="connsiteX12" fmla="*/ 1330213 w 2339863"/>
              <a:gd name="connsiteY12" fmla="*/ 300529 h 2332292"/>
              <a:gd name="connsiteX13" fmla="*/ 1971341 w 2339863"/>
              <a:gd name="connsiteY13" fmla="*/ 300529 h 2332292"/>
              <a:gd name="connsiteX14" fmla="*/ 2102596 w 2339863"/>
              <a:gd name="connsiteY14" fmla="*/ 131317 h 2332292"/>
              <a:gd name="connsiteX15" fmla="*/ 2187154 w 2339863"/>
              <a:gd name="connsiteY15" fmla="*/ 201066 h 2332292"/>
              <a:gd name="connsiteX16" fmla="*/ 2339863 w 2339863"/>
              <a:gd name="connsiteY16" fmla="*/ 333201 h 2332292"/>
              <a:gd name="connsiteX17" fmla="*/ 2316200 w 2339863"/>
              <a:gd name="connsiteY17" fmla="*/ 363674 h 2332292"/>
              <a:gd name="connsiteX18" fmla="*/ 2271712 w 2339863"/>
              <a:gd name="connsiteY18" fmla="*/ 373413 h 2332292"/>
              <a:gd name="connsiteX19" fmla="*/ 421528 w 2339863"/>
              <a:gd name="connsiteY19" fmla="*/ 373413 h 2332292"/>
              <a:gd name="connsiteX20" fmla="*/ 421528 w 2339863"/>
              <a:gd name="connsiteY20" fmla="*/ 981912 h 2332292"/>
              <a:gd name="connsiteX21" fmla="*/ 402738 w 2339863"/>
              <a:gd name="connsiteY21" fmla="*/ 1436347 h 2332292"/>
              <a:gd name="connsiteX22" fmla="*/ 298127 w 2339863"/>
              <a:gd name="connsiteY22" fmla="*/ 1908143 h 2332292"/>
              <a:gd name="connsiteX23" fmla="*/ 35337 w 2339863"/>
              <a:gd name="connsiteY23" fmla="*/ 2332292 h 2332292"/>
              <a:gd name="connsiteX24" fmla="*/ 0 w 2339863"/>
              <a:gd name="connsiteY24" fmla="*/ 2304527 h 2332292"/>
              <a:gd name="connsiteX25" fmla="*/ 198774 w 2339863"/>
              <a:gd name="connsiteY25" fmla="*/ 1670994 h 2332292"/>
              <a:gd name="connsiteX26" fmla="*/ 234743 w 2339863"/>
              <a:gd name="connsiteY26" fmla="*/ 984425 h 2332292"/>
              <a:gd name="connsiteX27" fmla="*/ 234743 w 2339863"/>
              <a:gd name="connsiteY27" fmla="*/ 212185 h 2332292"/>
              <a:gd name="connsiteX28" fmla="*/ 456866 w 2339863"/>
              <a:gd name="connsiteY28" fmla="*/ 300529 h 2332292"/>
              <a:gd name="connsiteX29" fmla="*/ 1289828 w 2339863"/>
              <a:gd name="connsiteY29" fmla="*/ 300529 h 2332292"/>
              <a:gd name="connsiteX30" fmla="*/ 1264586 w 2339863"/>
              <a:gd name="connsiteY30" fmla="*/ 294534 h 2332292"/>
              <a:gd name="connsiteX31" fmla="*/ 1239345 w 2339863"/>
              <a:gd name="connsiteY31" fmla="*/ 282860 h 2332292"/>
              <a:gd name="connsiteX32" fmla="*/ 1155418 w 2339863"/>
              <a:gd name="connsiteY32" fmla="*/ 138965 h 2332292"/>
              <a:gd name="connsiteX33" fmla="*/ 1037415 w 2339863"/>
              <a:gd name="connsiteY33" fmla="*/ 17669 h 233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339863" h="2332292">
                <a:moveTo>
                  <a:pt x="431625" y="951753"/>
                </a:moveTo>
                <a:lnTo>
                  <a:pt x="438770" y="951753"/>
                </a:lnTo>
                <a:lnTo>
                  <a:pt x="438770" y="977543"/>
                </a:lnTo>
                <a:close/>
                <a:moveTo>
                  <a:pt x="903636" y="397550"/>
                </a:moveTo>
                <a:lnTo>
                  <a:pt x="946488" y="402037"/>
                </a:lnTo>
                <a:lnTo>
                  <a:pt x="903636" y="402037"/>
                </a:lnTo>
                <a:close/>
                <a:moveTo>
                  <a:pt x="1519523" y="395026"/>
                </a:moveTo>
                <a:lnTo>
                  <a:pt x="1587660" y="402037"/>
                </a:lnTo>
                <a:lnTo>
                  <a:pt x="1519523" y="402037"/>
                </a:lnTo>
                <a:close/>
                <a:moveTo>
                  <a:pt x="1060132" y="0"/>
                </a:moveTo>
                <a:cubicBezTo>
                  <a:pt x="1199395" y="12075"/>
                  <a:pt x="1295281" y="40652"/>
                  <a:pt x="1347789" y="85733"/>
                </a:cubicBezTo>
                <a:cubicBezTo>
                  <a:pt x="1400297" y="130814"/>
                  <a:pt x="1421955" y="175483"/>
                  <a:pt x="1412762" y="219740"/>
                </a:cubicBezTo>
                <a:cubicBezTo>
                  <a:pt x="1403569" y="263996"/>
                  <a:pt x="1376053" y="290927"/>
                  <a:pt x="1330213" y="300529"/>
                </a:cubicBezTo>
                <a:lnTo>
                  <a:pt x="1971341" y="300529"/>
                </a:lnTo>
                <a:lnTo>
                  <a:pt x="2102596" y="131317"/>
                </a:lnTo>
                <a:cubicBezTo>
                  <a:pt x="2106803" y="134530"/>
                  <a:pt x="2134989" y="157780"/>
                  <a:pt x="2187154" y="201066"/>
                </a:cubicBezTo>
                <a:cubicBezTo>
                  <a:pt x="2239319" y="244352"/>
                  <a:pt x="2290222" y="288397"/>
                  <a:pt x="2339863" y="333201"/>
                </a:cubicBezTo>
                <a:cubicBezTo>
                  <a:pt x="2335919" y="346972"/>
                  <a:pt x="2328032" y="357129"/>
                  <a:pt x="2316200" y="363674"/>
                </a:cubicBezTo>
                <a:cubicBezTo>
                  <a:pt x="2304368" y="370219"/>
                  <a:pt x="2289539" y="373466"/>
                  <a:pt x="2271712" y="373413"/>
                </a:cubicBezTo>
                <a:lnTo>
                  <a:pt x="421528" y="373413"/>
                </a:lnTo>
                <a:lnTo>
                  <a:pt x="421528" y="981912"/>
                </a:lnTo>
                <a:cubicBezTo>
                  <a:pt x="423538" y="1125079"/>
                  <a:pt x="417275" y="1276558"/>
                  <a:pt x="402738" y="1436347"/>
                </a:cubicBezTo>
                <a:cubicBezTo>
                  <a:pt x="388201" y="1596136"/>
                  <a:pt x="353330" y="1753402"/>
                  <a:pt x="298127" y="1908143"/>
                </a:cubicBezTo>
                <a:cubicBezTo>
                  <a:pt x="242923" y="2062885"/>
                  <a:pt x="155327" y="2204268"/>
                  <a:pt x="35337" y="2332292"/>
                </a:cubicBezTo>
                <a:lnTo>
                  <a:pt x="0" y="2304527"/>
                </a:lnTo>
                <a:cubicBezTo>
                  <a:pt x="104751" y="2110996"/>
                  <a:pt x="171009" y="1899819"/>
                  <a:pt x="198774" y="1670994"/>
                </a:cubicBezTo>
                <a:cubicBezTo>
                  <a:pt x="226540" y="1442169"/>
                  <a:pt x="238529" y="1213313"/>
                  <a:pt x="234743" y="984425"/>
                </a:cubicBezTo>
                <a:lnTo>
                  <a:pt x="234743" y="212185"/>
                </a:lnTo>
                <a:lnTo>
                  <a:pt x="456866" y="300529"/>
                </a:lnTo>
                <a:lnTo>
                  <a:pt x="1289828" y="300529"/>
                </a:lnTo>
                <a:cubicBezTo>
                  <a:pt x="1281098" y="299320"/>
                  <a:pt x="1272684" y="297321"/>
                  <a:pt x="1264586" y="294534"/>
                </a:cubicBezTo>
                <a:cubicBezTo>
                  <a:pt x="1256488" y="291747"/>
                  <a:pt x="1248074" y="287856"/>
                  <a:pt x="1239345" y="282860"/>
                </a:cubicBezTo>
                <a:cubicBezTo>
                  <a:pt x="1221466" y="235852"/>
                  <a:pt x="1193490" y="187887"/>
                  <a:pt x="1155418" y="138965"/>
                </a:cubicBezTo>
                <a:cubicBezTo>
                  <a:pt x="1117346" y="90044"/>
                  <a:pt x="1078011" y="49612"/>
                  <a:pt x="1037415" y="17669"/>
                </a:cubicBezTo>
                <a:close/>
              </a:path>
            </a:pathLst>
          </a:custGeom>
          <a:solidFill>
            <a:prstClr val="black">
              <a:alpha val="12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9900" dirty="0">
              <a:solidFill>
                <a:schemeClr val="tx1">
                  <a:alpha val="8000"/>
                </a:schemeClr>
              </a:solidFill>
              <a:latin typeface="思源宋体 CN Medium" panose="02020500000000000000" pitchFamily="18" charset="-122"/>
              <a:ea typeface="思源宋体 CN Medium" panose="02020500000000000000" pitchFamily="18" charset="-122"/>
            </a:endParaRPr>
          </a:p>
        </p:txBody>
      </p:sp>
      <p:sp>
        <p:nvSpPr>
          <p:cNvPr id="34" name="文本框 33">
            <a:extLst>
              <a:ext uri="{FF2B5EF4-FFF2-40B4-BE49-F238E27FC236}">
                <a16:creationId xmlns:a16="http://schemas.microsoft.com/office/drawing/2014/main" id="{E11E9760-6B42-4628-94C7-6C7A6DCA95E2}"/>
              </a:ext>
            </a:extLst>
          </p:cNvPr>
          <p:cNvSpPr txBox="1"/>
          <p:nvPr userDrawn="1"/>
        </p:nvSpPr>
        <p:spPr>
          <a:xfrm>
            <a:off x="1321768" y="1204320"/>
            <a:ext cx="2332177" cy="2224680"/>
          </a:xfrm>
          <a:custGeom>
            <a:avLst/>
            <a:gdLst>
              <a:gd name="connsiteX0" fmla="*/ 1118187 w 2031921"/>
              <a:gd name="connsiteY0" fmla="*/ 1543461 h 1938263"/>
              <a:gd name="connsiteX1" fmla="*/ 1639732 w 2031921"/>
              <a:gd name="connsiteY1" fmla="*/ 1641840 h 1938263"/>
              <a:gd name="connsiteX2" fmla="*/ 1877525 w 2031921"/>
              <a:gd name="connsiteY2" fmla="*/ 1765776 h 1938263"/>
              <a:gd name="connsiteX3" fmla="*/ 1913105 w 2031921"/>
              <a:gd name="connsiteY3" fmla="*/ 1876622 h 1938263"/>
              <a:gd name="connsiteX4" fmla="*/ 1828012 w 2031921"/>
              <a:gd name="connsiteY4" fmla="*/ 1935730 h 1938263"/>
              <a:gd name="connsiteX5" fmla="*/ 1703784 w 2031921"/>
              <a:gd name="connsiteY5" fmla="*/ 1904452 h 1938263"/>
              <a:gd name="connsiteX6" fmla="*/ 1465254 w 2031921"/>
              <a:gd name="connsiteY6" fmla="*/ 1744167 h 1938263"/>
              <a:gd name="connsiteX7" fmla="*/ 1105567 w 2031921"/>
              <a:gd name="connsiteY7" fmla="*/ 1583859 h 1938263"/>
              <a:gd name="connsiteX8" fmla="*/ 719376 w 2031921"/>
              <a:gd name="connsiteY8" fmla="*/ 1510637 h 1938263"/>
              <a:gd name="connsiteX9" fmla="*/ 959168 w 2031921"/>
              <a:gd name="connsiteY9" fmla="*/ 1679805 h 1938263"/>
              <a:gd name="connsiteX10" fmla="*/ 912471 w 2031921"/>
              <a:gd name="connsiteY10" fmla="*/ 1702207 h 1938263"/>
              <a:gd name="connsiteX11" fmla="*/ 835485 w 2031921"/>
              <a:gd name="connsiteY11" fmla="*/ 1692426 h 1938263"/>
              <a:gd name="connsiteX12" fmla="*/ 466017 w 2031921"/>
              <a:gd name="connsiteY12" fmla="*/ 1831253 h 1938263"/>
              <a:gd name="connsiteX13" fmla="*/ 15145 w 2031921"/>
              <a:gd name="connsiteY13" fmla="*/ 1932218 h 1938263"/>
              <a:gd name="connsiteX14" fmla="*/ 0 w 2031921"/>
              <a:gd name="connsiteY14" fmla="*/ 1894356 h 1938263"/>
              <a:gd name="connsiteX15" fmla="*/ 406069 w 2031921"/>
              <a:gd name="connsiteY15" fmla="*/ 1716709 h 1938263"/>
              <a:gd name="connsiteX16" fmla="*/ 719376 w 2031921"/>
              <a:gd name="connsiteY16" fmla="*/ 1510637 h 1938263"/>
              <a:gd name="connsiteX17" fmla="*/ 1110615 w 2031921"/>
              <a:gd name="connsiteY17" fmla="*/ 1154630 h 1938263"/>
              <a:gd name="connsiteX18" fmla="*/ 1110615 w 2031921"/>
              <a:gd name="connsiteY18" fmla="*/ 1389689 h 1938263"/>
              <a:gd name="connsiteX19" fmla="*/ 1547289 w 2031921"/>
              <a:gd name="connsiteY19" fmla="*/ 1389689 h 1938263"/>
              <a:gd name="connsiteX20" fmla="*/ 1547289 w 2031921"/>
              <a:gd name="connsiteY20" fmla="*/ 1154630 h 1938263"/>
              <a:gd name="connsiteX21" fmla="*/ 504825 w 2031921"/>
              <a:gd name="connsiteY21" fmla="*/ 1154630 h 1938263"/>
              <a:gd name="connsiteX22" fmla="*/ 504825 w 2031921"/>
              <a:gd name="connsiteY22" fmla="*/ 1389689 h 1938263"/>
              <a:gd name="connsiteX23" fmla="*/ 913733 w 2031921"/>
              <a:gd name="connsiteY23" fmla="*/ 1389689 h 1938263"/>
              <a:gd name="connsiteX24" fmla="*/ 913733 w 2031921"/>
              <a:gd name="connsiteY24" fmla="*/ 1154630 h 1938263"/>
              <a:gd name="connsiteX25" fmla="*/ 1110615 w 2031921"/>
              <a:gd name="connsiteY25" fmla="*/ 856783 h 1938263"/>
              <a:gd name="connsiteX26" fmla="*/ 1110615 w 2031921"/>
              <a:gd name="connsiteY26" fmla="*/ 1081745 h 1938263"/>
              <a:gd name="connsiteX27" fmla="*/ 1547289 w 2031921"/>
              <a:gd name="connsiteY27" fmla="*/ 1081745 h 1938263"/>
              <a:gd name="connsiteX28" fmla="*/ 1547289 w 2031921"/>
              <a:gd name="connsiteY28" fmla="*/ 856783 h 1938263"/>
              <a:gd name="connsiteX29" fmla="*/ 504825 w 2031921"/>
              <a:gd name="connsiteY29" fmla="*/ 856783 h 1938263"/>
              <a:gd name="connsiteX30" fmla="*/ 504825 w 2031921"/>
              <a:gd name="connsiteY30" fmla="*/ 1081745 h 1938263"/>
              <a:gd name="connsiteX31" fmla="*/ 913733 w 2031921"/>
              <a:gd name="connsiteY31" fmla="*/ 1081745 h 1938263"/>
              <a:gd name="connsiteX32" fmla="*/ 913733 w 2031921"/>
              <a:gd name="connsiteY32" fmla="*/ 856783 h 1938263"/>
              <a:gd name="connsiteX33" fmla="*/ 782479 w 2031921"/>
              <a:gd name="connsiteY33" fmla="*/ 301475 h 1938263"/>
              <a:gd name="connsiteX34" fmla="*/ 782479 w 2031921"/>
              <a:gd name="connsiteY34" fmla="*/ 556727 h 1938263"/>
              <a:gd name="connsiteX35" fmla="*/ 1206532 w 2031921"/>
              <a:gd name="connsiteY35" fmla="*/ 556727 h 1938263"/>
              <a:gd name="connsiteX36" fmla="*/ 1206532 w 2031921"/>
              <a:gd name="connsiteY36" fmla="*/ 301475 h 1938263"/>
              <a:gd name="connsiteX37" fmla="*/ 1206532 w 2031921"/>
              <a:gd name="connsiteY37" fmla="*/ 0 h 1938263"/>
              <a:gd name="connsiteX38" fmla="*/ 1474089 w 2031921"/>
              <a:gd name="connsiteY38" fmla="*/ 27530 h 1938263"/>
              <a:gd name="connsiteX39" fmla="*/ 1454842 w 2031921"/>
              <a:gd name="connsiteY39" fmla="*/ 64750 h 1938263"/>
              <a:gd name="connsiteX40" fmla="*/ 1403413 w 2031921"/>
              <a:gd name="connsiteY40" fmla="*/ 87082 h 1938263"/>
              <a:gd name="connsiteX41" fmla="*/ 1403413 w 2031921"/>
              <a:gd name="connsiteY41" fmla="*/ 226067 h 1938263"/>
              <a:gd name="connsiteX42" fmla="*/ 1544764 w 2031921"/>
              <a:gd name="connsiteY42" fmla="*/ 226067 h 1938263"/>
              <a:gd name="connsiteX43" fmla="*/ 1665922 w 2031921"/>
              <a:gd name="connsiteY43" fmla="*/ 77157 h 1938263"/>
              <a:gd name="connsiteX44" fmla="*/ 1744486 w 2031921"/>
              <a:gd name="connsiteY44" fmla="*/ 138954 h 1938263"/>
              <a:gd name="connsiteX45" fmla="*/ 1885521 w 2031921"/>
              <a:gd name="connsiteY45" fmla="*/ 261258 h 1938263"/>
              <a:gd name="connsiteX46" fmla="*/ 1819894 w 2031921"/>
              <a:gd name="connsiteY46" fmla="*/ 301475 h 1938263"/>
              <a:gd name="connsiteX47" fmla="*/ 1403413 w 2031921"/>
              <a:gd name="connsiteY47" fmla="*/ 301475 h 1938263"/>
              <a:gd name="connsiteX48" fmla="*/ 1403413 w 2031921"/>
              <a:gd name="connsiteY48" fmla="*/ 556727 h 1938263"/>
              <a:gd name="connsiteX49" fmla="*/ 1678543 w 2031921"/>
              <a:gd name="connsiteY49" fmla="*/ 556727 h 1938263"/>
              <a:gd name="connsiteX50" fmla="*/ 1804749 w 2031921"/>
              <a:gd name="connsiteY50" fmla="*/ 400038 h 1938263"/>
              <a:gd name="connsiteX51" fmla="*/ 1885206 w 2031921"/>
              <a:gd name="connsiteY51" fmla="*/ 464460 h 1938263"/>
              <a:gd name="connsiteX52" fmla="*/ 2031921 w 2031921"/>
              <a:gd name="connsiteY52" fmla="*/ 589399 h 1938263"/>
              <a:gd name="connsiteX53" fmla="*/ 2008257 w 2031921"/>
              <a:gd name="connsiteY53" fmla="*/ 619873 h 1938263"/>
              <a:gd name="connsiteX54" fmla="*/ 1963769 w 2031921"/>
              <a:gd name="connsiteY54" fmla="*/ 629612 h 1938263"/>
              <a:gd name="connsiteX55" fmla="*/ 1110615 w 2031921"/>
              <a:gd name="connsiteY55" fmla="*/ 629612 h 1938263"/>
              <a:gd name="connsiteX56" fmla="*/ 1110615 w 2031921"/>
              <a:gd name="connsiteY56" fmla="*/ 781375 h 1938263"/>
              <a:gd name="connsiteX57" fmla="*/ 1527096 w 2031921"/>
              <a:gd name="connsiteY57" fmla="*/ 781375 h 1938263"/>
              <a:gd name="connsiteX58" fmla="*/ 1625537 w 2031921"/>
              <a:gd name="connsiteY58" fmla="*/ 680198 h 1938263"/>
              <a:gd name="connsiteX59" fmla="*/ 1829991 w 2031921"/>
              <a:gd name="connsiteY59" fmla="*/ 836674 h 1938263"/>
              <a:gd name="connsiteX60" fmla="*/ 1797808 w 2031921"/>
              <a:gd name="connsiteY60" fmla="*/ 861534 h 1938263"/>
              <a:gd name="connsiteX61" fmla="*/ 1746695 w 2031921"/>
              <a:gd name="connsiteY61" fmla="*/ 876986 h 1938263"/>
              <a:gd name="connsiteX62" fmla="*/ 1746695 w 2031921"/>
              <a:gd name="connsiteY62" fmla="*/ 1487814 h 1938263"/>
              <a:gd name="connsiteX63" fmla="*/ 1687062 w 2031921"/>
              <a:gd name="connsiteY63" fmla="*/ 1523467 h 1938263"/>
              <a:gd name="connsiteX64" fmla="*/ 1580102 w 2031921"/>
              <a:gd name="connsiteY64" fmla="*/ 1545869 h 1938263"/>
              <a:gd name="connsiteX65" fmla="*/ 1547289 w 2031921"/>
              <a:gd name="connsiteY65" fmla="*/ 1545869 h 1938263"/>
              <a:gd name="connsiteX66" fmla="*/ 1547289 w 2031921"/>
              <a:gd name="connsiteY66" fmla="*/ 1462573 h 1938263"/>
              <a:gd name="connsiteX67" fmla="*/ 504825 w 2031921"/>
              <a:gd name="connsiteY67" fmla="*/ 1462573 h 1938263"/>
              <a:gd name="connsiteX68" fmla="*/ 504825 w 2031921"/>
              <a:gd name="connsiteY68" fmla="*/ 1513055 h 1938263"/>
              <a:gd name="connsiteX69" fmla="*/ 452134 w 2031921"/>
              <a:gd name="connsiteY69" fmla="*/ 1549971 h 1938263"/>
              <a:gd name="connsiteX70" fmla="*/ 340757 w 2031921"/>
              <a:gd name="connsiteY70" fmla="*/ 1573634 h 1938263"/>
              <a:gd name="connsiteX71" fmla="*/ 312992 w 2031921"/>
              <a:gd name="connsiteY71" fmla="*/ 1573634 h 1938263"/>
              <a:gd name="connsiteX72" fmla="*/ 312992 w 2031921"/>
              <a:gd name="connsiteY72" fmla="*/ 695375 h 1938263"/>
              <a:gd name="connsiteX73" fmla="*/ 517446 w 2031921"/>
              <a:gd name="connsiteY73" fmla="*/ 781375 h 1938263"/>
              <a:gd name="connsiteX74" fmla="*/ 913733 w 2031921"/>
              <a:gd name="connsiteY74" fmla="*/ 781375 h 1938263"/>
              <a:gd name="connsiteX75" fmla="*/ 913733 w 2031921"/>
              <a:gd name="connsiteY75" fmla="*/ 629612 h 1938263"/>
              <a:gd name="connsiteX76" fmla="*/ 138827 w 2031921"/>
              <a:gd name="connsiteY76" fmla="*/ 629612 h 1938263"/>
              <a:gd name="connsiteX77" fmla="*/ 118634 w 2031921"/>
              <a:gd name="connsiteY77" fmla="*/ 556727 h 1938263"/>
              <a:gd name="connsiteX78" fmla="*/ 590645 w 2031921"/>
              <a:gd name="connsiteY78" fmla="*/ 556727 h 1938263"/>
              <a:gd name="connsiteX79" fmla="*/ 590645 w 2031921"/>
              <a:gd name="connsiteY79" fmla="*/ 301475 h 1938263"/>
              <a:gd name="connsiteX80" fmla="*/ 206978 w 2031921"/>
              <a:gd name="connsiteY80" fmla="*/ 301475 h 1938263"/>
              <a:gd name="connsiteX81" fmla="*/ 186785 w 2031921"/>
              <a:gd name="connsiteY81" fmla="*/ 226067 h 1938263"/>
              <a:gd name="connsiteX82" fmla="*/ 590645 w 2031921"/>
              <a:gd name="connsiteY82" fmla="*/ 226067 h 1938263"/>
              <a:gd name="connsiteX83" fmla="*/ 590645 w 2031921"/>
              <a:gd name="connsiteY83" fmla="*/ 2524 h 1938263"/>
              <a:gd name="connsiteX84" fmla="*/ 853154 w 2031921"/>
              <a:gd name="connsiteY84" fmla="*/ 30012 h 1938263"/>
              <a:gd name="connsiteX85" fmla="*/ 834854 w 2031921"/>
              <a:gd name="connsiteY85" fmla="*/ 67238 h 1938263"/>
              <a:gd name="connsiteX86" fmla="*/ 782479 w 2031921"/>
              <a:gd name="connsiteY86" fmla="*/ 89610 h 1938263"/>
              <a:gd name="connsiteX87" fmla="*/ 782479 w 2031921"/>
              <a:gd name="connsiteY87" fmla="*/ 226067 h 1938263"/>
              <a:gd name="connsiteX88" fmla="*/ 1206532 w 2031921"/>
              <a:gd name="connsiteY88" fmla="*/ 226067 h 1938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2031921" h="1938263">
                <a:moveTo>
                  <a:pt x="1118187" y="1543461"/>
                </a:moveTo>
                <a:cubicBezTo>
                  <a:pt x="1346123" y="1568774"/>
                  <a:pt x="1519971" y="1601566"/>
                  <a:pt x="1639732" y="1641840"/>
                </a:cubicBezTo>
                <a:cubicBezTo>
                  <a:pt x="1759494" y="1682113"/>
                  <a:pt x="1838758" y="1723425"/>
                  <a:pt x="1877525" y="1765776"/>
                </a:cubicBezTo>
                <a:cubicBezTo>
                  <a:pt x="1916292" y="1808127"/>
                  <a:pt x="1928152" y="1845076"/>
                  <a:pt x="1913105" y="1876622"/>
                </a:cubicBezTo>
                <a:cubicBezTo>
                  <a:pt x="1898058" y="1908169"/>
                  <a:pt x="1869694" y="1927872"/>
                  <a:pt x="1828012" y="1935730"/>
                </a:cubicBezTo>
                <a:cubicBezTo>
                  <a:pt x="1786330" y="1943590"/>
                  <a:pt x="1744921" y="1933163"/>
                  <a:pt x="1703784" y="1904452"/>
                </a:cubicBezTo>
                <a:cubicBezTo>
                  <a:pt x="1646361" y="1854181"/>
                  <a:pt x="1566851" y="1800752"/>
                  <a:pt x="1465254" y="1744167"/>
                </a:cubicBezTo>
                <a:cubicBezTo>
                  <a:pt x="1363659" y="1687581"/>
                  <a:pt x="1243763" y="1634145"/>
                  <a:pt x="1105567" y="1583859"/>
                </a:cubicBezTo>
                <a:close/>
                <a:moveTo>
                  <a:pt x="719376" y="1510637"/>
                </a:moveTo>
                <a:lnTo>
                  <a:pt x="959168" y="1679805"/>
                </a:lnTo>
                <a:cubicBezTo>
                  <a:pt x="948966" y="1692478"/>
                  <a:pt x="933400" y="1699946"/>
                  <a:pt x="912471" y="1702207"/>
                </a:cubicBezTo>
                <a:cubicBezTo>
                  <a:pt x="891542" y="1704468"/>
                  <a:pt x="865880" y="1701208"/>
                  <a:pt x="835485" y="1692426"/>
                </a:cubicBezTo>
                <a:cubicBezTo>
                  <a:pt x="735204" y="1741541"/>
                  <a:pt x="612048" y="1787817"/>
                  <a:pt x="466017" y="1831253"/>
                </a:cubicBezTo>
                <a:cubicBezTo>
                  <a:pt x="319985" y="1874689"/>
                  <a:pt x="169695" y="1908344"/>
                  <a:pt x="15145" y="1932218"/>
                </a:cubicBezTo>
                <a:lnTo>
                  <a:pt x="0" y="1894356"/>
                </a:lnTo>
                <a:cubicBezTo>
                  <a:pt x="138985" y="1847607"/>
                  <a:pt x="274341" y="1788392"/>
                  <a:pt x="406069" y="1716709"/>
                </a:cubicBezTo>
                <a:cubicBezTo>
                  <a:pt x="537796" y="1645027"/>
                  <a:pt x="642232" y="1576336"/>
                  <a:pt x="719376" y="1510637"/>
                </a:cubicBezTo>
                <a:close/>
                <a:moveTo>
                  <a:pt x="1110615" y="1154630"/>
                </a:moveTo>
                <a:lnTo>
                  <a:pt x="1110615" y="1389689"/>
                </a:lnTo>
                <a:lnTo>
                  <a:pt x="1547289" y="1389689"/>
                </a:lnTo>
                <a:lnTo>
                  <a:pt x="1547289" y="1154630"/>
                </a:lnTo>
                <a:close/>
                <a:moveTo>
                  <a:pt x="504825" y="1154630"/>
                </a:moveTo>
                <a:lnTo>
                  <a:pt x="504825" y="1389689"/>
                </a:lnTo>
                <a:lnTo>
                  <a:pt x="913733" y="1389689"/>
                </a:lnTo>
                <a:lnTo>
                  <a:pt x="913733" y="1154630"/>
                </a:lnTo>
                <a:close/>
                <a:moveTo>
                  <a:pt x="1110615" y="856783"/>
                </a:moveTo>
                <a:lnTo>
                  <a:pt x="1110615" y="1081745"/>
                </a:lnTo>
                <a:lnTo>
                  <a:pt x="1547289" y="1081745"/>
                </a:lnTo>
                <a:lnTo>
                  <a:pt x="1547289" y="856783"/>
                </a:lnTo>
                <a:close/>
                <a:moveTo>
                  <a:pt x="504825" y="856783"/>
                </a:moveTo>
                <a:lnTo>
                  <a:pt x="504825" y="1081745"/>
                </a:lnTo>
                <a:lnTo>
                  <a:pt x="913733" y="1081745"/>
                </a:lnTo>
                <a:lnTo>
                  <a:pt x="913733" y="856783"/>
                </a:lnTo>
                <a:close/>
                <a:moveTo>
                  <a:pt x="782479" y="301475"/>
                </a:moveTo>
                <a:lnTo>
                  <a:pt x="782479" y="556727"/>
                </a:lnTo>
                <a:lnTo>
                  <a:pt x="1206532" y="556727"/>
                </a:lnTo>
                <a:lnTo>
                  <a:pt x="1206532" y="301475"/>
                </a:lnTo>
                <a:close/>
                <a:moveTo>
                  <a:pt x="1206532" y="0"/>
                </a:moveTo>
                <a:lnTo>
                  <a:pt x="1474089" y="27530"/>
                </a:lnTo>
                <a:cubicBezTo>
                  <a:pt x="1471933" y="42418"/>
                  <a:pt x="1465518" y="54825"/>
                  <a:pt x="1454842" y="64750"/>
                </a:cubicBezTo>
                <a:cubicBezTo>
                  <a:pt x="1444168" y="74676"/>
                  <a:pt x="1427025" y="82120"/>
                  <a:pt x="1403413" y="87082"/>
                </a:cubicBezTo>
                <a:lnTo>
                  <a:pt x="1403413" y="226067"/>
                </a:lnTo>
                <a:lnTo>
                  <a:pt x="1544764" y="226067"/>
                </a:lnTo>
                <a:lnTo>
                  <a:pt x="1665922" y="77157"/>
                </a:lnTo>
                <a:cubicBezTo>
                  <a:pt x="1669867" y="79786"/>
                  <a:pt x="1696054" y="100385"/>
                  <a:pt x="1744486" y="138954"/>
                </a:cubicBezTo>
                <a:cubicBezTo>
                  <a:pt x="1792918" y="177523"/>
                  <a:pt x="1839929" y="218291"/>
                  <a:pt x="1885521" y="261258"/>
                </a:cubicBezTo>
                <a:cubicBezTo>
                  <a:pt x="1877528" y="288488"/>
                  <a:pt x="1855653" y="301894"/>
                  <a:pt x="1819894" y="301475"/>
                </a:cubicBezTo>
                <a:lnTo>
                  <a:pt x="1403413" y="301475"/>
                </a:lnTo>
                <a:lnTo>
                  <a:pt x="1403413" y="556727"/>
                </a:lnTo>
                <a:lnTo>
                  <a:pt x="1678543" y="556727"/>
                </a:lnTo>
                <a:lnTo>
                  <a:pt x="1804749" y="400038"/>
                </a:lnTo>
                <a:cubicBezTo>
                  <a:pt x="1808693" y="402885"/>
                  <a:pt x="1835512" y="424359"/>
                  <a:pt x="1885206" y="464460"/>
                </a:cubicBezTo>
                <a:cubicBezTo>
                  <a:pt x="1934900" y="504561"/>
                  <a:pt x="1983804" y="546208"/>
                  <a:pt x="2031921" y="589399"/>
                </a:cubicBezTo>
                <a:cubicBezTo>
                  <a:pt x="2027977" y="603170"/>
                  <a:pt x="2020089" y="613328"/>
                  <a:pt x="2008257" y="619873"/>
                </a:cubicBezTo>
                <a:cubicBezTo>
                  <a:pt x="1996425" y="626418"/>
                  <a:pt x="1981596" y="629664"/>
                  <a:pt x="1963769" y="629612"/>
                </a:cubicBezTo>
                <a:lnTo>
                  <a:pt x="1110615" y="629612"/>
                </a:lnTo>
                <a:lnTo>
                  <a:pt x="1110615" y="781375"/>
                </a:lnTo>
                <a:lnTo>
                  <a:pt x="1527096" y="781375"/>
                </a:lnTo>
                <a:lnTo>
                  <a:pt x="1625537" y="680198"/>
                </a:lnTo>
                <a:lnTo>
                  <a:pt x="1829991" y="836674"/>
                </a:lnTo>
                <a:cubicBezTo>
                  <a:pt x="1823365" y="845736"/>
                  <a:pt x="1812637" y="854023"/>
                  <a:pt x="1797808" y="861534"/>
                </a:cubicBezTo>
                <a:cubicBezTo>
                  <a:pt x="1782979" y="869046"/>
                  <a:pt x="1765941" y="874197"/>
                  <a:pt x="1746695" y="876986"/>
                </a:cubicBezTo>
                <a:lnTo>
                  <a:pt x="1746695" y="1487814"/>
                </a:lnTo>
                <a:cubicBezTo>
                  <a:pt x="1742750" y="1497963"/>
                  <a:pt x="1722873" y="1509847"/>
                  <a:pt x="1687062" y="1523467"/>
                </a:cubicBezTo>
                <a:cubicBezTo>
                  <a:pt x="1651251" y="1537087"/>
                  <a:pt x="1615598" y="1544554"/>
                  <a:pt x="1580102" y="1545869"/>
                </a:cubicBezTo>
                <a:lnTo>
                  <a:pt x="1547289" y="1545869"/>
                </a:lnTo>
                <a:lnTo>
                  <a:pt x="1547289" y="1462573"/>
                </a:lnTo>
                <a:lnTo>
                  <a:pt x="504825" y="1462573"/>
                </a:lnTo>
                <a:lnTo>
                  <a:pt x="504825" y="1513055"/>
                </a:lnTo>
                <a:cubicBezTo>
                  <a:pt x="502879" y="1523309"/>
                  <a:pt x="485316" y="1535615"/>
                  <a:pt x="452134" y="1549971"/>
                </a:cubicBezTo>
                <a:cubicBezTo>
                  <a:pt x="418952" y="1564327"/>
                  <a:pt x="381826" y="1572214"/>
                  <a:pt x="340757" y="1573634"/>
                </a:cubicBezTo>
                <a:lnTo>
                  <a:pt x="312992" y="1573634"/>
                </a:lnTo>
                <a:lnTo>
                  <a:pt x="312992" y="695375"/>
                </a:lnTo>
                <a:lnTo>
                  <a:pt x="517446" y="781375"/>
                </a:lnTo>
                <a:lnTo>
                  <a:pt x="913733" y="781375"/>
                </a:lnTo>
                <a:lnTo>
                  <a:pt x="913733" y="629612"/>
                </a:lnTo>
                <a:lnTo>
                  <a:pt x="138827" y="629612"/>
                </a:lnTo>
                <a:lnTo>
                  <a:pt x="118634" y="556727"/>
                </a:lnTo>
                <a:lnTo>
                  <a:pt x="590645" y="556727"/>
                </a:lnTo>
                <a:lnTo>
                  <a:pt x="590645" y="301475"/>
                </a:lnTo>
                <a:lnTo>
                  <a:pt x="206978" y="301475"/>
                </a:lnTo>
                <a:lnTo>
                  <a:pt x="186785" y="226067"/>
                </a:lnTo>
                <a:lnTo>
                  <a:pt x="590645" y="226067"/>
                </a:lnTo>
                <a:lnTo>
                  <a:pt x="590645" y="2524"/>
                </a:lnTo>
                <a:lnTo>
                  <a:pt x="853154" y="30012"/>
                </a:lnTo>
                <a:cubicBezTo>
                  <a:pt x="851156" y="44899"/>
                  <a:pt x="845056" y="57307"/>
                  <a:pt x="834854" y="67238"/>
                </a:cubicBezTo>
                <a:cubicBezTo>
                  <a:pt x="824653" y="77168"/>
                  <a:pt x="807194" y="84625"/>
                  <a:pt x="782479" y="89610"/>
                </a:cubicBezTo>
                <a:lnTo>
                  <a:pt x="782479" y="226067"/>
                </a:lnTo>
                <a:lnTo>
                  <a:pt x="1206532" y="226067"/>
                </a:lnTo>
                <a:close/>
              </a:path>
            </a:pathLst>
          </a:custGeom>
          <a:solidFill>
            <a:prstClr val="black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6600" dirty="0">
              <a:solidFill>
                <a:schemeClr val="tx1">
                  <a:alpha val="6000"/>
                </a:schemeClr>
              </a:solidFill>
              <a:latin typeface="思源宋体 CN Medium" panose="02020500000000000000" pitchFamily="18" charset="-122"/>
              <a:ea typeface="思源宋体 CN Medium" panose="02020500000000000000" pitchFamily="18" charset="-122"/>
            </a:endParaRPr>
          </a:p>
        </p:txBody>
      </p:sp>
      <p:sp>
        <p:nvSpPr>
          <p:cNvPr id="35" name="文本框 34">
            <a:extLst>
              <a:ext uri="{FF2B5EF4-FFF2-40B4-BE49-F238E27FC236}">
                <a16:creationId xmlns:a16="http://schemas.microsoft.com/office/drawing/2014/main" id="{72441243-F128-4A25-92C4-F9114FDBA9A5}"/>
              </a:ext>
            </a:extLst>
          </p:cNvPr>
          <p:cNvSpPr txBox="1"/>
          <p:nvPr userDrawn="1"/>
        </p:nvSpPr>
        <p:spPr>
          <a:xfrm>
            <a:off x="7863014" y="2729554"/>
            <a:ext cx="2601777" cy="45089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700" dirty="0">
                <a:solidFill>
                  <a:schemeClr val="tx1">
                    <a:lumMod val="85000"/>
                    <a:lumOff val="15000"/>
                    <a:alpha val="12000"/>
                  </a:schemeClr>
                </a:solidFill>
                <a:latin typeface="思源宋体 CN Medium" panose="02020500000000000000" pitchFamily="18" charset="-122"/>
                <a:ea typeface="思源宋体 CN Medium" panose="02020500000000000000" pitchFamily="18" charset="-122"/>
              </a:rPr>
              <a:t>工</a:t>
            </a:r>
          </a:p>
        </p:txBody>
      </p:sp>
    </p:spTree>
    <p:extLst>
      <p:ext uri="{BB962C8B-B14F-4D97-AF65-F5344CB8AC3E}">
        <p14:creationId xmlns:p14="http://schemas.microsoft.com/office/powerpoint/2010/main" val="11945916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pos="438" userDrawn="1">
          <p15:clr>
            <a:srgbClr val="FBAE40"/>
          </p15:clr>
        </p15:guide>
        <p15:guide id="4" pos="7242" userDrawn="1">
          <p15:clr>
            <a:srgbClr val="FBAE40"/>
          </p15:clr>
        </p15:guide>
        <p15:guide id="6" orient="horz" pos="3339" userDrawn="1">
          <p15:clr>
            <a:srgbClr val="FBAE40"/>
          </p15:clr>
        </p15:guide>
        <p15:guide id="7" orient="horz" pos="981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目录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DC0CAC6B-1E00-4C39-9B25-4700A4E36880}"/>
              </a:ext>
            </a:extLst>
          </p:cNvPr>
          <p:cNvSpPr/>
          <p:nvPr userDrawn="1"/>
        </p:nvSpPr>
        <p:spPr>
          <a:xfrm>
            <a:off x="623886" y="620713"/>
            <a:ext cx="10944225" cy="5616573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8A64F439-75E2-45B5-ABB4-C862AE8A4F40}"/>
              </a:ext>
            </a:extLst>
          </p:cNvPr>
          <p:cNvSpPr/>
          <p:nvPr userDrawn="1"/>
        </p:nvSpPr>
        <p:spPr>
          <a:xfrm>
            <a:off x="623886" y="620713"/>
            <a:ext cx="10944225" cy="5616575"/>
          </a:xfrm>
          <a:prstGeom prst="rect">
            <a:avLst/>
          </a:prstGeom>
          <a:blipFill dpi="0" rotWithShape="1">
            <a:blip r:embed="rId3" cstate="email">
              <a:alphaModFix amt="6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50" t="-20319" r="-150" b="-979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2CDAED0B-ECAA-4523-B8AB-E99474A75A50}"/>
              </a:ext>
            </a:extLst>
          </p:cNvPr>
          <p:cNvSpPr/>
          <p:nvPr userDrawn="1"/>
        </p:nvSpPr>
        <p:spPr>
          <a:xfrm>
            <a:off x="623888" y="620714"/>
            <a:ext cx="10944225" cy="5616574"/>
          </a:xfrm>
          <a:prstGeom prst="rect">
            <a:avLst/>
          </a:prstGeom>
          <a:noFill/>
          <a:ln w="635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1A7C60EF-2BC5-4ED6-B661-A885B0CE6CAF}"/>
              </a:ext>
            </a:extLst>
          </p:cNvPr>
          <p:cNvGrpSpPr/>
          <p:nvPr userDrawn="1"/>
        </p:nvGrpSpPr>
        <p:grpSpPr>
          <a:xfrm>
            <a:off x="0" y="2168524"/>
            <a:ext cx="4446439" cy="2520952"/>
            <a:chOff x="-563441" y="2060575"/>
            <a:chExt cx="4322970" cy="2736850"/>
          </a:xfrm>
          <a:blipFill dpi="0" rotWithShape="1">
            <a:blip r:embed="rId4">
              <a:alphaModFix amt="59000"/>
            </a:blip>
            <a:srcRect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7" name="椭圆 36">
              <a:extLst>
                <a:ext uri="{FF2B5EF4-FFF2-40B4-BE49-F238E27FC236}">
                  <a16:creationId xmlns:a16="http://schemas.microsoft.com/office/drawing/2014/main" id="{460751EC-ABD5-428A-A5F3-5E3079A166D1}"/>
                </a:ext>
              </a:extLst>
            </p:cNvPr>
            <p:cNvSpPr/>
            <p:nvPr userDrawn="1"/>
          </p:nvSpPr>
          <p:spPr>
            <a:xfrm>
              <a:off x="1022680" y="2060575"/>
              <a:ext cx="2736849" cy="27368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" name="矩形 37">
              <a:extLst>
                <a:ext uri="{FF2B5EF4-FFF2-40B4-BE49-F238E27FC236}">
                  <a16:creationId xmlns:a16="http://schemas.microsoft.com/office/drawing/2014/main" id="{875F629D-1D59-494A-840B-4EEA816322E9}"/>
                </a:ext>
              </a:extLst>
            </p:cNvPr>
            <p:cNvSpPr/>
            <p:nvPr userDrawn="1"/>
          </p:nvSpPr>
          <p:spPr>
            <a:xfrm>
              <a:off x="-563441" y="2060575"/>
              <a:ext cx="2954544" cy="273685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4" name="任意多边形: 形状 43">
            <a:extLst>
              <a:ext uri="{FF2B5EF4-FFF2-40B4-BE49-F238E27FC236}">
                <a16:creationId xmlns:a16="http://schemas.microsoft.com/office/drawing/2014/main" id="{45F35FEB-0756-4637-A3E8-9B2A5E2C00EB}"/>
              </a:ext>
            </a:extLst>
          </p:cNvPr>
          <p:cNvSpPr/>
          <p:nvPr userDrawn="1"/>
        </p:nvSpPr>
        <p:spPr>
          <a:xfrm>
            <a:off x="0" y="2168524"/>
            <a:ext cx="4449613" cy="2520951"/>
          </a:xfrm>
          <a:custGeom>
            <a:avLst/>
            <a:gdLst>
              <a:gd name="connsiteX0" fmla="*/ 2957721 w 4326146"/>
              <a:gd name="connsiteY0" fmla="*/ 0 h 2736851"/>
              <a:gd name="connsiteX1" fmla="*/ 4326146 w 4326146"/>
              <a:gd name="connsiteY1" fmla="*/ 1368425 h 2736851"/>
              <a:gd name="connsiteX2" fmla="*/ 2957721 w 4326146"/>
              <a:gd name="connsiteY2" fmla="*/ 2736850 h 2736851"/>
              <a:gd name="connsiteX3" fmla="*/ 2954544 w 4326146"/>
              <a:gd name="connsiteY3" fmla="*/ 2736690 h 2736851"/>
              <a:gd name="connsiteX4" fmla="*/ 2954544 w 4326146"/>
              <a:gd name="connsiteY4" fmla="*/ 2736851 h 2736851"/>
              <a:gd name="connsiteX5" fmla="*/ 0 w 4326146"/>
              <a:gd name="connsiteY5" fmla="*/ 2736851 h 2736851"/>
              <a:gd name="connsiteX6" fmla="*/ 0 w 4326146"/>
              <a:gd name="connsiteY6" fmla="*/ 1 h 2736851"/>
              <a:gd name="connsiteX7" fmla="*/ 2954544 w 4326146"/>
              <a:gd name="connsiteY7" fmla="*/ 1 h 2736851"/>
              <a:gd name="connsiteX8" fmla="*/ 2954544 w 4326146"/>
              <a:gd name="connsiteY8" fmla="*/ 161 h 2736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26146" h="2736851">
                <a:moveTo>
                  <a:pt x="2957721" y="0"/>
                </a:moveTo>
                <a:cubicBezTo>
                  <a:pt x="3713481" y="0"/>
                  <a:pt x="4326146" y="612665"/>
                  <a:pt x="4326146" y="1368425"/>
                </a:cubicBezTo>
                <a:cubicBezTo>
                  <a:pt x="4326146" y="2124185"/>
                  <a:pt x="3713481" y="2736850"/>
                  <a:pt x="2957721" y="2736850"/>
                </a:cubicBezTo>
                <a:lnTo>
                  <a:pt x="2954544" y="2736690"/>
                </a:lnTo>
                <a:lnTo>
                  <a:pt x="2954544" y="2736851"/>
                </a:lnTo>
                <a:lnTo>
                  <a:pt x="0" y="2736851"/>
                </a:lnTo>
                <a:lnTo>
                  <a:pt x="0" y="1"/>
                </a:lnTo>
                <a:lnTo>
                  <a:pt x="2954544" y="1"/>
                </a:lnTo>
                <a:lnTo>
                  <a:pt x="2954544" y="161"/>
                </a:lnTo>
                <a:close/>
              </a:path>
            </a:pathLst>
          </a:custGeom>
          <a:solidFill>
            <a:schemeClr val="accent1">
              <a:alpha val="8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" name="椭圆 5">
            <a:extLst>
              <a:ext uri="{FF2B5EF4-FFF2-40B4-BE49-F238E27FC236}">
                <a16:creationId xmlns:a16="http://schemas.microsoft.com/office/drawing/2014/main" id="{FC165EC0-5A31-45DB-A6B0-8896C503FA93}"/>
              </a:ext>
            </a:extLst>
          </p:cNvPr>
          <p:cNvSpPr/>
          <p:nvPr userDrawn="1"/>
        </p:nvSpPr>
        <p:spPr>
          <a:xfrm>
            <a:off x="3422343" y="2650299"/>
            <a:ext cx="1557398" cy="1557398"/>
          </a:xfrm>
          <a:prstGeom prst="ellipse">
            <a:avLst/>
          </a:prstGeom>
          <a:effectLst>
            <a:outerShdw blurRad="38100" dist="38100" dir="2700000" algn="tl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îş1idè">
            <a:extLst>
              <a:ext uri="{FF2B5EF4-FFF2-40B4-BE49-F238E27FC236}">
                <a16:creationId xmlns:a16="http://schemas.microsoft.com/office/drawing/2014/main" id="{B1E34B56-9656-4143-8AEB-4D0D0F7306BA}"/>
              </a:ext>
            </a:extLst>
          </p:cNvPr>
          <p:cNvSpPr/>
          <p:nvPr userDrawn="1"/>
        </p:nvSpPr>
        <p:spPr bwMode="auto">
          <a:xfrm>
            <a:off x="3629961" y="2847706"/>
            <a:ext cx="1142163" cy="116258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25400" dir="2700000" algn="tl" rotWithShape="0">
              <a:prstClr val="black">
                <a:alpha val="33000"/>
              </a:prstClr>
            </a:outerShdw>
          </a:effec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17" name="组合 16">
            <a:extLst>
              <a:ext uri="{FF2B5EF4-FFF2-40B4-BE49-F238E27FC236}">
                <a16:creationId xmlns:a16="http://schemas.microsoft.com/office/drawing/2014/main" id="{32028BDA-EDFC-4A42-BF90-697591C66FEC}"/>
              </a:ext>
            </a:extLst>
          </p:cNvPr>
          <p:cNvGrpSpPr/>
          <p:nvPr userDrawn="1"/>
        </p:nvGrpSpPr>
        <p:grpSpPr>
          <a:xfrm>
            <a:off x="896883" y="2487609"/>
            <a:ext cx="1924102" cy="1696589"/>
            <a:chOff x="309736" y="2487609"/>
            <a:chExt cx="1924102" cy="1696589"/>
          </a:xfrm>
        </p:grpSpPr>
        <p:sp>
          <p:nvSpPr>
            <p:cNvPr id="3" name="文本框 2">
              <a:extLst>
                <a:ext uri="{FF2B5EF4-FFF2-40B4-BE49-F238E27FC236}">
                  <a16:creationId xmlns:a16="http://schemas.microsoft.com/office/drawing/2014/main" id="{DA0DD9A3-D1E8-47CB-A0F7-58B66B0FBA06}"/>
                </a:ext>
              </a:extLst>
            </p:cNvPr>
            <p:cNvSpPr txBox="1"/>
            <p:nvPr userDrawn="1"/>
          </p:nvSpPr>
          <p:spPr>
            <a:xfrm>
              <a:off x="309736" y="3072385"/>
              <a:ext cx="1924102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4400" spc="600" dirty="0">
                  <a:solidFill>
                    <a:schemeClr val="bg1"/>
                  </a:solidFill>
                  <a:latin typeface="思源宋体 CN Heavy" panose="02020900000000000000" pitchFamily="18" charset="-122"/>
                  <a:ea typeface="思源宋体 CN Heavy" panose="02020900000000000000" pitchFamily="18" charset="-122"/>
                </a:rPr>
                <a:t>目录</a:t>
              </a:r>
            </a:p>
          </p:txBody>
        </p:sp>
        <p:sp>
          <p:nvSpPr>
            <p:cNvPr id="4" name="文本框 3">
              <a:extLst>
                <a:ext uri="{FF2B5EF4-FFF2-40B4-BE49-F238E27FC236}">
                  <a16:creationId xmlns:a16="http://schemas.microsoft.com/office/drawing/2014/main" id="{D7F05DFD-6E9E-454D-8604-7493BBB398C2}"/>
                </a:ext>
              </a:extLst>
            </p:cNvPr>
            <p:cNvSpPr txBox="1"/>
            <p:nvPr userDrawn="1"/>
          </p:nvSpPr>
          <p:spPr>
            <a:xfrm>
              <a:off x="348232" y="3765038"/>
              <a:ext cx="178877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en-US" altLang="zh-CN" sz="2000" spc="200" baseline="0" dirty="0">
                  <a:solidFill>
                    <a:schemeClr val="bg1"/>
                  </a:solidFill>
                  <a:latin typeface="Alibaba Sans Medium" panose="020B0603020203040204" pitchFamily="34" charset="0"/>
                  <a:cs typeface="Alibaba Sans Medium" panose="020B0603020203040204" pitchFamily="34" charset="0"/>
                </a:rPr>
                <a:t>CONTENTS</a:t>
              </a:r>
              <a:endParaRPr lang="zh-CN" altLang="en-US" sz="2000" spc="200" baseline="0" dirty="0">
                <a:solidFill>
                  <a:schemeClr val="bg1"/>
                </a:solidFill>
                <a:latin typeface="Alibaba Sans Medium" panose="020B0603020203040204" pitchFamily="34" charset="0"/>
                <a:cs typeface="Alibaba Sans Medium" panose="020B0603020203040204" pitchFamily="34" charset="0"/>
              </a:endParaRPr>
            </a:p>
          </p:txBody>
        </p:sp>
        <p:cxnSp>
          <p:nvCxnSpPr>
            <p:cNvPr id="9" name="直接连接符 8">
              <a:extLst>
                <a:ext uri="{FF2B5EF4-FFF2-40B4-BE49-F238E27FC236}">
                  <a16:creationId xmlns:a16="http://schemas.microsoft.com/office/drawing/2014/main" id="{B0E77333-213A-45BC-A08B-7DA41D91C92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66918" y="2990850"/>
              <a:ext cx="1553997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676fecc8-5938-4c2a-98aa-ea8df123951c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>
              <a:extLst>
                <a:ext uri="{FF2B5EF4-FFF2-40B4-BE49-F238E27FC236}">
                  <a16:creationId xmlns:a16="http://schemas.microsoft.com/office/drawing/2014/main" id="{4D1B8BCE-0D4A-418A-832C-D6097F3CBC65}"/>
                </a:ext>
              </a:extLst>
            </p:cNvPr>
            <p:cNvGrpSpPr>
              <a:grpSpLocks noChangeAspect="1"/>
            </p:cNvGrpSpPr>
            <p:nvPr userDrawn="1">
              <p:custDataLst>
                <p:tags r:id="rId1"/>
              </p:custDataLst>
            </p:nvPr>
          </p:nvGrpSpPr>
          <p:grpSpPr>
            <a:xfrm>
              <a:off x="466918" y="2487609"/>
              <a:ext cx="1553997" cy="421707"/>
              <a:chOff x="2647449" y="2492374"/>
              <a:chExt cx="6897103" cy="1871663"/>
            </a:xfrm>
            <a:solidFill>
              <a:schemeClr val="bg1"/>
            </a:solidFill>
          </p:grpSpPr>
          <p:sp>
            <p:nvSpPr>
              <p:cNvPr id="25" name="îṩliḍê">
                <a:extLst>
                  <a:ext uri="{FF2B5EF4-FFF2-40B4-BE49-F238E27FC236}">
                    <a16:creationId xmlns:a16="http://schemas.microsoft.com/office/drawing/2014/main" id="{A7100E10-6816-4AA9-9CE2-B51AA0B8958A}"/>
                  </a:ext>
                </a:extLst>
              </p:cNvPr>
              <p:cNvSpPr/>
              <p:nvPr userDrawn="1"/>
            </p:nvSpPr>
            <p:spPr bwMode="auto">
              <a:xfrm>
                <a:off x="4864297" y="2650172"/>
                <a:ext cx="4625464" cy="1089247"/>
              </a:xfrm>
              <a:custGeom>
                <a:avLst/>
                <a:gdLst>
                  <a:gd name="T0" fmla="*/ 1846 w 2033"/>
                  <a:gd name="T1" fmla="*/ 379 h 478"/>
                  <a:gd name="T2" fmla="*/ 1836 w 2033"/>
                  <a:gd name="T3" fmla="*/ 368 h 478"/>
                  <a:gd name="T4" fmla="*/ 1932 w 2033"/>
                  <a:gd name="T5" fmla="*/ 256 h 478"/>
                  <a:gd name="T6" fmla="*/ 1958 w 2033"/>
                  <a:gd name="T7" fmla="*/ 124 h 478"/>
                  <a:gd name="T8" fmla="*/ 1868 w 2033"/>
                  <a:gd name="T9" fmla="*/ 215 h 478"/>
                  <a:gd name="T10" fmla="*/ 1814 w 2033"/>
                  <a:gd name="T11" fmla="*/ 242 h 478"/>
                  <a:gd name="T12" fmla="*/ 1796 w 2033"/>
                  <a:gd name="T13" fmla="*/ 130 h 478"/>
                  <a:gd name="T14" fmla="*/ 1834 w 2033"/>
                  <a:gd name="T15" fmla="*/ 154 h 478"/>
                  <a:gd name="T16" fmla="*/ 1859 w 2033"/>
                  <a:gd name="T17" fmla="*/ 124 h 478"/>
                  <a:gd name="T18" fmla="*/ 1944 w 2033"/>
                  <a:gd name="T19" fmla="*/ 46 h 478"/>
                  <a:gd name="T20" fmla="*/ 2022 w 2033"/>
                  <a:gd name="T21" fmla="*/ 84 h 478"/>
                  <a:gd name="T22" fmla="*/ 1892 w 2033"/>
                  <a:gd name="T23" fmla="*/ 315 h 478"/>
                  <a:gd name="T24" fmla="*/ 1927 w 2033"/>
                  <a:gd name="T25" fmla="*/ 338 h 478"/>
                  <a:gd name="T26" fmla="*/ 2 w 2033"/>
                  <a:gd name="T27" fmla="*/ 449 h 478"/>
                  <a:gd name="T28" fmla="*/ 236 w 2033"/>
                  <a:gd name="T29" fmla="*/ 99 h 478"/>
                  <a:gd name="T30" fmla="*/ 119 w 2033"/>
                  <a:gd name="T31" fmla="*/ 112 h 478"/>
                  <a:gd name="T32" fmla="*/ 276 w 2033"/>
                  <a:gd name="T33" fmla="*/ 88 h 478"/>
                  <a:gd name="T34" fmla="*/ 237 w 2033"/>
                  <a:gd name="T35" fmla="*/ 157 h 478"/>
                  <a:gd name="T36" fmla="*/ 341 w 2033"/>
                  <a:gd name="T37" fmla="*/ 184 h 478"/>
                  <a:gd name="T38" fmla="*/ 308 w 2033"/>
                  <a:gd name="T39" fmla="*/ 295 h 478"/>
                  <a:gd name="T40" fmla="*/ 253 w 2033"/>
                  <a:gd name="T41" fmla="*/ 338 h 478"/>
                  <a:gd name="T42" fmla="*/ 133 w 2033"/>
                  <a:gd name="T43" fmla="*/ 427 h 478"/>
                  <a:gd name="T44" fmla="*/ 154 w 2033"/>
                  <a:gd name="T45" fmla="*/ 285 h 478"/>
                  <a:gd name="T46" fmla="*/ 1171 w 2033"/>
                  <a:gd name="T47" fmla="*/ 371 h 478"/>
                  <a:gd name="T48" fmla="*/ 1168 w 2033"/>
                  <a:gd name="T49" fmla="*/ 314 h 478"/>
                  <a:gd name="T50" fmla="*/ 1220 w 2033"/>
                  <a:gd name="T51" fmla="*/ 245 h 478"/>
                  <a:gd name="T52" fmla="*/ 1055 w 2033"/>
                  <a:gd name="T53" fmla="*/ 234 h 478"/>
                  <a:gd name="T54" fmla="*/ 1168 w 2033"/>
                  <a:gd name="T55" fmla="*/ 165 h 478"/>
                  <a:gd name="T56" fmla="*/ 1198 w 2033"/>
                  <a:gd name="T57" fmla="*/ 87 h 478"/>
                  <a:gd name="T58" fmla="*/ 1204 w 2033"/>
                  <a:gd name="T59" fmla="*/ 161 h 478"/>
                  <a:gd name="T60" fmla="*/ 1283 w 2033"/>
                  <a:gd name="T61" fmla="*/ 170 h 478"/>
                  <a:gd name="T62" fmla="*/ 1235 w 2033"/>
                  <a:gd name="T63" fmla="*/ 256 h 478"/>
                  <a:gd name="T64" fmla="*/ 1220 w 2033"/>
                  <a:gd name="T65" fmla="*/ 318 h 478"/>
                  <a:gd name="T66" fmla="*/ 405 w 2033"/>
                  <a:gd name="T67" fmla="*/ 412 h 478"/>
                  <a:gd name="T68" fmla="*/ 434 w 2033"/>
                  <a:gd name="T69" fmla="*/ 422 h 478"/>
                  <a:gd name="T70" fmla="*/ 574 w 2033"/>
                  <a:gd name="T71" fmla="*/ 413 h 478"/>
                  <a:gd name="T72" fmla="*/ 578 w 2033"/>
                  <a:gd name="T73" fmla="*/ 255 h 478"/>
                  <a:gd name="T74" fmla="*/ 638 w 2033"/>
                  <a:gd name="T75" fmla="*/ 104 h 478"/>
                  <a:gd name="T76" fmla="*/ 466 w 2033"/>
                  <a:gd name="T77" fmla="*/ 159 h 478"/>
                  <a:gd name="T78" fmla="*/ 535 w 2033"/>
                  <a:gd name="T79" fmla="*/ 201 h 478"/>
                  <a:gd name="T80" fmla="*/ 499 w 2033"/>
                  <a:gd name="T81" fmla="*/ 257 h 478"/>
                  <a:gd name="T82" fmla="*/ 556 w 2033"/>
                  <a:gd name="T83" fmla="*/ 225 h 478"/>
                  <a:gd name="T84" fmla="*/ 531 w 2033"/>
                  <a:gd name="T85" fmla="*/ 386 h 478"/>
                  <a:gd name="T86" fmla="*/ 1609 w 2033"/>
                  <a:gd name="T87" fmla="*/ 256 h 478"/>
                  <a:gd name="T88" fmla="*/ 1562 w 2033"/>
                  <a:gd name="T89" fmla="*/ 107 h 478"/>
                  <a:gd name="T90" fmla="*/ 1556 w 2033"/>
                  <a:gd name="T91" fmla="*/ 279 h 478"/>
                  <a:gd name="T92" fmla="*/ 324 w 2033"/>
                  <a:gd name="T93" fmla="*/ 382 h 478"/>
                  <a:gd name="T94" fmla="*/ 1283 w 2033"/>
                  <a:gd name="T95" fmla="*/ 389 h 478"/>
                  <a:gd name="T96" fmla="*/ 1184 w 2033"/>
                  <a:gd name="T97" fmla="*/ 385 h 478"/>
                  <a:gd name="T98" fmla="*/ 731 w 2033"/>
                  <a:gd name="T99" fmla="*/ 348 h 478"/>
                  <a:gd name="T100" fmla="*/ 913 w 2033"/>
                  <a:gd name="T101" fmla="*/ 256 h 478"/>
                  <a:gd name="T102" fmla="*/ 838 w 2033"/>
                  <a:gd name="T103" fmla="*/ 191 h 478"/>
                  <a:gd name="T104" fmla="*/ 957 w 2033"/>
                  <a:gd name="T105" fmla="*/ 243 h 478"/>
                  <a:gd name="T106" fmla="*/ 875 w 2033"/>
                  <a:gd name="T107" fmla="*/ 347 h 478"/>
                  <a:gd name="T108" fmla="*/ 229 w 2033"/>
                  <a:gd name="T109" fmla="*/ 334 h 478"/>
                  <a:gd name="T110" fmla="*/ 208 w 2033"/>
                  <a:gd name="T111" fmla="*/ 302 h 478"/>
                  <a:gd name="T112" fmla="*/ 190 w 2033"/>
                  <a:gd name="T113" fmla="*/ 339 h 478"/>
                  <a:gd name="T114" fmla="*/ 651 w 2033"/>
                  <a:gd name="T115" fmla="*/ 339 h 478"/>
                  <a:gd name="T116" fmla="*/ 149 w 2033"/>
                  <a:gd name="T117" fmla="*/ 244 h 478"/>
                  <a:gd name="T118" fmla="*/ 1847 w 2033"/>
                  <a:gd name="T119" fmla="*/ 174 h 478"/>
                  <a:gd name="T120" fmla="*/ 1907 w 2033"/>
                  <a:gd name="T121" fmla="*/ 189 h 478"/>
                  <a:gd name="T122" fmla="*/ 583 w 2033"/>
                  <a:gd name="T123" fmla="*/ 131 h 478"/>
                  <a:gd name="T124" fmla="*/ 209 w 2033"/>
                  <a:gd name="T125" fmla="*/ 19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33" h="478">
                    <a:moveTo>
                      <a:pt x="1888" y="478"/>
                    </a:moveTo>
                    <a:cubicBezTo>
                      <a:pt x="1854" y="462"/>
                      <a:pt x="1854" y="462"/>
                      <a:pt x="1854" y="462"/>
                    </a:cubicBezTo>
                    <a:cubicBezTo>
                      <a:pt x="1854" y="462"/>
                      <a:pt x="1854" y="462"/>
                      <a:pt x="1854" y="462"/>
                    </a:cubicBezTo>
                    <a:cubicBezTo>
                      <a:pt x="1851" y="463"/>
                      <a:pt x="1851" y="463"/>
                      <a:pt x="1851" y="463"/>
                    </a:cubicBezTo>
                    <a:cubicBezTo>
                      <a:pt x="1851" y="463"/>
                      <a:pt x="1851" y="463"/>
                      <a:pt x="1851" y="463"/>
                    </a:cubicBezTo>
                    <a:cubicBezTo>
                      <a:pt x="1849" y="463"/>
                      <a:pt x="1849" y="463"/>
                      <a:pt x="1849" y="463"/>
                    </a:cubicBezTo>
                    <a:cubicBezTo>
                      <a:pt x="1849" y="463"/>
                      <a:pt x="1849" y="463"/>
                      <a:pt x="1849" y="463"/>
                    </a:cubicBezTo>
                    <a:cubicBezTo>
                      <a:pt x="1846" y="463"/>
                      <a:pt x="1846" y="463"/>
                      <a:pt x="1846" y="463"/>
                    </a:cubicBezTo>
                    <a:cubicBezTo>
                      <a:pt x="1846" y="463"/>
                      <a:pt x="1846" y="463"/>
                      <a:pt x="1846" y="463"/>
                    </a:cubicBezTo>
                    <a:cubicBezTo>
                      <a:pt x="1844" y="462"/>
                      <a:pt x="1844" y="462"/>
                      <a:pt x="1844" y="462"/>
                    </a:cubicBezTo>
                    <a:cubicBezTo>
                      <a:pt x="1844" y="462"/>
                      <a:pt x="1844" y="462"/>
                      <a:pt x="1844" y="462"/>
                    </a:cubicBezTo>
                    <a:cubicBezTo>
                      <a:pt x="1841" y="462"/>
                      <a:pt x="1841" y="462"/>
                      <a:pt x="1841" y="462"/>
                    </a:cubicBezTo>
                    <a:cubicBezTo>
                      <a:pt x="1841" y="462"/>
                      <a:pt x="1841" y="462"/>
                      <a:pt x="1841" y="462"/>
                    </a:cubicBezTo>
                    <a:cubicBezTo>
                      <a:pt x="1838" y="462"/>
                      <a:pt x="1838" y="462"/>
                      <a:pt x="1838" y="462"/>
                    </a:cubicBezTo>
                    <a:cubicBezTo>
                      <a:pt x="1838" y="462"/>
                      <a:pt x="1838" y="462"/>
                      <a:pt x="1838" y="462"/>
                    </a:cubicBezTo>
                    <a:cubicBezTo>
                      <a:pt x="1835" y="462"/>
                      <a:pt x="1835" y="462"/>
                      <a:pt x="1835" y="462"/>
                    </a:cubicBezTo>
                    <a:cubicBezTo>
                      <a:pt x="1835" y="462"/>
                      <a:pt x="1835" y="462"/>
                      <a:pt x="1835" y="462"/>
                    </a:cubicBezTo>
                    <a:cubicBezTo>
                      <a:pt x="1833" y="462"/>
                      <a:pt x="1833" y="462"/>
                      <a:pt x="1833" y="462"/>
                    </a:cubicBezTo>
                    <a:cubicBezTo>
                      <a:pt x="1833" y="462"/>
                      <a:pt x="1833" y="462"/>
                      <a:pt x="1833" y="462"/>
                    </a:cubicBezTo>
                    <a:cubicBezTo>
                      <a:pt x="1829" y="460"/>
                      <a:pt x="1829" y="460"/>
                      <a:pt x="1829" y="460"/>
                    </a:cubicBezTo>
                    <a:cubicBezTo>
                      <a:pt x="1829" y="460"/>
                      <a:pt x="1829" y="460"/>
                      <a:pt x="1829" y="460"/>
                    </a:cubicBezTo>
                    <a:cubicBezTo>
                      <a:pt x="1827" y="460"/>
                      <a:pt x="1827" y="460"/>
                      <a:pt x="1827" y="460"/>
                    </a:cubicBezTo>
                    <a:cubicBezTo>
                      <a:pt x="1827" y="460"/>
                      <a:pt x="1827" y="460"/>
                      <a:pt x="1827" y="460"/>
                    </a:cubicBezTo>
                    <a:cubicBezTo>
                      <a:pt x="1827" y="460"/>
                      <a:pt x="1827" y="460"/>
                      <a:pt x="1827" y="460"/>
                    </a:cubicBezTo>
                    <a:cubicBezTo>
                      <a:pt x="1827" y="460"/>
                      <a:pt x="1827" y="460"/>
                      <a:pt x="1827" y="460"/>
                    </a:cubicBezTo>
                    <a:cubicBezTo>
                      <a:pt x="1827" y="459"/>
                      <a:pt x="1827" y="459"/>
                      <a:pt x="1827" y="459"/>
                    </a:cubicBezTo>
                    <a:cubicBezTo>
                      <a:pt x="1827" y="459"/>
                      <a:pt x="1827" y="459"/>
                      <a:pt x="1827" y="459"/>
                    </a:cubicBezTo>
                    <a:cubicBezTo>
                      <a:pt x="1827" y="457"/>
                      <a:pt x="1827" y="457"/>
                      <a:pt x="1827" y="457"/>
                    </a:cubicBezTo>
                    <a:cubicBezTo>
                      <a:pt x="1827" y="457"/>
                      <a:pt x="1827" y="457"/>
                      <a:pt x="1827" y="457"/>
                    </a:cubicBezTo>
                    <a:cubicBezTo>
                      <a:pt x="1827" y="456"/>
                      <a:pt x="1827" y="456"/>
                      <a:pt x="1827" y="456"/>
                    </a:cubicBezTo>
                    <a:cubicBezTo>
                      <a:pt x="1827" y="456"/>
                      <a:pt x="1827" y="456"/>
                      <a:pt x="1827" y="456"/>
                    </a:cubicBezTo>
                    <a:cubicBezTo>
                      <a:pt x="1827" y="454"/>
                      <a:pt x="1827" y="454"/>
                      <a:pt x="1827" y="454"/>
                    </a:cubicBezTo>
                    <a:cubicBezTo>
                      <a:pt x="1827" y="454"/>
                      <a:pt x="1827" y="454"/>
                      <a:pt x="1827" y="454"/>
                    </a:cubicBezTo>
                    <a:cubicBezTo>
                      <a:pt x="1827" y="453"/>
                      <a:pt x="1827" y="453"/>
                      <a:pt x="1827" y="453"/>
                    </a:cubicBezTo>
                    <a:cubicBezTo>
                      <a:pt x="1827" y="453"/>
                      <a:pt x="1827" y="453"/>
                      <a:pt x="1827" y="453"/>
                    </a:cubicBezTo>
                    <a:cubicBezTo>
                      <a:pt x="1827" y="452"/>
                      <a:pt x="1827" y="452"/>
                      <a:pt x="1827" y="452"/>
                    </a:cubicBezTo>
                    <a:cubicBezTo>
                      <a:pt x="1827" y="452"/>
                      <a:pt x="1827" y="452"/>
                      <a:pt x="1827" y="452"/>
                    </a:cubicBezTo>
                    <a:cubicBezTo>
                      <a:pt x="1832" y="450"/>
                      <a:pt x="1832" y="450"/>
                      <a:pt x="1832" y="450"/>
                    </a:cubicBezTo>
                    <a:cubicBezTo>
                      <a:pt x="1832" y="450"/>
                      <a:pt x="1832" y="450"/>
                      <a:pt x="1832" y="450"/>
                    </a:cubicBezTo>
                    <a:cubicBezTo>
                      <a:pt x="1840" y="449"/>
                      <a:pt x="1840" y="449"/>
                      <a:pt x="1840" y="449"/>
                    </a:cubicBezTo>
                    <a:cubicBezTo>
                      <a:pt x="1840" y="449"/>
                      <a:pt x="1840" y="449"/>
                      <a:pt x="1840" y="449"/>
                    </a:cubicBezTo>
                    <a:cubicBezTo>
                      <a:pt x="1847" y="449"/>
                      <a:pt x="1847" y="449"/>
                      <a:pt x="1847" y="449"/>
                    </a:cubicBezTo>
                    <a:cubicBezTo>
                      <a:pt x="1847" y="449"/>
                      <a:pt x="1847" y="449"/>
                      <a:pt x="1847" y="449"/>
                    </a:cubicBezTo>
                    <a:cubicBezTo>
                      <a:pt x="1855" y="449"/>
                      <a:pt x="1855" y="449"/>
                      <a:pt x="1855" y="449"/>
                    </a:cubicBezTo>
                    <a:cubicBezTo>
                      <a:pt x="1855" y="449"/>
                      <a:pt x="1855" y="449"/>
                      <a:pt x="1855" y="449"/>
                    </a:cubicBezTo>
                    <a:cubicBezTo>
                      <a:pt x="1863" y="450"/>
                      <a:pt x="1863" y="450"/>
                      <a:pt x="1863" y="450"/>
                    </a:cubicBezTo>
                    <a:cubicBezTo>
                      <a:pt x="1863" y="450"/>
                      <a:pt x="1863" y="450"/>
                      <a:pt x="1863" y="450"/>
                    </a:cubicBezTo>
                    <a:cubicBezTo>
                      <a:pt x="1870" y="449"/>
                      <a:pt x="1870" y="449"/>
                      <a:pt x="1870" y="449"/>
                    </a:cubicBezTo>
                    <a:cubicBezTo>
                      <a:pt x="1870" y="449"/>
                      <a:pt x="1870" y="449"/>
                      <a:pt x="1870" y="449"/>
                    </a:cubicBezTo>
                    <a:cubicBezTo>
                      <a:pt x="1876" y="446"/>
                      <a:pt x="1876" y="446"/>
                      <a:pt x="1876" y="446"/>
                    </a:cubicBezTo>
                    <a:cubicBezTo>
                      <a:pt x="1876" y="446"/>
                      <a:pt x="1876" y="446"/>
                      <a:pt x="1876" y="446"/>
                    </a:cubicBezTo>
                    <a:cubicBezTo>
                      <a:pt x="1883" y="439"/>
                      <a:pt x="1883" y="439"/>
                      <a:pt x="1883" y="439"/>
                    </a:cubicBezTo>
                    <a:cubicBezTo>
                      <a:pt x="1883" y="439"/>
                      <a:pt x="1883" y="439"/>
                      <a:pt x="1883" y="439"/>
                    </a:cubicBezTo>
                    <a:cubicBezTo>
                      <a:pt x="1883" y="430"/>
                      <a:pt x="1883" y="430"/>
                      <a:pt x="1883" y="430"/>
                    </a:cubicBezTo>
                    <a:cubicBezTo>
                      <a:pt x="1883" y="430"/>
                      <a:pt x="1883" y="430"/>
                      <a:pt x="1883" y="430"/>
                    </a:cubicBezTo>
                    <a:cubicBezTo>
                      <a:pt x="1884" y="420"/>
                      <a:pt x="1884" y="420"/>
                      <a:pt x="1884" y="420"/>
                    </a:cubicBezTo>
                    <a:cubicBezTo>
                      <a:pt x="1884" y="420"/>
                      <a:pt x="1884" y="420"/>
                      <a:pt x="1884" y="420"/>
                    </a:cubicBezTo>
                    <a:cubicBezTo>
                      <a:pt x="1884" y="410"/>
                      <a:pt x="1884" y="410"/>
                      <a:pt x="1884" y="410"/>
                    </a:cubicBezTo>
                    <a:cubicBezTo>
                      <a:pt x="1884" y="410"/>
                      <a:pt x="1884" y="410"/>
                      <a:pt x="1884" y="410"/>
                    </a:cubicBezTo>
                    <a:cubicBezTo>
                      <a:pt x="1885" y="398"/>
                      <a:pt x="1885" y="398"/>
                      <a:pt x="1885" y="398"/>
                    </a:cubicBezTo>
                    <a:cubicBezTo>
                      <a:pt x="1885" y="398"/>
                      <a:pt x="1885" y="398"/>
                      <a:pt x="1885" y="398"/>
                    </a:cubicBezTo>
                    <a:cubicBezTo>
                      <a:pt x="1885" y="388"/>
                      <a:pt x="1885" y="388"/>
                      <a:pt x="1885" y="388"/>
                    </a:cubicBezTo>
                    <a:cubicBezTo>
                      <a:pt x="1885" y="388"/>
                      <a:pt x="1885" y="388"/>
                      <a:pt x="1885" y="388"/>
                    </a:cubicBezTo>
                    <a:cubicBezTo>
                      <a:pt x="1885" y="377"/>
                      <a:pt x="1885" y="377"/>
                      <a:pt x="1885" y="377"/>
                    </a:cubicBezTo>
                    <a:cubicBezTo>
                      <a:pt x="1885" y="377"/>
                      <a:pt x="1885" y="377"/>
                      <a:pt x="1885" y="377"/>
                    </a:cubicBezTo>
                    <a:cubicBezTo>
                      <a:pt x="1884" y="367"/>
                      <a:pt x="1884" y="367"/>
                      <a:pt x="1884" y="367"/>
                    </a:cubicBezTo>
                    <a:cubicBezTo>
                      <a:pt x="1884" y="367"/>
                      <a:pt x="1884" y="367"/>
                      <a:pt x="1884" y="367"/>
                    </a:cubicBezTo>
                    <a:cubicBezTo>
                      <a:pt x="1883" y="356"/>
                      <a:pt x="1883" y="356"/>
                      <a:pt x="1883" y="356"/>
                    </a:cubicBezTo>
                    <a:cubicBezTo>
                      <a:pt x="1883" y="356"/>
                      <a:pt x="1883" y="356"/>
                      <a:pt x="1883" y="356"/>
                    </a:cubicBezTo>
                    <a:cubicBezTo>
                      <a:pt x="1875" y="360"/>
                      <a:pt x="1875" y="360"/>
                      <a:pt x="1875" y="360"/>
                    </a:cubicBezTo>
                    <a:cubicBezTo>
                      <a:pt x="1875" y="360"/>
                      <a:pt x="1875" y="360"/>
                      <a:pt x="1875" y="360"/>
                    </a:cubicBezTo>
                    <a:cubicBezTo>
                      <a:pt x="1868" y="364"/>
                      <a:pt x="1868" y="364"/>
                      <a:pt x="1868" y="364"/>
                    </a:cubicBezTo>
                    <a:cubicBezTo>
                      <a:pt x="1868" y="364"/>
                      <a:pt x="1868" y="364"/>
                      <a:pt x="1868" y="364"/>
                    </a:cubicBezTo>
                    <a:cubicBezTo>
                      <a:pt x="1860" y="368"/>
                      <a:pt x="1860" y="368"/>
                      <a:pt x="1860" y="368"/>
                    </a:cubicBezTo>
                    <a:cubicBezTo>
                      <a:pt x="1860" y="368"/>
                      <a:pt x="1860" y="368"/>
                      <a:pt x="1860" y="368"/>
                    </a:cubicBezTo>
                    <a:cubicBezTo>
                      <a:pt x="1854" y="373"/>
                      <a:pt x="1854" y="373"/>
                      <a:pt x="1854" y="373"/>
                    </a:cubicBezTo>
                    <a:cubicBezTo>
                      <a:pt x="1854" y="373"/>
                      <a:pt x="1854" y="373"/>
                      <a:pt x="1854" y="373"/>
                    </a:cubicBezTo>
                    <a:cubicBezTo>
                      <a:pt x="1846" y="379"/>
                      <a:pt x="1846" y="379"/>
                      <a:pt x="1846" y="379"/>
                    </a:cubicBezTo>
                    <a:cubicBezTo>
                      <a:pt x="1846" y="379"/>
                      <a:pt x="1846" y="379"/>
                      <a:pt x="1846" y="379"/>
                    </a:cubicBezTo>
                    <a:cubicBezTo>
                      <a:pt x="1838" y="383"/>
                      <a:pt x="1838" y="383"/>
                      <a:pt x="1838" y="383"/>
                    </a:cubicBezTo>
                    <a:cubicBezTo>
                      <a:pt x="1838" y="383"/>
                      <a:pt x="1838" y="383"/>
                      <a:pt x="1838" y="383"/>
                    </a:cubicBezTo>
                    <a:cubicBezTo>
                      <a:pt x="1830" y="389"/>
                      <a:pt x="1830" y="389"/>
                      <a:pt x="1830" y="389"/>
                    </a:cubicBezTo>
                    <a:cubicBezTo>
                      <a:pt x="1830" y="389"/>
                      <a:pt x="1830" y="389"/>
                      <a:pt x="1830" y="389"/>
                    </a:cubicBezTo>
                    <a:cubicBezTo>
                      <a:pt x="1823" y="392"/>
                      <a:pt x="1823" y="392"/>
                      <a:pt x="1823" y="392"/>
                    </a:cubicBezTo>
                    <a:cubicBezTo>
                      <a:pt x="1823" y="392"/>
                      <a:pt x="1823" y="392"/>
                      <a:pt x="1823" y="392"/>
                    </a:cubicBezTo>
                    <a:cubicBezTo>
                      <a:pt x="1817" y="396"/>
                      <a:pt x="1817" y="396"/>
                      <a:pt x="1817" y="396"/>
                    </a:cubicBezTo>
                    <a:cubicBezTo>
                      <a:pt x="1817" y="396"/>
                      <a:pt x="1817" y="396"/>
                      <a:pt x="1817" y="396"/>
                    </a:cubicBezTo>
                    <a:cubicBezTo>
                      <a:pt x="1812" y="398"/>
                      <a:pt x="1812" y="398"/>
                      <a:pt x="1812" y="398"/>
                    </a:cubicBezTo>
                    <a:cubicBezTo>
                      <a:pt x="1812" y="398"/>
                      <a:pt x="1812" y="398"/>
                      <a:pt x="1812" y="398"/>
                    </a:cubicBezTo>
                    <a:cubicBezTo>
                      <a:pt x="1807" y="401"/>
                      <a:pt x="1807" y="401"/>
                      <a:pt x="1807" y="401"/>
                    </a:cubicBezTo>
                    <a:cubicBezTo>
                      <a:pt x="1807" y="401"/>
                      <a:pt x="1807" y="401"/>
                      <a:pt x="1807" y="401"/>
                    </a:cubicBezTo>
                    <a:cubicBezTo>
                      <a:pt x="1803" y="403"/>
                      <a:pt x="1803" y="403"/>
                      <a:pt x="1803" y="403"/>
                    </a:cubicBezTo>
                    <a:cubicBezTo>
                      <a:pt x="1803" y="403"/>
                      <a:pt x="1803" y="403"/>
                      <a:pt x="1803" y="403"/>
                    </a:cubicBezTo>
                    <a:cubicBezTo>
                      <a:pt x="1798" y="406"/>
                      <a:pt x="1798" y="406"/>
                      <a:pt x="1798" y="406"/>
                    </a:cubicBezTo>
                    <a:cubicBezTo>
                      <a:pt x="1798" y="406"/>
                      <a:pt x="1798" y="406"/>
                      <a:pt x="1798" y="406"/>
                    </a:cubicBezTo>
                    <a:cubicBezTo>
                      <a:pt x="1792" y="407"/>
                      <a:pt x="1792" y="407"/>
                      <a:pt x="1792" y="407"/>
                    </a:cubicBezTo>
                    <a:cubicBezTo>
                      <a:pt x="1792" y="407"/>
                      <a:pt x="1792" y="407"/>
                      <a:pt x="1792" y="407"/>
                    </a:cubicBezTo>
                    <a:cubicBezTo>
                      <a:pt x="1786" y="407"/>
                      <a:pt x="1786" y="407"/>
                      <a:pt x="1786" y="407"/>
                    </a:cubicBezTo>
                    <a:cubicBezTo>
                      <a:pt x="1786" y="407"/>
                      <a:pt x="1786" y="407"/>
                      <a:pt x="1786" y="407"/>
                    </a:cubicBezTo>
                    <a:cubicBezTo>
                      <a:pt x="1781" y="405"/>
                      <a:pt x="1781" y="405"/>
                      <a:pt x="1781" y="405"/>
                    </a:cubicBezTo>
                    <a:cubicBezTo>
                      <a:pt x="1781" y="405"/>
                      <a:pt x="1781" y="405"/>
                      <a:pt x="1781" y="405"/>
                    </a:cubicBezTo>
                    <a:cubicBezTo>
                      <a:pt x="1777" y="406"/>
                      <a:pt x="1777" y="406"/>
                      <a:pt x="1777" y="406"/>
                    </a:cubicBezTo>
                    <a:cubicBezTo>
                      <a:pt x="1777" y="406"/>
                      <a:pt x="1777" y="406"/>
                      <a:pt x="1777" y="406"/>
                    </a:cubicBezTo>
                    <a:cubicBezTo>
                      <a:pt x="1774" y="406"/>
                      <a:pt x="1774" y="406"/>
                      <a:pt x="1774" y="406"/>
                    </a:cubicBezTo>
                    <a:cubicBezTo>
                      <a:pt x="1774" y="406"/>
                      <a:pt x="1774" y="406"/>
                      <a:pt x="1774" y="406"/>
                    </a:cubicBezTo>
                    <a:cubicBezTo>
                      <a:pt x="1772" y="406"/>
                      <a:pt x="1772" y="406"/>
                      <a:pt x="1772" y="406"/>
                    </a:cubicBezTo>
                    <a:cubicBezTo>
                      <a:pt x="1772" y="406"/>
                      <a:pt x="1772" y="406"/>
                      <a:pt x="1772" y="406"/>
                    </a:cubicBezTo>
                    <a:cubicBezTo>
                      <a:pt x="1770" y="405"/>
                      <a:pt x="1770" y="405"/>
                      <a:pt x="1770" y="405"/>
                    </a:cubicBezTo>
                    <a:cubicBezTo>
                      <a:pt x="1770" y="405"/>
                      <a:pt x="1770" y="405"/>
                      <a:pt x="1770" y="405"/>
                    </a:cubicBezTo>
                    <a:cubicBezTo>
                      <a:pt x="1767" y="405"/>
                      <a:pt x="1767" y="405"/>
                      <a:pt x="1767" y="405"/>
                    </a:cubicBezTo>
                    <a:cubicBezTo>
                      <a:pt x="1767" y="405"/>
                      <a:pt x="1767" y="405"/>
                      <a:pt x="1767" y="405"/>
                    </a:cubicBezTo>
                    <a:cubicBezTo>
                      <a:pt x="1765" y="403"/>
                      <a:pt x="1765" y="403"/>
                      <a:pt x="1765" y="403"/>
                    </a:cubicBezTo>
                    <a:cubicBezTo>
                      <a:pt x="1765" y="403"/>
                      <a:pt x="1765" y="403"/>
                      <a:pt x="1765" y="403"/>
                    </a:cubicBezTo>
                    <a:cubicBezTo>
                      <a:pt x="1763" y="402"/>
                      <a:pt x="1763" y="402"/>
                      <a:pt x="1763" y="402"/>
                    </a:cubicBezTo>
                    <a:cubicBezTo>
                      <a:pt x="1763" y="402"/>
                      <a:pt x="1763" y="402"/>
                      <a:pt x="1763" y="402"/>
                    </a:cubicBezTo>
                    <a:cubicBezTo>
                      <a:pt x="1761" y="399"/>
                      <a:pt x="1761" y="399"/>
                      <a:pt x="1761" y="399"/>
                    </a:cubicBezTo>
                    <a:cubicBezTo>
                      <a:pt x="1761" y="399"/>
                      <a:pt x="1761" y="399"/>
                      <a:pt x="1761" y="399"/>
                    </a:cubicBezTo>
                    <a:cubicBezTo>
                      <a:pt x="1760" y="396"/>
                      <a:pt x="1760" y="396"/>
                      <a:pt x="1760" y="396"/>
                    </a:cubicBezTo>
                    <a:cubicBezTo>
                      <a:pt x="1760" y="396"/>
                      <a:pt x="1760" y="396"/>
                      <a:pt x="1760" y="396"/>
                    </a:cubicBezTo>
                    <a:cubicBezTo>
                      <a:pt x="1763" y="394"/>
                      <a:pt x="1763" y="394"/>
                      <a:pt x="1763" y="394"/>
                    </a:cubicBezTo>
                    <a:cubicBezTo>
                      <a:pt x="1763" y="394"/>
                      <a:pt x="1763" y="394"/>
                      <a:pt x="1763" y="394"/>
                    </a:cubicBezTo>
                    <a:cubicBezTo>
                      <a:pt x="1815" y="376"/>
                      <a:pt x="1815" y="376"/>
                      <a:pt x="1815" y="376"/>
                    </a:cubicBezTo>
                    <a:cubicBezTo>
                      <a:pt x="1815" y="376"/>
                      <a:pt x="1815" y="376"/>
                      <a:pt x="1815" y="376"/>
                    </a:cubicBezTo>
                    <a:cubicBezTo>
                      <a:pt x="1815" y="377"/>
                      <a:pt x="1815" y="377"/>
                      <a:pt x="1815" y="377"/>
                    </a:cubicBezTo>
                    <a:cubicBezTo>
                      <a:pt x="1815" y="377"/>
                      <a:pt x="1815" y="377"/>
                      <a:pt x="1815" y="377"/>
                    </a:cubicBezTo>
                    <a:cubicBezTo>
                      <a:pt x="1816" y="377"/>
                      <a:pt x="1816" y="377"/>
                      <a:pt x="1816" y="377"/>
                    </a:cubicBezTo>
                    <a:cubicBezTo>
                      <a:pt x="1816" y="377"/>
                      <a:pt x="1816" y="377"/>
                      <a:pt x="1816" y="377"/>
                    </a:cubicBezTo>
                    <a:cubicBezTo>
                      <a:pt x="1817" y="377"/>
                      <a:pt x="1817" y="377"/>
                      <a:pt x="1817" y="377"/>
                    </a:cubicBezTo>
                    <a:cubicBezTo>
                      <a:pt x="1817" y="377"/>
                      <a:pt x="1817" y="377"/>
                      <a:pt x="1817" y="377"/>
                    </a:cubicBezTo>
                    <a:cubicBezTo>
                      <a:pt x="1818" y="377"/>
                      <a:pt x="1818" y="377"/>
                      <a:pt x="1818" y="377"/>
                    </a:cubicBezTo>
                    <a:cubicBezTo>
                      <a:pt x="1818" y="377"/>
                      <a:pt x="1818" y="377"/>
                      <a:pt x="1818" y="377"/>
                    </a:cubicBezTo>
                    <a:cubicBezTo>
                      <a:pt x="1819" y="377"/>
                      <a:pt x="1819" y="377"/>
                      <a:pt x="1819" y="377"/>
                    </a:cubicBezTo>
                    <a:cubicBezTo>
                      <a:pt x="1819" y="377"/>
                      <a:pt x="1819" y="377"/>
                      <a:pt x="1819" y="377"/>
                    </a:cubicBezTo>
                    <a:cubicBezTo>
                      <a:pt x="1821" y="376"/>
                      <a:pt x="1821" y="376"/>
                      <a:pt x="1821" y="376"/>
                    </a:cubicBezTo>
                    <a:cubicBezTo>
                      <a:pt x="1821" y="376"/>
                      <a:pt x="1821" y="376"/>
                      <a:pt x="1821" y="376"/>
                    </a:cubicBezTo>
                    <a:cubicBezTo>
                      <a:pt x="1822" y="375"/>
                      <a:pt x="1822" y="375"/>
                      <a:pt x="1822" y="375"/>
                    </a:cubicBezTo>
                    <a:cubicBezTo>
                      <a:pt x="1822" y="375"/>
                      <a:pt x="1822" y="375"/>
                      <a:pt x="1822" y="375"/>
                    </a:cubicBezTo>
                    <a:cubicBezTo>
                      <a:pt x="1824" y="374"/>
                      <a:pt x="1824" y="374"/>
                      <a:pt x="1824" y="374"/>
                    </a:cubicBezTo>
                    <a:cubicBezTo>
                      <a:pt x="1824" y="374"/>
                      <a:pt x="1824" y="374"/>
                      <a:pt x="1824" y="374"/>
                    </a:cubicBezTo>
                    <a:cubicBezTo>
                      <a:pt x="1824" y="374"/>
                      <a:pt x="1824" y="374"/>
                      <a:pt x="1824" y="374"/>
                    </a:cubicBezTo>
                    <a:cubicBezTo>
                      <a:pt x="1824" y="374"/>
                      <a:pt x="1824" y="374"/>
                      <a:pt x="1824" y="374"/>
                    </a:cubicBezTo>
                    <a:cubicBezTo>
                      <a:pt x="1825" y="373"/>
                      <a:pt x="1825" y="373"/>
                      <a:pt x="1825" y="373"/>
                    </a:cubicBezTo>
                    <a:cubicBezTo>
                      <a:pt x="1825" y="373"/>
                      <a:pt x="1825" y="373"/>
                      <a:pt x="1825" y="373"/>
                    </a:cubicBezTo>
                    <a:cubicBezTo>
                      <a:pt x="1826" y="373"/>
                      <a:pt x="1826" y="373"/>
                      <a:pt x="1826" y="373"/>
                    </a:cubicBezTo>
                    <a:cubicBezTo>
                      <a:pt x="1826" y="373"/>
                      <a:pt x="1826" y="373"/>
                      <a:pt x="1826" y="373"/>
                    </a:cubicBezTo>
                    <a:cubicBezTo>
                      <a:pt x="1828" y="372"/>
                      <a:pt x="1828" y="372"/>
                      <a:pt x="1828" y="372"/>
                    </a:cubicBezTo>
                    <a:cubicBezTo>
                      <a:pt x="1828" y="372"/>
                      <a:pt x="1828" y="372"/>
                      <a:pt x="1828" y="372"/>
                    </a:cubicBezTo>
                    <a:cubicBezTo>
                      <a:pt x="1829" y="372"/>
                      <a:pt x="1829" y="372"/>
                      <a:pt x="1829" y="372"/>
                    </a:cubicBezTo>
                    <a:cubicBezTo>
                      <a:pt x="1829" y="372"/>
                      <a:pt x="1829" y="372"/>
                      <a:pt x="1829" y="372"/>
                    </a:cubicBezTo>
                    <a:cubicBezTo>
                      <a:pt x="1831" y="371"/>
                      <a:pt x="1831" y="371"/>
                      <a:pt x="1831" y="371"/>
                    </a:cubicBezTo>
                    <a:cubicBezTo>
                      <a:pt x="1831" y="371"/>
                      <a:pt x="1831" y="371"/>
                      <a:pt x="1831" y="371"/>
                    </a:cubicBezTo>
                    <a:cubicBezTo>
                      <a:pt x="1833" y="371"/>
                      <a:pt x="1833" y="371"/>
                      <a:pt x="1833" y="371"/>
                    </a:cubicBezTo>
                    <a:cubicBezTo>
                      <a:pt x="1833" y="371"/>
                      <a:pt x="1833" y="371"/>
                      <a:pt x="1833" y="371"/>
                    </a:cubicBezTo>
                    <a:cubicBezTo>
                      <a:pt x="1835" y="369"/>
                      <a:pt x="1835" y="369"/>
                      <a:pt x="1835" y="369"/>
                    </a:cubicBezTo>
                    <a:cubicBezTo>
                      <a:pt x="1835" y="369"/>
                      <a:pt x="1835" y="369"/>
                      <a:pt x="1835" y="369"/>
                    </a:cubicBezTo>
                    <a:cubicBezTo>
                      <a:pt x="1836" y="368"/>
                      <a:pt x="1836" y="368"/>
                      <a:pt x="1836" y="368"/>
                    </a:cubicBezTo>
                    <a:cubicBezTo>
                      <a:pt x="1836" y="368"/>
                      <a:pt x="1836" y="368"/>
                      <a:pt x="1836" y="368"/>
                    </a:cubicBezTo>
                    <a:cubicBezTo>
                      <a:pt x="1840" y="367"/>
                      <a:pt x="1840" y="367"/>
                      <a:pt x="1840" y="367"/>
                    </a:cubicBezTo>
                    <a:cubicBezTo>
                      <a:pt x="1840" y="367"/>
                      <a:pt x="1840" y="367"/>
                      <a:pt x="1840" y="367"/>
                    </a:cubicBezTo>
                    <a:cubicBezTo>
                      <a:pt x="1843" y="365"/>
                      <a:pt x="1843" y="365"/>
                      <a:pt x="1843" y="365"/>
                    </a:cubicBezTo>
                    <a:cubicBezTo>
                      <a:pt x="1843" y="365"/>
                      <a:pt x="1843" y="365"/>
                      <a:pt x="1843" y="365"/>
                    </a:cubicBezTo>
                    <a:cubicBezTo>
                      <a:pt x="1846" y="363"/>
                      <a:pt x="1846" y="363"/>
                      <a:pt x="1846" y="363"/>
                    </a:cubicBezTo>
                    <a:cubicBezTo>
                      <a:pt x="1846" y="363"/>
                      <a:pt x="1846" y="363"/>
                      <a:pt x="1846" y="363"/>
                    </a:cubicBezTo>
                    <a:cubicBezTo>
                      <a:pt x="1848" y="361"/>
                      <a:pt x="1848" y="361"/>
                      <a:pt x="1848" y="361"/>
                    </a:cubicBezTo>
                    <a:cubicBezTo>
                      <a:pt x="1848" y="361"/>
                      <a:pt x="1848" y="361"/>
                      <a:pt x="1848" y="361"/>
                    </a:cubicBezTo>
                    <a:cubicBezTo>
                      <a:pt x="1851" y="359"/>
                      <a:pt x="1851" y="359"/>
                      <a:pt x="1851" y="359"/>
                    </a:cubicBezTo>
                    <a:cubicBezTo>
                      <a:pt x="1851" y="359"/>
                      <a:pt x="1851" y="359"/>
                      <a:pt x="1851" y="359"/>
                    </a:cubicBezTo>
                    <a:cubicBezTo>
                      <a:pt x="1854" y="356"/>
                      <a:pt x="1854" y="356"/>
                      <a:pt x="1854" y="356"/>
                    </a:cubicBezTo>
                    <a:cubicBezTo>
                      <a:pt x="1854" y="356"/>
                      <a:pt x="1854" y="356"/>
                      <a:pt x="1854" y="356"/>
                    </a:cubicBezTo>
                    <a:cubicBezTo>
                      <a:pt x="1857" y="353"/>
                      <a:pt x="1857" y="353"/>
                      <a:pt x="1857" y="353"/>
                    </a:cubicBezTo>
                    <a:cubicBezTo>
                      <a:pt x="1857" y="353"/>
                      <a:pt x="1857" y="353"/>
                      <a:pt x="1857" y="353"/>
                    </a:cubicBezTo>
                    <a:cubicBezTo>
                      <a:pt x="1858" y="351"/>
                      <a:pt x="1858" y="351"/>
                      <a:pt x="1858" y="351"/>
                    </a:cubicBezTo>
                    <a:cubicBezTo>
                      <a:pt x="1858" y="351"/>
                      <a:pt x="1858" y="351"/>
                      <a:pt x="1858" y="351"/>
                    </a:cubicBezTo>
                    <a:cubicBezTo>
                      <a:pt x="1862" y="348"/>
                      <a:pt x="1862" y="348"/>
                      <a:pt x="1862" y="348"/>
                    </a:cubicBezTo>
                    <a:cubicBezTo>
                      <a:pt x="1862" y="348"/>
                      <a:pt x="1862" y="348"/>
                      <a:pt x="1862" y="348"/>
                    </a:cubicBezTo>
                    <a:cubicBezTo>
                      <a:pt x="1863" y="346"/>
                      <a:pt x="1863" y="346"/>
                      <a:pt x="1863" y="346"/>
                    </a:cubicBezTo>
                    <a:cubicBezTo>
                      <a:pt x="1863" y="346"/>
                      <a:pt x="1863" y="346"/>
                      <a:pt x="1863" y="346"/>
                    </a:cubicBezTo>
                    <a:cubicBezTo>
                      <a:pt x="1866" y="343"/>
                      <a:pt x="1866" y="343"/>
                      <a:pt x="1866" y="343"/>
                    </a:cubicBezTo>
                    <a:cubicBezTo>
                      <a:pt x="1866" y="343"/>
                      <a:pt x="1866" y="343"/>
                      <a:pt x="1866" y="343"/>
                    </a:cubicBezTo>
                    <a:cubicBezTo>
                      <a:pt x="1867" y="341"/>
                      <a:pt x="1867" y="341"/>
                      <a:pt x="1867" y="341"/>
                    </a:cubicBezTo>
                    <a:cubicBezTo>
                      <a:pt x="1867" y="341"/>
                      <a:pt x="1867" y="341"/>
                      <a:pt x="1867" y="341"/>
                    </a:cubicBezTo>
                    <a:cubicBezTo>
                      <a:pt x="1870" y="338"/>
                      <a:pt x="1870" y="338"/>
                      <a:pt x="1870" y="338"/>
                    </a:cubicBezTo>
                    <a:cubicBezTo>
                      <a:pt x="1870" y="338"/>
                      <a:pt x="1870" y="338"/>
                      <a:pt x="1870" y="338"/>
                    </a:cubicBezTo>
                    <a:cubicBezTo>
                      <a:pt x="1873" y="337"/>
                      <a:pt x="1873" y="337"/>
                      <a:pt x="1873" y="337"/>
                    </a:cubicBezTo>
                    <a:cubicBezTo>
                      <a:pt x="1873" y="337"/>
                      <a:pt x="1873" y="337"/>
                      <a:pt x="1873" y="337"/>
                    </a:cubicBezTo>
                    <a:cubicBezTo>
                      <a:pt x="1877" y="335"/>
                      <a:pt x="1877" y="335"/>
                      <a:pt x="1877" y="335"/>
                    </a:cubicBezTo>
                    <a:cubicBezTo>
                      <a:pt x="1877" y="335"/>
                      <a:pt x="1877" y="335"/>
                      <a:pt x="1877" y="335"/>
                    </a:cubicBezTo>
                    <a:cubicBezTo>
                      <a:pt x="1877" y="334"/>
                      <a:pt x="1877" y="334"/>
                      <a:pt x="1877" y="334"/>
                    </a:cubicBezTo>
                    <a:cubicBezTo>
                      <a:pt x="1877" y="334"/>
                      <a:pt x="1877" y="334"/>
                      <a:pt x="1877" y="334"/>
                    </a:cubicBezTo>
                    <a:cubicBezTo>
                      <a:pt x="1877" y="332"/>
                      <a:pt x="1877" y="332"/>
                      <a:pt x="1877" y="332"/>
                    </a:cubicBezTo>
                    <a:cubicBezTo>
                      <a:pt x="1877" y="332"/>
                      <a:pt x="1877" y="332"/>
                      <a:pt x="1877" y="332"/>
                    </a:cubicBezTo>
                    <a:cubicBezTo>
                      <a:pt x="1877" y="330"/>
                      <a:pt x="1877" y="330"/>
                      <a:pt x="1877" y="330"/>
                    </a:cubicBezTo>
                    <a:cubicBezTo>
                      <a:pt x="1877" y="330"/>
                      <a:pt x="1877" y="330"/>
                      <a:pt x="1877" y="330"/>
                    </a:cubicBezTo>
                    <a:cubicBezTo>
                      <a:pt x="1877" y="327"/>
                      <a:pt x="1877" y="327"/>
                      <a:pt x="1877" y="327"/>
                    </a:cubicBezTo>
                    <a:cubicBezTo>
                      <a:pt x="1877" y="327"/>
                      <a:pt x="1877" y="327"/>
                      <a:pt x="1877" y="327"/>
                    </a:cubicBezTo>
                    <a:cubicBezTo>
                      <a:pt x="1876" y="325"/>
                      <a:pt x="1876" y="325"/>
                      <a:pt x="1876" y="325"/>
                    </a:cubicBezTo>
                    <a:cubicBezTo>
                      <a:pt x="1876" y="325"/>
                      <a:pt x="1876" y="325"/>
                      <a:pt x="1876" y="325"/>
                    </a:cubicBezTo>
                    <a:cubicBezTo>
                      <a:pt x="1876" y="323"/>
                      <a:pt x="1876" y="323"/>
                      <a:pt x="1876" y="323"/>
                    </a:cubicBezTo>
                    <a:cubicBezTo>
                      <a:pt x="1876" y="323"/>
                      <a:pt x="1876" y="323"/>
                      <a:pt x="1876" y="323"/>
                    </a:cubicBezTo>
                    <a:cubicBezTo>
                      <a:pt x="1876" y="321"/>
                      <a:pt x="1876" y="321"/>
                      <a:pt x="1876" y="321"/>
                    </a:cubicBezTo>
                    <a:cubicBezTo>
                      <a:pt x="1876" y="321"/>
                      <a:pt x="1876" y="321"/>
                      <a:pt x="1876" y="321"/>
                    </a:cubicBezTo>
                    <a:cubicBezTo>
                      <a:pt x="1877" y="318"/>
                      <a:pt x="1877" y="318"/>
                      <a:pt x="1877" y="318"/>
                    </a:cubicBezTo>
                    <a:cubicBezTo>
                      <a:pt x="1877" y="318"/>
                      <a:pt x="1877" y="318"/>
                      <a:pt x="1877" y="318"/>
                    </a:cubicBezTo>
                    <a:cubicBezTo>
                      <a:pt x="1897" y="294"/>
                      <a:pt x="1897" y="294"/>
                      <a:pt x="1897" y="294"/>
                    </a:cubicBezTo>
                    <a:cubicBezTo>
                      <a:pt x="1897" y="294"/>
                      <a:pt x="1897" y="294"/>
                      <a:pt x="1897" y="294"/>
                    </a:cubicBezTo>
                    <a:cubicBezTo>
                      <a:pt x="1897" y="294"/>
                      <a:pt x="1897" y="294"/>
                      <a:pt x="1897" y="294"/>
                    </a:cubicBezTo>
                    <a:cubicBezTo>
                      <a:pt x="1897" y="294"/>
                      <a:pt x="1897" y="294"/>
                      <a:pt x="1897" y="294"/>
                    </a:cubicBezTo>
                    <a:cubicBezTo>
                      <a:pt x="1898" y="294"/>
                      <a:pt x="1898" y="294"/>
                      <a:pt x="1898" y="294"/>
                    </a:cubicBezTo>
                    <a:cubicBezTo>
                      <a:pt x="1898" y="294"/>
                      <a:pt x="1898" y="294"/>
                      <a:pt x="1898" y="294"/>
                    </a:cubicBezTo>
                    <a:cubicBezTo>
                      <a:pt x="1900" y="294"/>
                      <a:pt x="1900" y="294"/>
                      <a:pt x="1900" y="294"/>
                    </a:cubicBezTo>
                    <a:cubicBezTo>
                      <a:pt x="1900" y="294"/>
                      <a:pt x="1900" y="294"/>
                      <a:pt x="1900" y="294"/>
                    </a:cubicBezTo>
                    <a:cubicBezTo>
                      <a:pt x="1900" y="293"/>
                      <a:pt x="1900" y="293"/>
                      <a:pt x="1900" y="293"/>
                    </a:cubicBezTo>
                    <a:cubicBezTo>
                      <a:pt x="1900" y="293"/>
                      <a:pt x="1900" y="293"/>
                      <a:pt x="1900" y="293"/>
                    </a:cubicBezTo>
                    <a:cubicBezTo>
                      <a:pt x="1901" y="293"/>
                      <a:pt x="1901" y="293"/>
                      <a:pt x="1901" y="293"/>
                    </a:cubicBezTo>
                    <a:cubicBezTo>
                      <a:pt x="1901" y="293"/>
                      <a:pt x="1901" y="293"/>
                      <a:pt x="1901" y="293"/>
                    </a:cubicBezTo>
                    <a:cubicBezTo>
                      <a:pt x="1902" y="293"/>
                      <a:pt x="1902" y="293"/>
                      <a:pt x="1902" y="293"/>
                    </a:cubicBezTo>
                    <a:cubicBezTo>
                      <a:pt x="1902" y="293"/>
                      <a:pt x="1902" y="293"/>
                      <a:pt x="1902" y="293"/>
                    </a:cubicBezTo>
                    <a:cubicBezTo>
                      <a:pt x="1904" y="292"/>
                      <a:pt x="1904" y="292"/>
                      <a:pt x="1904" y="292"/>
                    </a:cubicBezTo>
                    <a:cubicBezTo>
                      <a:pt x="1904" y="292"/>
                      <a:pt x="1904" y="292"/>
                      <a:pt x="1904" y="292"/>
                    </a:cubicBezTo>
                    <a:cubicBezTo>
                      <a:pt x="1906" y="291"/>
                      <a:pt x="1906" y="291"/>
                      <a:pt x="1906" y="291"/>
                    </a:cubicBezTo>
                    <a:cubicBezTo>
                      <a:pt x="1906" y="291"/>
                      <a:pt x="1906" y="291"/>
                      <a:pt x="1906" y="291"/>
                    </a:cubicBezTo>
                    <a:cubicBezTo>
                      <a:pt x="1918" y="275"/>
                      <a:pt x="1918" y="275"/>
                      <a:pt x="1918" y="275"/>
                    </a:cubicBezTo>
                    <a:cubicBezTo>
                      <a:pt x="1932" y="261"/>
                      <a:pt x="1932" y="261"/>
                      <a:pt x="1932" y="261"/>
                    </a:cubicBezTo>
                    <a:cubicBezTo>
                      <a:pt x="1932" y="261"/>
                      <a:pt x="1932" y="261"/>
                      <a:pt x="1932" y="261"/>
                    </a:cubicBezTo>
                    <a:cubicBezTo>
                      <a:pt x="1931" y="261"/>
                      <a:pt x="1931" y="261"/>
                      <a:pt x="1931" y="261"/>
                    </a:cubicBezTo>
                    <a:cubicBezTo>
                      <a:pt x="1931" y="261"/>
                      <a:pt x="1931" y="261"/>
                      <a:pt x="1931" y="261"/>
                    </a:cubicBezTo>
                    <a:cubicBezTo>
                      <a:pt x="1931" y="259"/>
                      <a:pt x="1931" y="259"/>
                      <a:pt x="1931" y="259"/>
                    </a:cubicBezTo>
                    <a:cubicBezTo>
                      <a:pt x="1931" y="259"/>
                      <a:pt x="1931" y="259"/>
                      <a:pt x="1931" y="259"/>
                    </a:cubicBezTo>
                    <a:cubicBezTo>
                      <a:pt x="1931" y="258"/>
                      <a:pt x="1931" y="258"/>
                      <a:pt x="1931" y="258"/>
                    </a:cubicBezTo>
                    <a:cubicBezTo>
                      <a:pt x="1931" y="258"/>
                      <a:pt x="1931" y="258"/>
                      <a:pt x="1931" y="258"/>
                    </a:cubicBezTo>
                    <a:cubicBezTo>
                      <a:pt x="1932" y="256"/>
                      <a:pt x="1932" y="256"/>
                      <a:pt x="1932" y="256"/>
                    </a:cubicBezTo>
                    <a:cubicBezTo>
                      <a:pt x="1932" y="256"/>
                      <a:pt x="1932" y="256"/>
                      <a:pt x="1932" y="256"/>
                    </a:cubicBezTo>
                    <a:cubicBezTo>
                      <a:pt x="1932" y="256"/>
                      <a:pt x="1932" y="256"/>
                      <a:pt x="1932" y="256"/>
                    </a:cubicBezTo>
                    <a:cubicBezTo>
                      <a:pt x="1932" y="256"/>
                      <a:pt x="1932" y="256"/>
                      <a:pt x="1932" y="256"/>
                    </a:cubicBezTo>
                    <a:cubicBezTo>
                      <a:pt x="1932" y="254"/>
                      <a:pt x="1932" y="254"/>
                      <a:pt x="1932" y="254"/>
                    </a:cubicBezTo>
                    <a:cubicBezTo>
                      <a:pt x="1932" y="254"/>
                      <a:pt x="1932" y="254"/>
                      <a:pt x="1932" y="254"/>
                    </a:cubicBezTo>
                    <a:cubicBezTo>
                      <a:pt x="1932" y="252"/>
                      <a:pt x="1932" y="252"/>
                      <a:pt x="1932" y="252"/>
                    </a:cubicBezTo>
                    <a:cubicBezTo>
                      <a:pt x="1932" y="252"/>
                      <a:pt x="1932" y="252"/>
                      <a:pt x="1932" y="252"/>
                    </a:cubicBezTo>
                    <a:cubicBezTo>
                      <a:pt x="1932" y="250"/>
                      <a:pt x="1932" y="250"/>
                      <a:pt x="1932" y="250"/>
                    </a:cubicBezTo>
                    <a:cubicBezTo>
                      <a:pt x="1932" y="250"/>
                      <a:pt x="1932" y="250"/>
                      <a:pt x="1932" y="250"/>
                    </a:cubicBezTo>
                    <a:cubicBezTo>
                      <a:pt x="1863" y="283"/>
                      <a:pt x="1863" y="283"/>
                      <a:pt x="1863" y="283"/>
                    </a:cubicBezTo>
                    <a:cubicBezTo>
                      <a:pt x="1838" y="288"/>
                      <a:pt x="1838" y="288"/>
                      <a:pt x="1838" y="288"/>
                    </a:cubicBezTo>
                    <a:cubicBezTo>
                      <a:pt x="1838" y="288"/>
                      <a:pt x="1838" y="288"/>
                      <a:pt x="1838" y="288"/>
                    </a:cubicBezTo>
                    <a:cubicBezTo>
                      <a:pt x="1836" y="288"/>
                      <a:pt x="1836" y="288"/>
                      <a:pt x="1836" y="288"/>
                    </a:cubicBezTo>
                    <a:cubicBezTo>
                      <a:pt x="1836" y="288"/>
                      <a:pt x="1836" y="288"/>
                      <a:pt x="1836" y="288"/>
                    </a:cubicBezTo>
                    <a:cubicBezTo>
                      <a:pt x="1836" y="288"/>
                      <a:pt x="1836" y="288"/>
                      <a:pt x="1836" y="288"/>
                    </a:cubicBezTo>
                    <a:cubicBezTo>
                      <a:pt x="1836" y="288"/>
                      <a:pt x="1836" y="288"/>
                      <a:pt x="1836" y="288"/>
                    </a:cubicBezTo>
                    <a:cubicBezTo>
                      <a:pt x="1834" y="288"/>
                      <a:pt x="1834" y="288"/>
                      <a:pt x="1834" y="288"/>
                    </a:cubicBezTo>
                    <a:cubicBezTo>
                      <a:pt x="1834" y="288"/>
                      <a:pt x="1834" y="288"/>
                      <a:pt x="1834" y="288"/>
                    </a:cubicBezTo>
                    <a:cubicBezTo>
                      <a:pt x="1834" y="287"/>
                      <a:pt x="1834" y="287"/>
                      <a:pt x="1834" y="287"/>
                    </a:cubicBezTo>
                    <a:cubicBezTo>
                      <a:pt x="1834" y="287"/>
                      <a:pt x="1834" y="287"/>
                      <a:pt x="1834" y="287"/>
                    </a:cubicBezTo>
                    <a:cubicBezTo>
                      <a:pt x="1833" y="287"/>
                      <a:pt x="1833" y="287"/>
                      <a:pt x="1833" y="287"/>
                    </a:cubicBezTo>
                    <a:cubicBezTo>
                      <a:pt x="1833" y="287"/>
                      <a:pt x="1833" y="287"/>
                      <a:pt x="1833" y="287"/>
                    </a:cubicBezTo>
                    <a:cubicBezTo>
                      <a:pt x="1832" y="286"/>
                      <a:pt x="1832" y="286"/>
                      <a:pt x="1832" y="286"/>
                    </a:cubicBezTo>
                    <a:cubicBezTo>
                      <a:pt x="1832" y="286"/>
                      <a:pt x="1832" y="286"/>
                      <a:pt x="1832" y="286"/>
                    </a:cubicBezTo>
                    <a:cubicBezTo>
                      <a:pt x="1832" y="285"/>
                      <a:pt x="1832" y="285"/>
                      <a:pt x="1832" y="285"/>
                    </a:cubicBezTo>
                    <a:cubicBezTo>
                      <a:pt x="1832" y="285"/>
                      <a:pt x="1832" y="285"/>
                      <a:pt x="1832" y="285"/>
                    </a:cubicBezTo>
                    <a:cubicBezTo>
                      <a:pt x="1832" y="283"/>
                      <a:pt x="1832" y="283"/>
                      <a:pt x="1832" y="283"/>
                    </a:cubicBezTo>
                    <a:cubicBezTo>
                      <a:pt x="1832" y="283"/>
                      <a:pt x="1832" y="283"/>
                      <a:pt x="1832" y="283"/>
                    </a:cubicBezTo>
                    <a:cubicBezTo>
                      <a:pt x="1834" y="277"/>
                      <a:pt x="1834" y="277"/>
                      <a:pt x="1834" y="277"/>
                    </a:cubicBezTo>
                    <a:cubicBezTo>
                      <a:pt x="1834" y="277"/>
                      <a:pt x="1834" y="277"/>
                      <a:pt x="1834" y="277"/>
                    </a:cubicBezTo>
                    <a:cubicBezTo>
                      <a:pt x="1864" y="262"/>
                      <a:pt x="1864" y="262"/>
                      <a:pt x="1864" y="262"/>
                    </a:cubicBezTo>
                    <a:cubicBezTo>
                      <a:pt x="1933" y="229"/>
                      <a:pt x="1933" y="229"/>
                      <a:pt x="1933" y="229"/>
                    </a:cubicBezTo>
                    <a:cubicBezTo>
                      <a:pt x="1933" y="229"/>
                      <a:pt x="1933" y="229"/>
                      <a:pt x="1933" y="229"/>
                    </a:cubicBezTo>
                    <a:cubicBezTo>
                      <a:pt x="1939" y="220"/>
                      <a:pt x="1939" y="220"/>
                      <a:pt x="1939" y="220"/>
                    </a:cubicBezTo>
                    <a:cubicBezTo>
                      <a:pt x="1939" y="220"/>
                      <a:pt x="1939" y="220"/>
                      <a:pt x="1939" y="220"/>
                    </a:cubicBezTo>
                    <a:cubicBezTo>
                      <a:pt x="1946" y="210"/>
                      <a:pt x="1946" y="210"/>
                      <a:pt x="1946" y="210"/>
                    </a:cubicBezTo>
                    <a:cubicBezTo>
                      <a:pt x="1946" y="210"/>
                      <a:pt x="1946" y="210"/>
                      <a:pt x="1946" y="210"/>
                    </a:cubicBezTo>
                    <a:cubicBezTo>
                      <a:pt x="1952" y="200"/>
                      <a:pt x="1952" y="200"/>
                      <a:pt x="1952" y="200"/>
                    </a:cubicBezTo>
                    <a:cubicBezTo>
                      <a:pt x="1952" y="200"/>
                      <a:pt x="1952" y="200"/>
                      <a:pt x="1952" y="200"/>
                    </a:cubicBezTo>
                    <a:cubicBezTo>
                      <a:pt x="1959" y="188"/>
                      <a:pt x="1959" y="188"/>
                      <a:pt x="1959" y="188"/>
                    </a:cubicBezTo>
                    <a:cubicBezTo>
                      <a:pt x="1959" y="188"/>
                      <a:pt x="1959" y="188"/>
                      <a:pt x="1959" y="188"/>
                    </a:cubicBezTo>
                    <a:cubicBezTo>
                      <a:pt x="1965" y="177"/>
                      <a:pt x="1965" y="177"/>
                      <a:pt x="1965" y="177"/>
                    </a:cubicBezTo>
                    <a:cubicBezTo>
                      <a:pt x="1965" y="177"/>
                      <a:pt x="1965" y="177"/>
                      <a:pt x="1965" y="177"/>
                    </a:cubicBezTo>
                    <a:cubicBezTo>
                      <a:pt x="1971" y="166"/>
                      <a:pt x="1971" y="166"/>
                      <a:pt x="1971" y="166"/>
                    </a:cubicBezTo>
                    <a:cubicBezTo>
                      <a:pt x="1971" y="166"/>
                      <a:pt x="1971" y="166"/>
                      <a:pt x="1971" y="166"/>
                    </a:cubicBezTo>
                    <a:cubicBezTo>
                      <a:pt x="1977" y="156"/>
                      <a:pt x="1977" y="156"/>
                      <a:pt x="1977" y="156"/>
                    </a:cubicBezTo>
                    <a:cubicBezTo>
                      <a:pt x="1977" y="156"/>
                      <a:pt x="1977" y="156"/>
                      <a:pt x="1977" y="156"/>
                    </a:cubicBezTo>
                    <a:cubicBezTo>
                      <a:pt x="1984" y="144"/>
                      <a:pt x="1984" y="144"/>
                      <a:pt x="1984" y="144"/>
                    </a:cubicBezTo>
                    <a:cubicBezTo>
                      <a:pt x="1984" y="144"/>
                      <a:pt x="1984" y="144"/>
                      <a:pt x="1984" y="144"/>
                    </a:cubicBezTo>
                    <a:cubicBezTo>
                      <a:pt x="1996" y="117"/>
                      <a:pt x="1996" y="117"/>
                      <a:pt x="1996" y="117"/>
                    </a:cubicBezTo>
                    <a:cubicBezTo>
                      <a:pt x="1996" y="117"/>
                      <a:pt x="1996" y="117"/>
                      <a:pt x="1996" y="117"/>
                    </a:cubicBezTo>
                    <a:cubicBezTo>
                      <a:pt x="1995" y="117"/>
                      <a:pt x="1995" y="117"/>
                      <a:pt x="1995" y="117"/>
                    </a:cubicBezTo>
                    <a:cubicBezTo>
                      <a:pt x="1995" y="117"/>
                      <a:pt x="1995" y="117"/>
                      <a:pt x="1995" y="117"/>
                    </a:cubicBezTo>
                    <a:cubicBezTo>
                      <a:pt x="1994" y="117"/>
                      <a:pt x="1994" y="117"/>
                      <a:pt x="1994" y="117"/>
                    </a:cubicBezTo>
                    <a:cubicBezTo>
                      <a:pt x="1994" y="117"/>
                      <a:pt x="1994" y="117"/>
                      <a:pt x="1994" y="117"/>
                    </a:cubicBezTo>
                    <a:cubicBezTo>
                      <a:pt x="1993" y="116"/>
                      <a:pt x="1993" y="116"/>
                      <a:pt x="1993" y="116"/>
                    </a:cubicBezTo>
                    <a:cubicBezTo>
                      <a:pt x="1993" y="116"/>
                      <a:pt x="1993" y="116"/>
                      <a:pt x="1993" y="116"/>
                    </a:cubicBezTo>
                    <a:cubicBezTo>
                      <a:pt x="1993" y="115"/>
                      <a:pt x="1993" y="115"/>
                      <a:pt x="1993" y="115"/>
                    </a:cubicBezTo>
                    <a:cubicBezTo>
                      <a:pt x="1993" y="115"/>
                      <a:pt x="1993" y="115"/>
                      <a:pt x="1993" y="115"/>
                    </a:cubicBezTo>
                    <a:cubicBezTo>
                      <a:pt x="1992" y="114"/>
                      <a:pt x="1992" y="114"/>
                      <a:pt x="1992" y="114"/>
                    </a:cubicBezTo>
                    <a:cubicBezTo>
                      <a:pt x="1992" y="114"/>
                      <a:pt x="1992" y="114"/>
                      <a:pt x="1992" y="114"/>
                    </a:cubicBezTo>
                    <a:cubicBezTo>
                      <a:pt x="1992" y="114"/>
                      <a:pt x="1992" y="114"/>
                      <a:pt x="1992" y="114"/>
                    </a:cubicBezTo>
                    <a:cubicBezTo>
                      <a:pt x="1992" y="114"/>
                      <a:pt x="1992" y="114"/>
                      <a:pt x="1992" y="114"/>
                    </a:cubicBezTo>
                    <a:cubicBezTo>
                      <a:pt x="1991" y="113"/>
                      <a:pt x="1991" y="113"/>
                      <a:pt x="1991" y="113"/>
                    </a:cubicBezTo>
                    <a:cubicBezTo>
                      <a:pt x="1991" y="113"/>
                      <a:pt x="1991" y="113"/>
                      <a:pt x="1991" y="113"/>
                    </a:cubicBezTo>
                    <a:cubicBezTo>
                      <a:pt x="1991" y="111"/>
                      <a:pt x="1991" y="111"/>
                      <a:pt x="1991" y="111"/>
                    </a:cubicBezTo>
                    <a:cubicBezTo>
                      <a:pt x="1991" y="111"/>
                      <a:pt x="1991" y="111"/>
                      <a:pt x="1991" y="111"/>
                    </a:cubicBezTo>
                    <a:cubicBezTo>
                      <a:pt x="1985" y="111"/>
                      <a:pt x="1985" y="111"/>
                      <a:pt x="1985" y="111"/>
                    </a:cubicBezTo>
                    <a:cubicBezTo>
                      <a:pt x="1985" y="111"/>
                      <a:pt x="1985" y="111"/>
                      <a:pt x="1985" y="111"/>
                    </a:cubicBezTo>
                    <a:cubicBezTo>
                      <a:pt x="1980" y="112"/>
                      <a:pt x="1980" y="112"/>
                      <a:pt x="1980" y="112"/>
                    </a:cubicBezTo>
                    <a:cubicBezTo>
                      <a:pt x="1980" y="112"/>
                      <a:pt x="1980" y="112"/>
                      <a:pt x="1980" y="112"/>
                    </a:cubicBezTo>
                    <a:cubicBezTo>
                      <a:pt x="1975" y="114"/>
                      <a:pt x="1975" y="114"/>
                      <a:pt x="1975" y="114"/>
                    </a:cubicBezTo>
                    <a:cubicBezTo>
                      <a:pt x="1975" y="114"/>
                      <a:pt x="1975" y="114"/>
                      <a:pt x="1975" y="114"/>
                    </a:cubicBezTo>
                    <a:cubicBezTo>
                      <a:pt x="1971" y="114"/>
                      <a:pt x="1971" y="114"/>
                      <a:pt x="1971" y="114"/>
                    </a:cubicBezTo>
                    <a:cubicBezTo>
                      <a:pt x="1971" y="114"/>
                      <a:pt x="1971" y="114"/>
                      <a:pt x="1971" y="114"/>
                    </a:cubicBezTo>
                    <a:cubicBezTo>
                      <a:pt x="1967" y="118"/>
                      <a:pt x="1967" y="118"/>
                      <a:pt x="1967" y="118"/>
                    </a:cubicBezTo>
                    <a:cubicBezTo>
                      <a:pt x="1967" y="118"/>
                      <a:pt x="1967" y="118"/>
                      <a:pt x="1967" y="118"/>
                    </a:cubicBezTo>
                    <a:cubicBezTo>
                      <a:pt x="1962" y="121"/>
                      <a:pt x="1962" y="121"/>
                      <a:pt x="1962" y="121"/>
                    </a:cubicBezTo>
                    <a:cubicBezTo>
                      <a:pt x="1962" y="121"/>
                      <a:pt x="1962" y="121"/>
                      <a:pt x="1962" y="121"/>
                    </a:cubicBezTo>
                    <a:cubicBezTo>
                      <a:pt x="1958" y="124"/>
                      <a:pt x="1958" y="124"/>
                      <a:pt x="1958" y="124"/>
                    </a:cubicBezTo>
                    <a:cubicBezTo>
                      <a:pt x="1958" y="124"/>
                      <a:pt x="1958" y="124"/>
                      <a:pt x="1958" y="124"/>
                    </a:cubicBezTo>
                    <a:cubicBezTo>
                      <a:pt x="1954" y="126"/>
                      <a:pt x="1954" y="126"/>
                      <a:pt x="1954" y="126"/>
                    </a:cubicBezTo>
                    <a:cubicBezTo>
                      <a:pt x="1952" y="128"/>
                      <a:pt x="1952" y="128"/>
                      <a:pt x="1952" y="128"/>
                    </a:cubicBezTo>
                    <a:cubicBezTo>
                      <a:pt x="1933" y="141"/>
                      <a:pt x="1933" y="141"/>
                      <a:pt x="1933" y="141"/>
                    </a:cubicBezTo>
                    <a:cubicBezTo>
                      <a:pt x="1933" y="141"/>
                      <a:pt x="1933" y="141"/>
                      <a:pt x="1933" y="141"/>
                    </a:cubicBezTo>
                    <a:cubicBezTo>
                      <a:pt x="1933" y="146"/>
                      <a:pt x="1933" y="146"/>
                      <a:pt x="1933" y="146"/>
                    </a:cubicBezTo>
                    <a:cubicBezTo>
                      <a:pt x="1933" y="146"/>
                      <a:pt x="1933" y="146"/>
                      <a:pt x="1933" y="146"/>
                    </a:cubicBezTo>
                    <a:cubicBezTo>
                      <a:pt x="1933" y="147"/>
                      <a:pt x="1933" y="147"/>
                      <a:pt x="1933" y="147"/>
                    </a:cubicBezTo>
                    <a:cubicBezTo>
                      <a:pt x="1933" y="147"/>
                      <a:pt x="1933" y="147"/>
                      <a:pt x="1933" y="147"/>
                    </a:cubicBezTo>
                    <a:cubicBezTo>
                      <a:pt x="1934" y="147"/>
                      <a:pt x="1934" y="147"/>
                      <a:pt x="1934" y="147"/>
                    </a:cubicBezTo>
                    <a:cubicBezTo>
                      <a:pt x="1934" y="147"/>
                      <a:pt x="1934" y="147"/>
                      <a:pt x="1934" y="147"/>
                    </a:cubicBezTo>
                    <a:cubicBezTo>
                      <a:pt x="1934" y="148"/>
                      <a:pt x="1934" y="148"/>
                      <a:pt x="1934" y="148"/>
                    </a:cubicBezTo>
                    <a:cubicBezTo>
                      <a:pt x="1934" y="148"/>
                      <a:pt x="1934" y="148"/>
                      <a:pt x="1934" y="148"/>
                    </a:cubicBezTo>
                    <a:cubicBezTo>
                      <a:pt x="1935" y="148"/>
                      <a:pt x="1935" y="148"/>
                      <a:pt x="1935" y="148"/>
                    </a:cubicBezTo>
                    <a:cubicBezTo>
                      <a:pt x="1935" y="148"/>
                      <a:pt x="1935" y="148"/>
                      <a:pt x="1935" y="148"/>
                    </a:cubicBezTo>
                    <a:cubicBezTo>
                      <a:pt x="1935" y="149"/>
                      <a:pt x="1935" y="149"/>
                      <a:pt x="1935" y="149"/>
                    </a:cubicBezTo>
                    <a:cubicBezTo>
                      <a:pt x="1935" y="149"/>
                      <a:pt x="1935" y="149"/>
                      <a:pt x="1935" y="149"/>
                    </a:cubicBezTo>
                    <a:cubicBezTo>
                      <a:pt x="1935" y="150"/>
                      <a:pt x="1935" y="150"/>
                      <a:pt x="1935" y="150"/>
                    </a:cubicBezTo>
                    <a:cubicBezTo>
                      <a:pt x="1935" y="150"/>
                      <a:pt x="1935" y="150"/>
                      <a:pt x="1935" y="150"/>
                    </a:cubicBezTo>
                    <a:cubicBezTo>
                      <a:pt x="1936" y="150"/>
                      <a:pt x="1936" y="150"/>
                      <a:pt x="1936" y="150"/>
                    </a:cubicBezTo>
                    <a:cubicBezTo>
                      <a:pt x="1936" y="150"/>
                      <a:pt x="1936" y="150"/>
                      <a:pt x="1936" y="150"/>
                    </a:cubicBezTo>
                    <a:cubicBezTo>
                      <a:pt x="1938" y="150"/>
                      <a:pt x="1938" y="150"/>
                      <a:pt x="1938" y="150"/>
                    </a:cubicBezTo>
                    <a:cubicBezTo>
                      <a:pt x="1938" y="150"/>
                      <a:pt x="1938" y="150"/>
                      <a:pt x="1938" y="150"/>
                    </a:cubicBezTo>
                    <a:cubicBezTo>
                      <a:pt x="1940" y="155"/>
                      <a:pt x="1940" y="155"/>
                      <a:pt x="1940" y="155"/>
                    </a:cubicBezTo>
                    <a:cubicBezTo>
                      <a:pt x="1940" y="155"/>
                      <a:pt x="1940" y="155"/>
                      <a:pt x="1940" y="155"/>
                    </a:cubicBezTo>
                    <a:cubicBezTo>
                      <a:pt x="1943" y="159"/>
                      <a:pt x="1943" y="159"/>
                      <a:pt x="1943" y="159"/>
                    </a:cubicBezTo>
                    <a:cubicBezTo>
                      <a:pt x="1943" y="159"/>
                      <a:pt x="1943" y="159"/>
                      <a:pt x="1943" y="159"/>
                    </a:cubicBezTo>
                    <a:cubicBezTo>
                      <a:pt x="1944" y="164"/>
                      <a:pt x="1944" y="164"/>
                      <a:pt x="1944" y="164"/>
                    </a:cubicBezTo>
                    <a:cubicBezTo>
                      <a:pt x="1944" y="164"/>
                      <a:pt x="1944" y="164"/>
                      <a:pt x="1944" y="164"/>
                    </a:cubicBezTo>
                    <a:cubicBezTo>
                      <a:pt x="1944" y="168"/>
                      <a:pt x="1944" y="168"/>
                      <a:pt x="1944" y="168"/>
                    </a:cubicBezTo>
                    <a:cubicBezTo>
                      <a:pt x="1944" y="168"/>
                      <a:pt x="1944" y="168"/>
                      <a:pt x="1944" y="168"/>
                    </a:cubicBezTo>
                    <a:cubicBezTo>
                      <a:pt x="1943" y="173"/>
                      <a:pt x="1943" y="173"/>
                      <a:pt x="1943" y="173"/>
                    </a:cubicBezTo>
                    <a:cubicBezTo>
                      <a:pt x="1943" y="173"/>
                      <a:pt x="1943" y="173"/>
                      <a:pt x="1943" y="173"/>
                    </a:cubicBezTo>
                    <a:cubicBezTo>
                      <a:pt x="1942" y="178"/>
                      <a:pt x="1942" y="178"/>
                      <a:pt x="1942" y="178"/>
                    </a:cubicBezTo>
                    <a:cubicBezTo>
                      <a:pt x="1942" y="178"/>
                      <a:pt x="1942" y="178"/>
                      <a:pt x="1942" y="178"/>
                    </a:cubicBezTo>
                    <a:cubicBezTo>
                      <a:pt x="1939" y="183"/>
                      <a:pt x="1939" y="183"/>
                      <a:pt x="1939" y="183"/>
                    </a:cubicBezTo>
                    <a:cubicBezTo>
                      <a:pt x="1939" y="183"/>
                      <a:pt x="1939" y="183"/>
                      <a:pt x="1939" y="183"/>
                    </a:cubicBezTo>
                    <a:cubicBezTo>
                      <a:pt x="1938" y="187"/>
                      <a:pt x="1938" y="187"/>
                      <a:pt x="1938" y="187"/>
                    </a:cubicBezTo>
                    <a:cubicBezTo>
                      <a:pt x="1938" y="187"/>
                      <a:pt x="1938" y="187"/>
                      <a:pt x="1938" y="187"/>
                    </a:cubicBezTo>
                    <a:cubicBezTo>
                      <a:pt x="1907" y="222"/>
                      <a:pt x="1907" y="222"/>
                      <a:pt x="1907" y="222"/>
                    </a:cubicBezTo>
                    <a:cubicBezTo>
                      <a:pt x="1907" y="222"/>
                      <a:pt x="1907" y="222"/>
                      <a:pt x="1907" y="222"/>
                    </a:cubicBezTo>
                    <a:cubicBezTo>
                      <a:pt x="1904" y="225"/>
                      <a:pt x="1904" y="225"/>
                      <a:pt x="1904" y="225"/>
                    </a:cubicBezTo>
                    <a:cubicBezTo>
                      <a:pt x="1904" y="225"/>
                      <a:pt x="1904" y="225"/>
                      <a:pt x="1904" y="225"/>
                    </a:cubicBezTo>
                    <a:cubicBezTo>
                      <a:pt x="1900" y="221"/>
                      <a:pt x="1900" y="221"/>
                      <a:pt x="1900" y="221"/>
                    </a:cubicBezTo>
                    <a:cubicBezTo>
                      <a:pt x="1900" y="221"/>
                      <a:pt x="1900" y="221"/>
                      <a:pt x="1900" y="221"/>
                    </a:cubicBezTo>
                    <a:cubicBezTo>
                      <a:pt x="1913" y="197"/>
                      <a:pt x="1913" y="197"/>
                      <a:pt x="1913" y="197"/>
                    </a:cubicBezTo>
                    <a:cubicBezTo>
                      <a:pt x="1913" y="197"/>
                      <a:pt x="1913" y="197"/>
                      <a:pt x="1913" y="197"/>
                    </a:cubicBezTo>
                    <a:cubicBezTo>
                      <a:pt x="1910" y="197"/>
                      <a:pt x="1910" y="197"/>
                      <a:pt x="1910" y="197"/>
                    </a:cubicBezTo>
                    <a:cubicBezTo>
                      <a:pt x="1910" y="197"/>
                      <a:pt x="1910" y="197"/>
                      <a:pt x="1910" y="197"/>
                    </a:cubicBezTo>
                    <a:cubicBezTo>
                      <a:pt x="1908" y="196"/>
                      <a:pt x="1908" y="196"/>
                      <a:pt x="1908" y="196"/>
                    </a:cubicBezTo>
                    <a:cubicBezTo>
                      <a:pt x="1908" y="196"/>
                      <a:pt x="1908" y="196"/>
                      <a:pt x="1908" y="196"/>
                    </a:cubicBezTo>
                    <a:cubicBezTo>
                      <a:pt x="1906" y="196"/>
                      <a:pt x="1906" y="196"/>
                      <a:pt x="1906" y="196"/>
                    </a:cubicBezTo>
                    <a:cubicBezTo>
                      <a:pt x="1906" y="196"/>
                      <a:pt x="1906" y="196"/>
                      <a:pt x="1906" y="196"/>
                    </a:cubicBezTo>
                    <a:cubicBezTo>
                      <a:pt x="1904" y="195"/>
                      <a:pt x="1904" y="195"/>
                      <a:pt x="1904" y="195"/>
                    </a:cubicBezTo>
                    <a:cubicBezTo>
                      <a:pt x="1904" y="195"/>
                      <a:pt x="1904" y="195"/>
                      <a:pt x="1904" y="195"/>
                    </a:cubicBezTo>
                    <a:cubicBezTo>
                      <a:pt x="1900" y="196"/>
                      <a:pt x="1900" y="196"/>
                      <a:pt x="1900" y="196"/>
                    </a:cubicBezTo>
                    <a:cubicBezTo>
                      <a:pt x="1900" y="196"/>
                      <a:pt x="1900" y="196"/>
                      <a:pt x="1900" y="196"/>
                    </a:cubicBezTo>
                    <a:cubicBezTo>
                      <a:pt x="1898" y="196"/>
                      <a:pt x="1898" y="196"/>
                      <a:pt x="1898" y="196"/>
                    </a:cubicBezTo>
                    <a:cubicBezTo>
                      <a:pt x="1898" y="196"/>
                      <a:pt x="1898" y="196"/>
                      <a:pt x="1898" y="196"/>
                    </a:cubicBezTo>
                    <a:cubicBezTo>
                      <a:pt x="1896" y="196"/>
                      <a:pt x="1896" y="196"/>
                      <a:pt x="1896" y="196"/>
                    </a:cubicBezTo>
                    <a:cubicBezTo>
                      <a:pt x="1896" y="196"/>
                      <a:pt x="1896" y="196"/>
                      <a:pt x="1896" y="196"/>
                    </a:cubicBezTo>
                    <a:cubicBezTo>
                      <a:pt x="1894" y="196"/>
                      <a:pt x="1894" y="196"/>
                      <a:pt x="1894" y="196"/>
                    </a:cubicBezTo>
                    <a:cubicBezTo>
                      <a:pt x="1894" y="196"/>
                      <a:pt x="1894" y="196"/>
                      <a:pt x="1894" y="196"/>
                    </a:cubicBezTo>
                    <a:cubicBezTo>
                      <a:pt x="1869" y="229"/>
                      <a:pt x="1869" y="229"/>
                      <a:pt x="1869" y="229"/>
                    </a:cubicBezTo>
                    <a:cubicBezTo>
                      <a:pt x="1869" y="229"/>
                      <a:pt x="1869" y="229"/>
                      <a:pt x="1869" y="229"/>
                    </a:cubicBezTo>
                    <a:cubicBezTo>
                      <a:pt x="1864" y="229"/>
                      <a:pt x="1864" y="229"/>
                      <a:pt x="1864" y="229"/>
                    </a:cubicBezTo>
                    <a:cubicBezTo>
                      <a:pt x="1864" y="229"/>
                      <a:pt x="1864" y="229"/>
                      <a:pt x="1864" y="229"/>
                    </a:cubicBezTo>
                    <a:cubicBezTo>
                      <a:pt x="1862" y="228"/>
                      <a:pt x="1862" y="228"/>
                      <a:pt x="1862" y="228"/>
                    </a:cubicBezTo>
                    <a:cubicBezTo>
                      <a:pt x="1862" y="228"/>
                      <a:pt x="1862" y="228"/>
                      <a:pt x="1862" y="228"/>
                    </a:cubicBezTo>
                    <a:cubicBezTo>
                      <a:pt x="1863" y="225"/>
                      <a:pt x="1863" y="225"/>
                      <a:pt x="1863" y="225"/>
                    </a:cubicBezTo>
                    <a:cubicBezTo>
                      <a:pt x="1863" y="225"/>
                      <a:pt x="1863" y="225"/>
                      <a:pt x="1863" y="225"/>
                    </a:cubicBezTo>
                    <a:cubicBezTo>
                      <a:pt x="1863" y="223"/>
                      <a:pt x="1863" y="223"/>
                      <a:pt x="1863" y="223"/>
                    </a:cubicBezTo>
                    <a:cubicBezTo>
                      <a:pt x="1863" y="223"/>
                      <a:pt x="1863" y="223"/>
                      <a:pt x="1863" y="223"/>
                    </a:cubicBezTo>
                    <a:cubicBezTo>
                      <a:pt x="1865" y="220"/>
                      <a:pt x="1865" y="220"/>
                      <a:pt x="1865" y="220"/>
                    </a:cubicBezTo>
                    <a:cubicBezTo>
                      <a:pt x="1865" y="220"/>
                      <a:pt x="1865" y="220"/>
                      <a:pt x="1865" y="220"/>
                    </a:cubicBezTo>
                    <a:cubicBezTo>
                      <a:pt x="1866" y="218"/>
                      <a:pt x="1866" y="218"/>
                      <a:pt x="1866" y="218"/>
                    </a:cubicBezTo>
                    <a:cubicBezTo>
                      <a:pt x="1866" y="218"/>
                      <a:pt x="1866" y="218"/>
                      <a:pt x="1866" y="218"/>
                    </a:cubicBezTo>
                    <a:cubicBezTo>
                      <a:pt x="1868" y="215"/>
                      <a:pt x="1868" y="215"/>
                      <a:pt x="1868" y="215"/>
                    </a:cubicBezTo>
                    <a:cubicBezTo>
                      <a:pt x="1868" y="215"/>
                      <a:pt x="1868" y="215"/>
                      <a:pt x="1868" y="215"/>
                    </a:cubicBezTo>
                    <a:cubicBezTo>
                      <a:pt x="1869" y="213"/>
                      <a:pt x="1869" y="213"/>
                      <a:pt x="1869" y="213"/>
                    </a:cubicBezTo>
                    <a:cubicBezTo>
                      <a:pt x="1869" y="213"/>
                      <a:pt x="1869" y="213"/>
                      <a:pt x="1869" y="213"/>
                    </a:cubicBezTo>
                    <a:cubicBezTo>
                      <a:pt x="1870" y="210"/>
                      <a:pt x="1870" y="210"/>
                      <a:pt x="1870" y="210"/>
                    </a:cubicBezTo>
                    <a:cubicBezTo>
                      <a:pt x="1870" y="210"/>
                      <a:pt x="1870" y="210"/>
                      <a:pt x="1870" y="210"/>
                    </a:cubicBezTo>
                    <a:cubicBezTo>
                      <a:pt x="1870" y="209"/>
                      <a:pt x="1870" y="209"/>
                      <a:pt x="1870" y="209"/>
                    </a:cubicBezTo>
                    <a:cubicBezTo>
                      <a:pt x="1870" y="209"/>
                      <a:pt x="1870" y="209"/>
                      <a:pt x="1870" y="209"/>
                    </a:cubicBezTo>
                    <a:cubicBezTo>
                      <a:pt x="1871" y="208"/>
                      <a:pt x="1871" y="208"/>
                      <a:pt x="1871" y="208"/>
                    </a:cubicBezTo>
                    <a:cubicBezTo>
                      <a:pt x="1871" y="208"/>
                      <a:pt x="1871" y="208"/>
                      <a:pt x="1871" y="208"/>
                    </a:cubicBezTo>
                    <a:cubicBezTo>
                      <a:pt x="1872" y="207"/>
                      <a:pt x="1872" y="207"/>
                      <a:pt x="1872" y="207"/>
                    </a:cubicBezTo>
                    <a:cubicBezTo>
                      <a:pt x="1872" y="207"/>
                      <a:pt x="1872" y="207"/>
                      <a:pt x="1872" y="207"/>
                    </a:cubicBezTo>
                    <a:cubicBezTo>
                      <a:pt x="1874" y="205"/>
                      <a:pt x="1874" y="205"/>
                      <a:pt x="1874" y="205"/>
                    </a:cubicBezTo>
                    <a:cubicBezTo>
                      <a:pt x="1874" y="205"/>
                      <a:pt x="1874" y="205"/>
                      <a:pt x="1874" y="205"/>
                    </a:cubicBezTo>
                    <a:cubicBezTo>
                      <a:pt x="1875" y="204"/>
                      <a:pt x="1875" y="204"/>
                      <a:pt x="1875" y="204"/>
                    </a:cubicBezTo>
                    <a:cubicBezTo>
                      <a:pt x="1875" y="204"/>
                      <a:pt x="1875" y="204"/>
                      <a:pt x="1875" y="204"/>
                    </a:cubicBezTo>
                    <a:cubicBezTo>
                      <a:pt x="1876" y="202"/>
                      <a:pt x="1876" y="202"/>
                      <a:pt x="1876" y="202"/>
                    </a:cubicBezTo>
                    <a:cubicBezTo>
                      <a:pt x="1876" y="202"/>
                      <a:pt x="1876" y="202"/>
                      <a:pt x="1876" y="202"/>
                    </a:cubicBezTo>
                    <a:cubicBezTo>
                      <a:pt x="1877" y="200"/>
                      <a:pt x="1877" y="200"/>
                      <a:pt x="1877" y="200"/>
                    </a:cubicBezTo>
                    <a:cubicBezTo>
                      <a:pt x="1877" y="200"/>
                      <a:pt x="1877" y="200"/>
                      <a:pt x="1877" y="200"/>
                    </a:cubicBezTo>
                    <a:cubicBezTo>
                      <a:pt x="1879" y="198"/>
                      <a:pt x="1879" y="198"/>
                      <a:pt x="1879" y="198"/>
                    </a:cubicBezTo>
                    <a:cubicBezTo>
                      <a:pt x="1879" y="198"/>
                      <a:pt x="1879" y="198"/>
                      <a:pt x="1879" y="198"/>
                    </a:cubicBezTo>
                    <a:cubicBezTo>
                      <a:pt x="1879" y="194"/>
                      <a:pt x="1879" y="194"/>
                      <a:pt x="1879" y="194"/>
                    </a:cubicBezTo>
                    <a:cubicBezTo>
                      <a:pt x="1879" y="194"/>
                      <a:pt x="1879" y="194"/>
                      <a:pt x="1879" y="194"/>
                    </a:cubicBezTo>
                    <a:cubicBezTo>
                      <a:pt x="1878" y="194"/>
                      <a:pt x="1878" y="194"/>
                      <a:pt x="1878" y="194"/>
                    </a:cubicBezTo>
                    <a:cubicBezTo>
                      <a:pt x="1878" y="194"/>
                      <a:pt x="1878" y="194"/>
                      <a:pt x="1878" y="194"/>
                    </a:cubicBezTo>
                    <a:cubicBezTo>
                      <a:pt x="1877" y="193"/>
                      <a:pt x="1877" y="193"/>
                      <a:pt x="1877" y="193"/>
                    </a:cubicBezTo>
                    <a:cubicBezTo>
                      <a:pt x="1877" y="193"/>
                      <a:pt x="1877" y="193"/>
                      <a:pt x="1877" y="193"/>
                    </a:cubicBezTo>
                    <a:cubicBezTo>
                      <a:pt x="1876" y="192"/>
                      <a:pt x="1876" y="192"/>
                      <a:pt x="1876" y="192"/>
                    </a:cubicBezTo>
                    <a:cubicBezTo>
                      <a:pt x="1876" y="192"/>
                      <a:pt x="1876" y="192"/>
                      <a:pt x="1876" y="192"/>
                    </a:cubicBezTo>
                    <a:cubicBezTo>
                      <a:pt x="1876" y="191"/>
                      <a:pt x="1876" y="191"/>
                      <a:pt x="1876" y="191"/>
                    </a:cubicBezTo>
                    <a:cubicBezTo>
                      <a:pt x="1876" y="191"/>
                      <a:pt x="1876" y="191"/>
                      <a:pt x="1876" y="191"/>
                    </a:cubicBezTo>
                    <a:cubicBezTo>
                      <a:pt x="1875" y="191"/>
                      <a:pt x="1875" y="191"/>
                      <a:pt x="1875" y="191"/>
                    </a:cubicBezTo>
                    <a:cubicBezTo>
                      <a:pt x="1875" y="191"/>
                      <a:pt x="1875" y="191"/>
                      <a:pt x="1875" y="191"/>
                    </a:cubicBezTo>
                    <a:cubicBezTo>
                      <a:pt x="1874" y="190"/>
                      <a:pt x="1874" y="190"/>
                      <a:pt x="1874" y="190"/>
                    </a:cubicBezTo>
                    <a:cubicBezTo>
                      <a:pt x="1874" y="190"/>
                      <a:pt x="1874" y="190"/>
                      <a:pt x="1874" y="190"/>
                    </a:cubicBezTo>
                    <a:cubicBezTo>
                      <a:pt x="1873" y="189"/>
                      <a:pt x="1873" y="189"/>
                      <a:pt x="1873" y="189"/>
                    </a:cubicBezTo>
                    <a:cubicBezTo>
                      <a:pt x="1873" y="189"/>
                      <a:pt x="1873" y="189"/>
                      <a:pt x="1873" y="189"/>
                    </a:cubicBezTo>
                    <a:cubicBezTo>
                      <a:pt x="1873" y="188"/>
                      <a:pt x="1873" y="188"/>
                      <a:pt x="1873" y="188"/>
                    </a:cubicBezTo>
                    <a:cubicBezTo>
                      <a:pt x="1873" y="188"/>
                      <a:pt x="1873" y="188"/>
                      <a:pt x="1873" y="188"/>
                    </a:cubicBezTo>
                    <a:cubicBezTo>
                      <a:pt x="1865" y="191"/>
                      <a:pt x="1865" y="191"/>
                      <a:pt x="1865" y="191"/>
                    </a:cubicBezTo>
                    <a:cubicBezTo>
                      <a:pt x="1865" y="191"/>
                      <a:pt x="1865" y="191"/>
                      <a:pt x="1865" y="191"/>
                    </a:cubicBezTo>
                    <a:cubicBezTo>
                      <a:pt x="1858" y="194"/>
                      <a:pt x="1858" y="194"/>
                      <a:pt x="1858" y="194"/>
                    </a:cubicBezTo>
                    <a:cubicBezTo>
                      <a:pt x="1858" y="194"/>
                      <a:pt x="1858" y="194"/>
                      <a:pt x="1858" y="194"/>
                    </a:cubicBezTo>
                    <a:cubicBezTo>
                      <a:pt x="1852" y="198"/>
                      <a:pt x="1852" y="198"/>
                      <a:pt x="1852" y="198"/>
                    </a:cubicBezTo>
                    <a:cubicBezTo>
                      <a:pt x="1852" y="198"/>
                      <a:pt x="1852" y="198"/>
                      <a:pt x="1852" y="198"/>
                    </a:cubicBezTo>
                    <a:cubicBezTo>
                      <a:pt x="1847" y="201"/>
                      <a:pt x="1847" y="201"/>
                      <a:pt x="1847" y="201"/>
                    </a:cubicBezTo>
                    <a:cubicBezTo>
                      <a:pt x="1847" y="201"/>
                      <a:pt x="1847" y="201"/>
                      <a:pt x="1847" y="201"/>
                    </a:cubicBezTo>
                    <a:cubicBezTo>
                      <a:pt x="1841" y="207"/>
                      <a:pt x="1841" y="207"/>
                      <a:pt x="1841" y="207"/>
                    </a:cubicBezTo>
                    <a:cubicBezTo>
                      <a:pt x="1841" y="207"/>
                      <a:pt x="1841" y="207"/>
                      <a:pt x="1841" y="207"/>
                    </a:cubicBezTo>
                    <a:cubicBezTo>
                      <a:pt x="1835" y="212"/>
                      <a:pt x="1835" y="212"/>
                      <a:pt x="1835" y="212"/>
                    </a:cubicBezTo>
                    <a:cubicBezTo>
                      <a:pt x="1835" y="212"/>
                      <a:pt x="1835" y="212"/>
                      <a:pt x="1835" y="212"/>
                    </a:cubicBezTo>
                    <a:cubicBezTo>
                      <a:pt x="1829" y="216"/>
                      <a:pt x="1829" y="216"/>
                      <a:pt x="1829" y="216"/>
                    </a:cubicBezTo>
                    <a:cubicBezTo>
                      <a:pt x="1829" y="216"/>
                      <a:pt x="1829" y="216"/>
                      <a:pt x="1829" y="216"/>
                    </a:cubicBezTo>
                    <a:cubicBezTo>
                      <a:pt x="1825" y="221"/>
                      <a:pt x="1825" y="221"/>
                      <a:pt x="1825" y="221"/>
                    </a:cubicBezTo>
                    <a:cubicBezTo>
                      <a:pt x="1825" y="221"/>
                      <a:pt x="1825" y="221"/>
                      <a:pt x="1825" y="221"/>
                    </a:cubicBezTo>
                    <a:cubicBezTo>
                      <a:pt x="1824" y="224"/>
                      <a:pt x="1824" y="224"/>
                      <a:pt x="1824" y="224"/>
                    </a:cubicBezTo>
                    <a:cubicBezTo>
                      <a:pt x="1824" y="224"/>
                      <a:pt x="1824" y="224"/>
                      <a:pt x="1824" y="224"/>
                    </a:cubicBezTo>
                    <a:cubicBezTo>
                      <a:pt x="1824" y="226"/>
                      <a:pt x="1824" y="226"/>
                      <a:pt x="1824" y="226"/>
                    </a:cubicBezTo>
                    <a:cubicBezTo>
                      <a:pt x="1824" y="226"/>
                      <a:pt x="1824" y="226"/>
                      <a:pt x="1824" y="226"/>
                    </a:cubicBezTo>
                    <a:cubicBezTo>
                      <a:pt x="1824" y="228"/>
                      <a:pt x="1824" y="228"/>
                      <a:pt x="1824" y="228"/>
                    </a:cubicBezTo>
                    <a:cubicBezTo>
                      <a:pt x="1824" y="228"/>
                      <a:pt x="1824" y="228"/>
                      <a:pt x="1824" y="228"/>
                    </a:cubicBezTo>
                    <a:cubicBezTo>
                      <a:pt x="1824" y="229"/>
                      <a:pt x="1824" y="229"/>
                      <a:pt x="1824" y="229"/>
                    </a:cubicBezTo>
                    <a:cubicBezTo>
                      <a:pt x="1824" y="229"/>
                      <a:pt x="1824" y="229"/>
                      <a:pt x="1824" y="229"/>
                    </a:cubicBezTo>
                    <a:cubicBezTo>
                      <a:pt x="1823" y="232"/>
                      <a:pt x="1823" y="232"/>
                      <a:pt x="1823" y="232"/>
                    </a:cubicBezTo>
                    <a:cubicBezTo>
                      <a:pt x="1823" y="232"/>
                      <a:pt x="1823" y="232"/>
                      <a:pt x="1823" y="232"/>
                    </a:cubicBezTo>
                    <a:cubicBezTo>
                      <a:pt x="1823" y="234"/>
                      <a:pt x="1823" y="234"/>
                      <a:pt x="1823" y="234"/>
                    </a:cubicBezTo>
                    <a:cubicBezTo>
                      <a:pt x="1823" y="234"/>
                      <a:pt x="1823" y="234"/>
                      <a:pt x="1823" y="234"/>
                    </a:cubicBezTo>
                    <a:cubicBezTo>
                      <a:pt x="1822" y="236"/>
                      <a:pt x="1822" y="236"/>
                      <a:pt x="1822" y="236"/>
                    </a:cubicBezTo>
                    <a:cubicBezTo>
                      <a:pt x="1822" y="236"/>
                      <a:pt x="1822" y="236"/>
                      <a:pt x="1822" y="236"/>
                    </a:cubicBezTo>
                    <a:cubicBezTo>
                      <a:pt x="1822" y="238"/>
                      <a:pt x="1822" y="238"/>
                      <a:pt x="1822" y="238"/>
                    </a:cubicBezTo>
                    <a:cubicBezTo>
                      <a:pt x="1822" y="238"/>
                      <a:pt x="1822" y="238"/>
                      <a:pt x="1822" y="238"/>
                    </a:cubicBezTo>
                    <a:cubicBezTo>
                      <a:pt x="1819" y="239"/>
                      <a:pt x="1819" y="239"/>
                      <a:pt x="1819" y="239"/>
                    </a:cubicBezTo>
                    <a:cubicBezTo>
                      <a:pt x="1819" y="239"/>
                      <a:pt x="1819" y="239"/>
                      <a:pt x="1819" y="239"/>
                    </a:cubicBezTo>
                    <a:cubicBezTo>
                      <a:pt x="1817" y="240"/>
                      <a:pt x="1817" y="240"/>
                      <a:pt x="1817" y="240"/>
                    </a:cubicBezTo>
                    <a:cubicBezTo>
                      <a:pt x="1817" y="240"/>
                      <a:pt x="1817" y="240"/>
                      <a:pt x="1817" y="240"/>
                    </a:cubicBezTo>
                    <a:cubicBezTo>
                      <a:pt x="1815" y="241"/>
                      <a:pt x="1815" y="241"/>
                      <a:pt x="1815" y="241"/>
                    </a:cubicBezTo>
                    <a:cubicBezTo>
                      <a:pt x="1815" y="241"/>
                      <a:pt x="1815" y="241"/>
                      <a:pt x="1815" y="241"/>
                    </a:cubicBezTo>
                    <a:cubicBezTo>
                      <a:pt x="1814" y="242"/>
                      <a:pt x="1814" y="242"/>
                      <a:pt x="1814" y="242"/>
                    </a:cubicBezTo>
                    <a:cubicBezTo>
                      <a:pt x="1814" y="242"/>
                      <a:pt x="1814" y="242"/>
                      <a:pt x="1814" y="242"/>
                    </a:cubicBezTo>
                    <a:cubicBezTo>
                      <a:pt x="1812" y="243"/>
                      <a:pt x="1812" y="243"/>
                      <a:pt x="1812" y="243"/>
                    </a:cubicBezTo>
                    <a:cubicBezTo>
                      <a:pt x="1812" y="243"/>
                      <a:pt x="1812" y="243"/>
                      <a:pt x="1812" y="243"/>
                    </a:cubicBezTo>
                    <a:cubicBezTo>
                      <a:pt x="1810" y="243"/>
                      <a:pt x="1810" y="243"/>
                      <a:pt x="1810" y="243"/>
                    </a:cubicBezTo>
                    <a:cubicBezTo>
                      <a:pt x="1810" y="243"/>
                      <a:pt x="1810" y="243"/>
                      <a:pt x="1810" y="243"/>
                    </a:cubicBezTo>
                    <a:cubicBezTo>
                      <a:pt x="1808" y="243"/>
                      <a:pt x="1808" y="243"/>
                      <a:pt x="1808" y="243"/>
                    </a:cubicBezTo>
                    <a:cubicBezTo>
                      <a:pt x="1808" y="243"/>
                      <a:pt x="1808" y="243"/>
                      <a:pt x="1808" y="243"/>
                    </a:cubicBezTo>
                    <a:cubicBezTo>
                      <a:pt x="1807" y="242"/>
                      <a:pt x="1807" y="242"/>
                      <a:pt x="1807" y="242"/>
                    </a:cubicBezTo>
                    <a:cubicBezTo>
                      <a:pt x="1807" y="242"/>
                      <a:pt x="1807" y="242"/>
                      <a:pt x="1807" y="242"/>
                    </a:cubicBezTo>
                    <a:cubicBezTo>
                      <a:pt x="1804" y="235"/>
                      <a:pt x="1804" y="235"/>
                      <a:pt x="1804" y="235"/>
                    </a:cubicBezTo>
                    <a:cubicBezTo>
                      <a:pt x="1804" y="235"/>
                      <a:pt x="1804" y="235"/>
                      <a:pt x="1804" y="235"/>
                    </a:cubicBezTo>
                    <a:cubicBezTo>
                      <a:pt x="1800" y="227"/>
                      <a:pt x="1800" y="227"/>
                      <a:pt x="1800" y="227"/>
                    </a:cubicBezTo>
                    <a:cubicBezTo>
                      <a:pt x="1800" y="227"/>
                      <a:pt x="1800" y="227"/>
                      <a:pt x="1800" y="227"/>
                    </a:cubicBezTo>
                    <a:cubicBezTo>
                      <a:pt x="1798" y="219"/>
                      <a:pt x="1798" y="219"/>
                      <a:pt x="1798" y="219"/>
                    </a:cubicBezTo>
                    <a:cubicBezTo>
                      <a:pt x="1798" y="219"/>
                      <a:pt x="1798" y="219"/>
                      <a:pt x="1798" y="219"/>
                    </a:cubicBezTo>
                    <a:cubicBezTo>
                      <a:pt x="1794" y="211"/>
                      <a:pt x="1794" y="211"/>
                      <a:pt x="1794" y="211"/>
                    </a:cubicBezTo>
                    <a:cubicBezTo>
                      <a:pt x="1794" y="211"/>
                      <a:pt x="1794" y="211"/>
                      <a:pt x="1794" y="211"/>
                    </a:cubicBezTo>
                    <a:cubicBezTo>
                      <a:pt x="1790" y="204"/>
                      <a:pt x="1790" y="204"/>
                      <a:pt x="1790" y="204"/>
                    </a:cubicBezTo>
                    <a:cubicBezTo>
                      <a:pt x="1790" y="204"/>
                      <a:pt x="1790" y="204"/>
                      <a:pt x="1790" y="204"/>
                    </a:cubicBezTo>
                    <a:cubicBezTo>
                      <a:pt x="1786" y="197"/>
                      <a:pt x="1786" y="197"/>
                      <a:pt x="1786" y="197"/>
                    </a:cubicBezTo>
                    <a:cubicBezTo>
                      <a:pt x="1786" y="197"/>
                      <a:pt x="1786" y="197"/>
                      <a:pt x="1786" y="197"/>
                    </a:cubicBezTo>
                    <a:cubicBezTo>
                      <a:pt x="1781" y="191"/>
                      <a:pt x="1781" y="191"/>
                      <a:pt x="1781" y="191"/>
                    </a:cubicBezTo>
                    <a:cubicBezTo>
                      <a:pt x="1781" y="191"/>
                      <a:pt x="1781" y="191"/>
                      <a:pt x="1781" y="191"/>
                    </a:cubicBezTo>
                    <a:cubicBezTo>
                      <a:pt x="1775" y="185"/>
                      <a:pt x="1775" y="185"/>
                      <a:pt x="1775" y="185"/>
                    </a:cubicBezTo>
                    <a:cubicBezTo>
                      <a:pt x="1775" y="185"/>
                      <a:pt x="1775" y="185"/>
                      <a:pt x="1775" y="185"/>
                    </a:cubicBezTo>
                    <a:cubicBezTo>
                      <a:pt x="1775" y="185"/>
                      <a:pt x="1775" y="185"/>
                      <a:pt x="1775" y="185"/>
                    </a:cubicBezTo>
                    <a:cubicBezTo>
                      <a:pt x="1775" y="185"/>
                      <a:pt x="1775" y="185"/>
                      <a:pt x="1775" y="185"/>
                    </a:cubicBezTo>
                    <a:cubicBezTo>
                      <a:pt x="1775" y="184"/>
                      <a:pt x="1775" y="184"/>
                      <a:pt x="1775" y="184"/>
                    </a:cubicBezTo>
                    <a:cubicBezTo>
                      <a:pt x="1775" y="184"/>
                      <a:pt x="1775" y="184"/>
                      <a:pt x="1775" y="184"/>
                    </a:cubicBezTo>
                    <a:cubicBezTo>
                      <a:pt x="1775" y="183"/>
                      <a:pt x="1775" y="183"/>
                      <a:pt x="1775" y="183"/>
                    </a:cubicBezTo>
                    <a:cubicBezTo>
                      <a:pt x="1775" y="183"/>
                      <a:pt x="1775" y="183"/>
                      <a:pt x="1775" y="183"/>
                    </a:cubicBezTo>
                    <a:cubicBezTo>
                      <a:pt x="1775" y="183"/>
                      <a:pt x="1775" y="183"/>
                      <a:pt x="1775" y="183"/>
                    </a:cubicBezTo>
                    <a:cubicBezTo>
                      <a:pt x="1775" y="183"/>
                      <a:pt x="1775" y="183"/>
                      <a:pt x="1775" y="183"/>
                    </a:cubicBezTo>
                    <a:cubicBezTo>
                      <a:pt x="1776" y="182"/>
                      <a:pt x="1776" y="182"/>
                      <a:pt x="1776" y="182"/>
                    </a:cubicBezTo>
                    <a:cubicBezTo>
                      <a:pt x="1776" y="182"/>
                      <a:pt x="1776" y="182"/>
                      <a:pt x="1776" y="182"/>
                    </a:cubicBezTo>
                    <a:cubicBezTo>
                      <a:pt x="1777" y="181"/>
                      <a:pt x="1777" y="181"/>
                      <a:pt x="1777" y="181"/>
                    </a:cubicBezTo>
                    <a:cubicBezTo>
                      <a:pt x="1777" y="181"/>
                      <a:pt x="1777" y="181"/>
                      <a:pt x="1777" y="181"/>
                    </a:cubicBezTo>
                    <a:cubicBezTo>
                      <a:pt x="1779" y="179"/>
                      <a:pt x="1779" y="179"/>
                      <a:pt x="1779" y="179"/>
                    </a:cubicBezTo>
                    <a:cubicBezTo>
                      <a:pt x="1779" y="179"/>
                      <a:pt x="1779" y="179"/>
                      <a:pt x="1779" y="179"/>
                    </a:cubicBezTo>
                    <a:cubicBezTo>
                      <a:pt x="1780" y="179"/>
                      <a:pt x="1780" y="179"/>
                      <a:pt x="1780" y="179"/>
                    </a:cubicBezTo>
                    <a:cubicBezTo>
                      <a:pt x="1780" y="179"/>
                      <a:pt x="1780" y="179"/>
                      <a:pt x="1780" y="179"/>
                    </a:cubicBezTo>
                    <a:cubicBezTo>
                      <a:pt x="1782" y="179"/>
                      <a:pt x="1782" y="179"/>
                      <a:pt x="1782" y="179"/>
                    </a:cubicBezTo>
                    <a:cubicBezTo>
                      <a:pt x="1782" y="179"/>
                      <a:pt x="1782" y="179"/>
                      <a:pt x="1782" y="179"/>
                    </a:cubicBezTo>
                    <a:cubicBezTo>
                      <a:pt x="1784" y="179"/>
                      <a:pt x="1784" y="179"/>
                      <a:pt x="1784" y="179"/>
                    </a:cubicBezTo>
                    <a:cubicBezTo>
                      <a:pt x="1784" y="179"/>
                      <a:pt x="1784" y="179"/>
                      <a:pt x="1784" y="179"/>
                    </a:cubicBezTo>
                    <a:cubicBezTo>
                      <a:pt x="1786" y="178"/>
                      <a:pt x="1786" y="178"/>
                      <a:pt x="1786" y="178"/>
                    </a:cubicBezTo>
                    <a:cubicBezTo>
                      <a:pt x="1786" y="178"/>
                      <a:pt x="1786" y="178"/>
                      <a:pt x="1786" y="178"/>
                    </a:cubicBezTo>
                    <a:cubicBezTo>
                      <a:pt x="1788" y="179"/>
                      <a:pt x="1788" y="179"/>
                      <a:pt x="1788" y="179"/>
                    </a:cubicBezTo>
                    <a:cubicBezTo>
                      <a:pt x="1788" y="179"/>
                      <a:pt x="1788" y="179"/>
                      <a:pt x="1788" y="179"/>
                    </a:cubicBezTo>
                    <a:cubicBezTo>
                      <a:pt x="1790" y="179"/>
                      <a:pt x="1790" y="179"/>
                      <a:pt x="1790" y="179"/>
                    </a:cubicBezTo>
                    <a:cubicBezTo>
                      <a:pt x="1790" y="179"/>
                      <a:pt x="1790" y="179"/>
                      <a:pt x="1790" y="179"/>
                    </a:cubicBezTo>
                    <a:cubicBezTo>
                      <a:pt x="1792" y="179"/>
                      <a:pt x="1792" y="179"/>
                      <a:pt x="1792" y="179"/>
                    </a:cubicBezTo>
                    <a:cubicBezTo>
                      <a:pt x="1792" y="179"/>
                      <a:pt x="1792" y="179"/>
                      <a:pt x="1792" y="179"/>
                    </a:cubicBezTo>
                    <a:cubicBezTo>
                      <a:pt x="1795" y="179"/>
                      <a:pt x="1795" y="179"/>
                      <a:pt x="1795" y="179"/>
                    </a:cubicBezTo>
                    <a:cubicBezTo>
                      <a:pt x="1795" y="179"/>
                      <a:pt x="1795" y="179"/>
                      <a:pt x="1795" y="179"/>
                    </a:cubicBezTo>
                    <a:cubicBezTo>
                      <a:pt x="1821" y="209"/>
                      <a:pt x="1821" y="209"/>
                      <a:pt x="1821" y="209"/>
                    </a:cubicBezTo>
                    <a:cubicBezTo>
                      <a:pt x="1821" y="209"/>
                      <a:pt x="1821" y="209"/>
                      <a:pt x="1821" y="209"/>
                    </a:cubicBezTo>
                    <a:cubicBezTo>
                      <a:pt x="1822" y="209"/>
                      <a:pt x="1822" y="209"/>
                      <a:pt x="1822" y="209"/>
                    </a:cubicBezTo>
                    <a:cubicBezTo>
                      <a:pt x="1822" y="209"/>
                      <a:pt x="1822" y="209"/>
                      <a:pt x="1822" y="209"/>
                    </a:cubicBezTo>
                    <a:cubicBezTo>
                      <a:pt x="1824" y="209"/>
                      <a:pt x="1824" y="209"/>
                      <a:pt x="1824" y="209"/>
                    </a:cubicBezTo>
                    <a:cubicBezTo>
                      <a:pt x="1824" y="209"/>
                      <a:pt x="1824" y="209"/>
                      <a:pt x="1824" y="209"/>
                    </a:cubicBezTo>
                    <a:cubicBezTo>
                      <a:pt x="1825" y="209"/>
                      <a:pt x="1825" y="209"/>
                      <a:pt x="1825" y="209"/>
                    </a:cubicBezTo>
                    <a:cubicBezTo>
                      <a:pt x="1825" y="209"/>
                      <a:pt x="1825" y="209"/>
                      <a:pt x="1825" y="209"/>
                    </a:cubicBezTo>
                    <a:cubicBezTo>
                      <a:pt x="1827" y="208"/>
                      <a:pt x="1827" y="208"/>
                      <a:pt x="1827" y="208"/>
                    </a:cubicBezTo>
                    <a:cubicBezTo>
                      <a:pt x="1827" y="208"/>
                      <a:pt x="1827" y="208"/>
                      <a:pt x="1827" y="208"/>
                    </a:cubicBezTo>
                    <a:cubicBezTo>
                      <a:pt x="1828" y="208"/>
                      <a:pt x="1828" y="208"/>
                      <a:pt x="1828" y="208"/>
                    </a:cubicBezTo>
                    <a:cubicBezTo>
                      <a:pt x="1828" y="208"/>
                      <a:pt x="1828" y="208"/>
                      <a:pt x="1828" y="208"/>
                    </a:cubicBezTo>
                    <a:cubicBezTo>
                      <a:pt x="1829" y="206"/>
                      <a:pt x="1829" y="206"/>
                      <a:pt x="1829" y="206"/>
                    </a:cubicBezTo>
                    <a:cubicBezTo>
                      <a:pt x="1829" y="206"/>
                      <a:pt x="1829" y="206"/>
                      <a:pt x="1829" y="206"/>
                    </a:cubicBezTo>
                    <a:cubicBezTo>
                      <a:pt x="1830" y="205"/>
                      <a:pt x="1830" y="205"/>
                      <a:pt x="1830" y="205"/>
                    </a:cubicBezTo>
                    <a:cubicBezTo>
                      <a:pt x="1830" y="205"/>
                      <a:pt x="1830" y="205"/>
                      <a:pt x="1830" y="205"/>
                    </a:cubicBezTo>
                    <a:cubicBezTo>
                      <a:pt x="1832" y="202"/>
                      <a:pt x="1832" y="202"/>
                      <a:pt x="1832" y="202"/>
                    </a:cubicBezTo>
                    <a:cubicBezTo>
                      <a:pt x="1832" y="202"/>
                      <a:pt x="1832" y="202"/>
                      <a:pt x="1832" y="202"/>
                    </a:cubicBezTo>
                    <a:cubicBezTo>
                      <a:pt x="1821" y="171"/>
                      <a:pt x="1821" y="171"/>
                      <a:pt x="1821" y="171"/>
                    </a:cubicBezTo>
                    <a:cubicBezTo>
                      <a:pt x="1821" y="171"/>
                      <a:pt x="1821" y="171"/>
                      <a:pt x="1821" y="171"/>
                    </a:cubicBezTo>
                    <a:cubicBezTo>
                      <a:pt x="1798" y="130"/>
                      <a:pt x="1798" y="130"/>
                      <a:pt x="1798" y="130"/>
                    </a:cubicBezTo>
                    <a:cubicBezTo>
                      <a:pt x="1798" y="130"/>
                      <a:pt x="1798" y="130"/>
                      <a:pt x="1798" y="130"/>
                    </a:cubicBezTo>
                    <a:cubicBezTo>
                      <a:pt x="1796" y="130"/>
                      <a:pt x="1796" y="130"/>
                      <a:pt x="1796" y="130"/>
                    </a:cubicBezTo>
                    <a:cubicBezTo>
                      <a:pt x="1796" y="130"/>
                      <a:pt x="1796" y="130"/>
                      <a:pt x="1796" y="130"/>
                    </a:cubicBezTo>
                    <a:cubicBezTo>
                      <a:pt x="1796" y="128"/>
                      <a:pt x="1796" y="128"/>
                      <a:pt x="1796" y="128"/>
                    </a:cubicBezTo>
                    <a:cubicBezTo>
                      <a:pt x="1796" y="128"/>
                      <a:pt x="1796" y="128"/>
                      <a:pt x="1796" y="128"/>
                    </a:cubicBezTo>
                    <a:cubicBezTo>
                      <a:pt x="1796" y="128"/>
                      <a:pt x="1796" y="128"/>
                      <a:pt x="1796" y="128"/>
                    </a:cubicBezTo>
                    <a:cubicBezTo>
                      <a:pt x="1796" y="128"/>
                      <a:pt x="1796" y="128"/>
                      <a:pt x="1796" y="128"/>
                    </a:cubicBezTo>
                    <a:cubicBezTo>
                      <a:pt x="1796" y="127"/>
                      <a:pt x="1796" y="127"/>
                      <a:pt x="1796" y="127"/>
                    </a:cubicBezTo>
                    <a:cubicBezTo>
                      <a:pt x="1796" y="127"/>
                      <a:pt x="1796" y="127"/>
                      <a:pt x="1796" y="127"/>
                    </a:cubicBezTo>
                    <a:cubicBezTo>
                      <a:pt x="1795" y="126"/>
                      <a:pt x="1795" y="126"/>
                      <a:pt x="1795" y="126"/>
                    </a:cubicBezTo>
                    <a:cubicBezTo>
                      <a:pt x="1795" y="126"/>
                      <a:pt x="1795" y="126"/>
                      <a:pt x="1795" y="126"/>
                    </a:cubicBezTo>
                    <a:cubicBezTo>
                      <a:pt x="1795" y="124"/>
                      <a:pt x="1795" y="124"/>
                      <a:pt x="1795" y="124"/>
                    </a:cubicBezTo>
                    <a:cubicBezTo>
                      <a:pt x="1795" y="124"/>
                      <a:pt x="1795" y="124"/>
                      <a:pt x="1795" y="124"/>
                    </a:cubicBezTo>
                    <a:cubicBezTo>
                      <a:pt x="1795" y="123"/>
                      <a:pt x="1795" y="123"/>
                      <a:pt x="1795" y="123"/>
                    </a:cubicBezTo>
                    <a:cubicBezTo>
                      <a:pt x="1795" y="123"/>
                      <a:pt x="1795" y="123"/>
                      <a:pt x="1795" y="123"/>
                    </a:cubicBezTo>
                    <a:cubicBezTo>
                      <a:pt x="1795" y="121"/>
                      <a:pt x="1795" y="121"/>
                      <a:pt x="1795" y="121"/>
                    </a:cubicBezTo>
                    <a:cubicBezTo>
                      <a:pt x="1795" y="121"/>
                      <a:pt x="1795" y="121"/>
                      <a:pt x="1795" y="121"/>
                    </a:cubicBezTo>
                    <a:cubicBezTo>
                      <a:pt x="1792" y="121"/>
                      <a:pt x="1792" y="121"/>
                      <a:pt x="1792" y="121"/>
                    </a:cubicBezTo>
                    <a:cubicBezTo>
                      <a:pt x="1792" y="121"/>
                      <a:pt x="1792" y="121"/>
                      <a:pt x="1792" y="121"/>
                    </a:cubicBezTo>
                    <a:cubicBezTo>
                      <a:pt x="1789" y="118"/>
                      <a:pt x="1789" y="118"/>
                      <a:pt x="1789" y="118"/>
                    </a:cubicBezTo>
                    <a:cubicBezTo>
                      <a:pt x="1789" y="118"/>
                      <a:pt x="1789" y="118"/>
                      <a:pt x="1789" y="118"/>
                    </a:cubicBezTo>
                    <a:cubicBezTo>
                      <a:pt x="1786" y="115"/>
                      <a:pt x="1786" y="115"/>
                      <a:pt x="1786" y="115"/>
                    </a:cubicBezTo>
                    <a:cubicBezTo>
                      <a:pt x="1786" y="115"/>
                      <a:pt x="1786" y="115"/>
                      <a:pt x="1786" y="115"/>
                    </a:cubicBezTo>
                    <a:cubicBezTo>
                      <a:pt x="1786" y="113"/>
                      <a:pt x="1786" y="113"/>
                      <a:pt x="1786" y="113"/>
                    </a:cubicBezTo>
                    <a:cubicBezTo>
                      <a:pt x="1786" y="113"/>
                      <a:pt x="1786" y="113"/>
                      <a:pt x="1786" y="113"/>
                    </a:cubicBezTo>
                    <a:cubicBezTo>
                      <a:pt x="1784" y="110"/>
                      <a:pt x="1784" y="110"/>
                      <a:pt x="1784" y="110"/>
                    </a:cubicBezTo>
                    <a:cubicBezTo>
                      <a:pt x="1784" y="110"/>
                      <a:pt x="1784" y="110"/>
                      <a:pt x="1784" y="110"/>
                    </a:cubicBezTo>
                    <a:cubicBezTo>
                      <a:pt x="1784" y="107"/>
                      <a:pt x="1784" y="107"/>
                      <a:pt x="1784" y="107"/>
                    </a:cubicBezTo>
                    <a:cubicBezTo>
                      <a:pt x="1784" y="107"/>
                      <a:pt x="1784" y="107"/>
                      <a:pt x="1784" y="107"/>
                    </a:cubicBezTo>
                    <a:cubicBezTo>
                      <a:pt x="1784" y="103"/>
                      <a:pt x="1784" y="103"/>
                      <a:pt x="1784" y="103"/>
                    </a:cubicBezTo>
                    <a:cubicBezTo>
                      <a:pt x="1784" y="103"/>
                      <a:pt x="1784" y="103"/>
                      <a:pt x="1784" y="103"/>
                    </a:cubicBezTo>
                    <a:cubicBezTo>
                      <a:pt x="1786" y="99"/>
                      <a:pt x="1786" y="99"/>
                      <a:pt x="1786" y="99"/>
                    </a:cubicBezTo>
                    <a:cubicBezTo>
                      <a:pt x="1786" y="99"/>
                      <a:pt x="1786" y="99"/>
                      <a:pt x="1786" y="99"/>
                    </a:cubicBezTo>
                    <a:cubicBezTo>
                      <a:pt x="1793" y="99"/>
                      <a:pt x="1793" y="99"/>
                      <a:pt x="1793" y="99"/>
                    </a:cubicBezTo>
                    <a:cubicBezTo>
                      <a:pt x="1793" y="99"/>
                      <a:pt x="1793" y="99"/>
                      <a:pt x="1793" y="99"/>
                    </a:cubicBezTo>
                    <a:cubicBezTo>
                      <a:pt x="1795" y="100"/>
                      <a:pt x="1795" y="100"/>
                      <a:pt x="1795" y="100"/>
                    </a:cubicBezTo>
                    <a:cubicBezTo>
                      <a:pt x="1795" y="100"/>
                      <a:pt x="1795" y="100"/>
                      <a:pt x="1795" y="100"/>
                    </a:cubicBezTo>
                    <a:cubicBezTo>
                      <a:pt x="1798" y="101"/>
                      <a:pt x="1798" y="101"/>
                      <a:pt x="1798" y="101"/>
                    </a:cubicBezTo>
                    <a:cubicBezTo>
                      <a:pt x="1798" y="101"/>
                      <a:pt x="1798" y="101"/>
                      <a:pt x="1798" y="101"/>
                    </a:cubicBezTo>
                    <a:cubicBezTo>
                      <a:pt x="1802" y="103"/>
                      <a:pt x="1802" y="103"/>
                      <a:pt x="1802" y="103"/>
                    </a:cubicBezTo>
                    <a:cubicBezTo>
                      <a:pt x="1802" y="103"/>
                      <a:pt x="1802" y="103"/>
                      <a:pt x="1802" y="103"/>
                    </a:cubicBezTo>
                    <a:cubicBezTo>
                      <a:pt x="1805" y="104"/>
                      <a:pt x="1805" y="104"/>
                      <a:pt x="1805" y="104"/>
                    </a:cubicBezTo>
                    <a:cubicBezTo>
                      <a:pt x="1805" y="104"/>
                      <a:pt x="1805" y="104"/>
                      <a:pt x="1805" y="104"/>
                    </a:cubicBezTo>
                    <a:cubicBezTo>
                      <a:pt x="1807" y="107"/>
                      <a:pt x="1807" y="107"/>
                      <a:pt x="1807" y="107"/>
                    </a:cubicBezTo>
                    <a:cubicBezTo>
                      <a:pt x="1807" y="107"/>
                      <a:pt x="1807" y="107"/>
                      <a:pt x="1807" y="107"/>
                    </a:cubicBezTo>
                    <a:cubicBezTo>
                      <a:pt x="1810" y="109"/>
                      <a:pt x="1810" y="109"/>
                      <a:pt x="1810" y="109"/>
                    </a:cubicBezTo>
                    <a:cubicBezTo>
                      <a:pt x="1810" y="109"/>
                      <a:pt x="1810" y="109"/>
                      <a:pt x="1810" y="109"/>
                    </a:cubicBezTo>
                    <a:cubicBezTo>
                      <a:pt x="1812" y="112"/>
                      <a:pt x="1812" y="112"/>
                      <a:pt x="1812" y="112"/>
                    </a:cubicBezTo>
                    <a:cubicBezTo>
                      <a:pt x="1812" y="112"/>
                      <a:pt x="1812" y="112"/>
                      <a:pt x="1812" y="112"/>
                    </a:cubicBezTo>
                    <a:cubicBezTo>
                      <a:pt x="1814" y="114"/>
                      <a:pt x="1814" y="114"/>
                      <a:pt x="1814" y="114"/>
                    </a:cubicBezTo>
                    <a:cubicBezTo>
                      <a:pt x="1814" y="114"/>
                      <a:pt x="1814" y="114"/>
                      <a:pt x="1814" y="114"/>
                    </a:cubicBezTo>
                    <a:cubicBezTo>
                      <a:pt x="1815" y="116"/>
                      <a:pt x="1815" y="116"/>
                      <a:pt x="1815" y="116"/>
                    </a:cubicBezTo>
                    <a:cubicBezTo>
                      <a:pt x="1815" y="116"/>
                      <a:pt x="1815" y="116"/>
                      <a:pt x="1815" y="116"/>
                    </a:cubicBezTo>
                    <a:cubicBezTo>
                      <a:pt x="1816" y="117"/>
                      <a:pt x="1816" y="117"/>
                      <a:pt x="1816" y="117"/>
                    </a:cubicBezTo>
                    <a:cubicBezTo>
                      <a:pt x="1816" y="117"/>
                      <a:pt x="1816" y="117"/>
                      <a:pt x="1816" y="117"/>
                    </a:cubicBezTo>
                    <a:cubicBezTo>
                      <a:pt x="1817" y="119"/>
                      <a:pt x="1817" y="119"/>
                      <a:pt x="1817" y="119"/>
                    </a:cubicBezTo>
                    <a:cubicBezTo>
                      <a:pt x="1817" y="119"/>
                      <a:pt x="1817" y="119"/>
                      <a:pt x="1817" y="119"/>
                    </a:cubicBezTo>
                    <a:cubicBezTo>
                      <a:pt x="1818" y="120"/>
                      <a:pt x="1818" y="120"/>
                      <a:pt x="1818" y="120"/>
                    </a:cubicBezTo>
                    <a:cubicBezTo>
                      <a:pt x="1818" y="120"/>
                      <a:pt x="1818" y="120"/>
                      <a:pt x="1818" y="120"/>
                    </a:cubicBezTo>
                    <a:cubicBezTo>
                      <a:pt x="1818" y="122"/>
                      <a:pt x="1818" y="122"/>
                      <a:pt x="1818" y="122"/>
                    </a:cubicBezTo>
                    <a:cubicBezTo>
                      <a:pt x="1818" y="122"/>
                      <a:pt x="1818" y="122"/>
                      <a:pt x="1818" y="122"/>
                    </a:cubicBezTo>
                    <a:cubicBezTo>
                      <a:pt x="1819" y="124"/>
                      <a:pt x="1819" y="124"/>
                      <a:pt x="1819" y="124"/>
                    </a:cubicBezTo>
                    <a:cubicBezTo>
                      <a:pt x="1819" y="124"/>
                      <a:pt x="1819" y="124"/>
                      <a:pt x="1819" y="124"/>
                    </a:cubicBezTo>
                    <a:cubicBezTo>
                      <a:pt x="1821" y="126"/>
                      <a:pt x="1821" y="126"/>
                      <a:pt x="1821" y="126"/>
                    </a:cubicBezTo>
                    <a:cubicBezTo>
                      <a:pt x="1821" y="126"/>
                      <a:pt x="1821" y="126"/>
                      <a:pt x="1821" y="126"/>
                    </a:cubicBezTo>
                    <a:cubicBezTo>
                      <a:pt x="1823" y="126"/>
                      <a:pt x="1823" y="126"/>
                      <a:pt x="1823" y="126"/>
                    </a:cubicBezTo>
                    <a:cubicBezTo>
                      <a:pt x="1823" y="126"/>
                      <a:pt x="1823" y="126"/>
                      <a:pt x="1823" y="126"/>
                    </a:cubicBezTo>
                    <a:cubicBezTo>
                      <a:pt x="1822" y="131"/>
                      <a:pt x="1822" y="131"/>
                      <a:pt x="1822" y="131"/>
                    </a:cubicBezTo>
                    <a:cubicBezTo>
                      <a:pt x="1822" y="131"/>
                      <a:pt x="1822" y="131"/>
                      <a:pt x="1822" y="131"/>
                    </a:cubicBezTo>
                    <a:cubicBezTo>
                      <a:pt x="1822" y="135"/>
                      <a:pt x="1822" y="135"/>
                      <a:pt x="1822" y="135"/>
                    </a:cubicBezTo>
                    <a:cubicBezTo>
                      <a:pt x="1822" y="135"/>
                      <a:pt x="1822" y="135"/>
                      <a:pt x="1822" y="135"/>
                    </a:cubicBezTo>
                    <a:cubicBezTo>
                      <a:pt x="1823" y="140"/>
                      <a:pt x="1823" y="140"/>
                      <a:pt x="1823" y="140"/>
                    </a:cubicBezTo>
                    <a:cubicBezTo>
                      <a:pt x="1823" y="140"/>
                      <a:pt x="1823" y="140"/>
                      <a:pt x="1823" y="140"/>
                    </a:cubicBezTo>
                    <a:cubicBezTo>
                      <a:pt x="1826" y="142"/>
                      <a:pt x="1826" y="142"/>
                      <a:pt x="1826" y="142"/>
                    </a:cubicBezTo>
                    <a:cubicBezTo>
                      <a:pt x="1826" y="142"/>
                      <a:pt x="1826" y="142"/>
                      <a:pt x="1826" y="142"/>
                    </a:cubicBezTo>
                    <a:cubicBezTo>
                      <a:pt x="1828" y="146"/>
                      <a:pt x="1828" y="146"/>
                      <a:pt x="1828" y="146"/>
                    </a:cubicBezTo>
                    <a:cubicBezTo>
                      <a:pt x="1828" y="146"/>
                      <a:pt x="1828" y="146"/>
                      <a:pt x="1828" y="146"/>
                    </a:cubicBezTo>
                    <a:cubicBezTo>
                      <a:pt x="1831" y="150"/>
                      <a:pt x="1831" y="150"/>
                      <a:pt x="1831" y="150"/>
                    </a:cubicBezTo>
                    <a:cubicBezTo>
                      <a:pt x="1831" y="150"/>
                      <a:pt x="1831" y="150"/>
                      <a:pt x="1831" y="150"/>
                    </a:cubicBezTo>
                    <a:cubicBezTo>
                      <a:pt x="1834" y="154"/>
                      <a:pt x="1834" y="154"/>
                      <a:pt x="1834" y="154"/>
                    </a:cubicBezTo>
                    <a:cubicBezTo>
                      <a:pt x="1834" y="154"/>
                      <a:pt x="1834" y="154"/>
                      <a:pt x="1834" y="154"/>
                    </a:cubicBezTo>
                    <a:cubicBezTo>
                      <a:pt x="1837" y="157"/>
                      <a:pt x="1837" y="157"/>
                      <a:pt x="1837" y="157"/>
                    </a:cubicBezTo>
                    <a:cubicBezTo>
                      <a:pt x="1837" y="157"/>
                      <a:pt x="1837" y="157"/>
                      <a:pt x="1837" y="157"/>
                    </a:cubicBezTo>
                    <a:cubicBezTo>
                      <a:pt x="1837" y="157"/>
                      <a:pt x="1837" y="157"/>
                      <a:pt x="1837" y="157"/>
                    </a:cubicBezTo>
                    <a:cubicBezTo>
                      <a:pt x="1837" y="157"/>
                      <a:pt x="1837" y="157"/>
                      <a:pt x="1837" y="157"/>
                    </a:cubicBezTo>
                    <a:cubicBezTo>
                      <a:pt x="1838" y="157"/>
                      <a:pt x="1838" y="157"/>
                      <a:pt x="1838" y="157"/>
                    </a:cubicBezTo>
                    <a:cubicBezTo>
                      <a:pt x="1838" y="157"/>
                      <a:pt x="1838" y="157"/>
                      <a:pt x="1838" y="157"/>
                    </a:cubicBezTo>
                    <a:cubicBezTo>
                      <a:pt x="1840" y="157"/>
                      <a:pt x="1840" y="157"/>
                      <a:pt x="1840" y="157"/>
                    </a:cubicBezTo>
                    <a:cubicBezTo>
                      <a:pt x="1840" y="157"/>
                      <a:pt x="1840" y="157"/>
                      <a:pt x="1840" y="157"/>
                    </a:cubicBezTo>
                    <a:cubicBezTo>
                      <a:pt x="1841" y="157"/>
                      <a:pt x="1841" y="157"/>
                      <a:pt x="1841" y="157"/>
                    </a:cubicBezTo>
                    <a:cubicBezTo>
                      <a:pt x="1841" y="157"/>
                      <a:pt x="1841" y="157"/>
                      <a:pt x="1841" y="157"/>
                    </a:cubicBezTo>
                    <a:cubicBezTo>
                      <a:pt x="1842" y="157"/>
                      <a:pt x="1842" y="157"/>
                      <a:pt x="1842" y="157"/>
                    </a:cubicBezTo>
                    <a:cubicBezTo>
                      <a:pt x="1842" y="157"/>
                      <a:pt x="1842" y="157"/>
                      <a:pt x="1842" y="157"/>
                    </a:cubicBezTo>
                    <a:cubicBezTo>
                      <a:pt x="1843" y="157"/>
                      <a:pt x="1843" y="157"/>
                      <a:pt x="1843" y="157"/>
                    </a:cubicBezTo>
                    <a:cubicBezTo>
                      <a:pt x="1843" y="157"/>
                      <a:pt x="1843" y="157"/>
                      <a:pt x="1843" y="157"/>
                    </a:cubicBezTo>
                    <a:cubicBezTo>
                      <a:pt x="1844" y="157"/>
                      <a:pt x="1844" y="157"/>
                      <a:pt x="1844" y="157"/>
                    </a:cubicBezTo>
                    <a:cubicBezTo>
                      <a:pt x="1844" y="157"/>
                      <a:pt x="1844" y="157"/>
                      <a:pt x="1844" y="157"/>
                    </a:cubicBezTo>
                    <a:cubicBezTo>
                      <a:pt x="1846" y="157"/>
                      <a:pt x="1846" y="157"/>
                      <a:pt x="1846" y="157"/>
                    </a:cubicBezTo>
                    <a:cubicBezTo>
                      <a:pt x="1846" y="157"/>
                      <a:pt x="1846" y="157"/>
                      <a:pt x="1846" y="157"/>
                    </a:cubicBezTo>
                    <a:cubicBezTo>
                      <a:pt x="1846" y="156"/>
                      <a:pt x="1846" y="156"/>
                      <a:pt x="1846" y="156"/>
                    </a:cubicBezTo>
                    <a:cubicBezTo>
                      <a:pt x="1846" y="156"/>
                      <a:pt x="1846" y="156"/>
                      <a:pt x="1846" y="156"/>
                    </a:cubicBezTo>
                    <a:cubicBezTo>
                      <a:pt x="1848" y="154"/>
                      <a:pt x="1848" y="154"/>
                      <a:pt x="1848" y="154"/>
                    </a:cubicBezTo>
                    <a:cubicBezTo>
                      <a:pt x="1848" y="154"/>
                      <a:pt x="1848" y="154"/>
                      <a:pt x="1848" y="154"/>
                    </a:cubicBezTo>
                    <a:cubicBezTo>
                      <a:pt x="1849" y="153"/>
                      <a:pt x="1849" y="153"/>
                      <a:pt x="1849" y="153"/>
                    </a:cubicBezTo>
                    <a:cubicBezTo>
                      <a:pt x="1849" y="153"/>
                      <a:pt x="1849" y="153"/>
                      <a:pt x="1849" y="153"/>
                    </a:cubicBezTo>
                    <a:cubicBezTo>
                      <a:pt x="1851" y="150"/>
                      <a:pt x="1851" y="150"/>
                      <a:pt x="1851" y="150"/>
                    </a:cubicBezTo>
                    <a:cubicBezTo>
                      <a:pt x="1851" y="150"/>
                      <a:pt x="1851" y="150"/>
                      <a:pt x="1851" y="150"/>
                    </a:cubicBezTo>
                    <a:cubicBezTo>
                      <a:pt x="1851" y="148"/>
                      <a:pt x="1851" y="148"/>
                      <a:pt x="1851" y="148"/>
                    </a:cubicBezTo>
                    <a:cubicBezTo>
                      <a:pt x="1851" y="148"/>
                      <a:pt x="1851" y="148"/>
                      <a:pt x="1851" y="148"/>
                    </a:cubicBezTo>
                    <a:cubicBezTo>
                      <a:pt x="1852" y="145"/>
                      <a:pt x="1852" y="145"/>
                      <a:pt x="1852" y="145"/>
                    </a:cubicBezTo>
                    <a:cubicBezTo>
                      <a:pt x="1852" y="145"/>
                      <a:pt x="1852" y="145"/>
                      <a:pt x="1852" y="145"/>
                    </a:cubicBezTo>
                    <a:cubicBezTo>
                      <a:pt x="1852" y="143"/>
                      <a:pt x="1852" y="143"/>
                      <a:pt x="1852" y="143"/>
                    </a:cubicBezTo>
                    <a:cubicBezTo>
                      <a:pt x="1852" y="143"/>
                      <a:pt x="1852" y="143"/>
                      <a:pt x="1852" y="143"/>
                    </a:cubicBezTo>
                    <a:cubicBezTo>
                      <a:pt x="1853" y="141"/>
                      <a:pt x="1853" y="141"/>
                      <a:pt x="1853" y="141"/>
                    </a:cubicBezTo>
                    <a:cubicBezTo>
                      <a:pt x="1853" y="141"/>
                      <a:pt x="1853" y="141"/>
                      <a:pt x="1853" y="141"/>
                    </a:cubicBezTo>
                    <a:cubicBezTo>
                      <a:pt x="1850" y="142"/>
                      <a:pt x="1850" y="142"/>
                      <a:pt x="1850" y="142"/>
                    </a:cubicBezTo>
                    <a:cubicBezTo>
                      <a:pt x="1850" y="142"/>
                      <a:pt x="1850" y="142"/>
                      <a:pt x="1850" y="142"/>
                    </a:cubicBezTo>
                    <a:cubicBezTo>
                      <a:pt x="1848" y="142"/>
                      <a:pt x="1848" y="142"/>
                      <a:pt x="1848" y="142"/>
                    </a:cubicBezTo>
                    <a:cubicBezTo>
                      <a:pt x="1848" y="142"/>
                      <a:pt x="1848" y="142"/>
                      <a:pt x="1848" y="142"/>
                    </a:cubicBezTo>
                    <a:cubicBezTo>
                      <a:pt x="1845" y="142"/>
                      <a:pt x="1845" y="142"/>
                      <a:pt x="1845" y="142"/>
                    </a:cubicBezTo>
                    <a:cubicBezTo>
                      <a:pt x="1845" y="142"/>
                      <a:pt x="1845" y="142"/>
                      <a:pt x="1845" y="142"/>
                    </a:cubicBezTo>
                    <a:cubicBezTo>
                      <a:pt x="1844" y="142"/>
                      <a:pt x="1844" y="142"/>
                      <a:pt x="1844" y="142"/>
                    </a:cubicBezTo>
                    <a:cubicBezTo>
                      <a:pt x="1844" y="142"/>
                      <a:pt x="1844" y="142"/>
                      <a:pt x="1844" y="142"/>
                    </a:cubicBezTo>
                    <a:cubicBezTo>
                      <a:pt x="1842" y="143"/>
                      <a:pt x="1842" y="143"/>
                      <a:pt x="1842" y="143"/>
                    </a:cubicBezTo>
                    <a:cubicBezTo>
                      <a:pt x="1842" y="143"/>
                      <a:pt x="1842" y="143"/>
                      <a:pt x="1842" y="143"/>
                    </a:cubicBezTo>
                    <a:cubicBezTo>
                      <a:pt x="1840" y="143"/>
                      <a:pt x="1840" y="143"/>
                      <a:pt x="1840" y="143"/>
                    </a:cubicBezTo>
                    <a:cubicBezTo>
                      <a:pt x="1840" y="143"/>
                      <a:pt x="1840" y="143"/>
                      <a:pt x="1840" y="143"/>
                    </a:cubicBezTo>
                    <a:cubicBezTo>
                      <a:pt x="1837" y="143"/>
                      <a:pt x="1837" y="143"/>
                      <a:pt x="1837" y="143"/>
                    </a:cubicBezTo>
                    <a:cubicBezTo>
                      <a:pt x="1837" y="143"/>
                      <a:pt x="1837" y="143"/>
                      <a:pt x="1837" y="143"/>
                    </a:cubicBezTo>
                    <a:cubicBezTo>
                      <a:pt x="1835" y="142"/>
                      <a:pt x="1835" y="142"/>
                      <a:pt x="1835" y="142"/>
                    </a:cubicBezTo>
                    <a:cubicBezTo>
                      <a:pt x="1835" y="142"/>
                      <a:pt x="1835" y="142"/>
                      <a:pt x="1835" y="142"/>
                    </a:cubicBezTo>
                    <a:cubicBezTo>
                      <a:pt x="1834" y="142"/>
                      <a:pt x="1834" y="142"/>
                      <a:pt x="1834" y="142"/>
                    </a:cubicBezTo>
                    <a:cubicBezTo>
                      <a:pt x="1834" y="142"/>
                      <a:pt x="1834" y="142"/>
                      <a:pt x="1834" y="142"/>
                    </a:cubicBezTo>
                    <a:cubicBezTo>
                      <a:pt x="1833" y="141"/>
                      <a:pt x="1833" y="141"/>
                      <a:pt x="1833" y="141"/>
                    </a:cubicBezTo>
                    <a:cubicBezTo>
                      <a:pt x="1833" y="141"/>
                      <a:pt x="1833" y="141"/>
                      <a:pt x="1833" y="141"/>
                    </a:cubicBezTo>
                    <a:cubicBezTo>
                      <a:pt x="1832" y="140"/>
                      <a:pt x="1832" y="140"/>
                      <a:pt x="1832" y="140"/>
                    </a:cubicBezTo>
                    <a:cubicBezTo>
                      <a:pt x="1832" y="140"/>
                      <a:pt x="1832" y="140"/>
                      <a:pt x="1832" y="140"/>
                    </a:cubicBezTo>
                    <a:cubicBezTo>
                      <a:pt x="1832" y="138"/>
                      <a:pt x="1832" y="138"/>
                      <a:pt x="1832" y="138"/>
                    </a:cubicBezTo>
                    <a:cubicBezTo>
                      <a:pt x="1832" y="138"/>
                      <a:pt x="1832" y="138"/>
                      <a:pt x="1832" y="138"/>
                    </a:cubicBezTo>
                    <a:cubicBezTo>
                      <a:pt x="1832" y="137"/>
                      <a:pt x="1832" y="137"/>
                      <a:pt x="1832" y="137"/>
                    </a:cubicBezTo>
                    <a:cubicBezTo>
                      <a:pt x="1832" y="137"/>
                      <a:pt x="1832" y="137"/>
                      <a:pt x="1832" y="137"/>
                    </a:cubicBezTo>
                    <a:cubicBezTo>
                      <a:pt x="1832" y="134"/>
                      <a:pt x="1832" y="134"/>
                      <a:pt x="1832" y="134"/>
                    </a:cubicBezTo>
                    <a:cubicBezTo>
                      <a:pt x="1832" y="134"/>
                      <a:pt x="1832" y="134"/>
                      <a:pt x="1832" y="134"/>
                    </a:cubicBezTo>
                    <a:cubicBezTo>
                      <a:pt x="1832" y="133"/>
                      <a:pt x="1832" y="133"/>
                      <a:pt x="1832" y="133"/>
                    </a:cubicBezTo>
                    <a:cubicBezTo>
                      <a:pt x="1832" y="133"/>
                      <a:pt x="1832" y="133"/>
                      <a:pt x="1832" y="133"/>
                    </a:cubicBezTo>
                    <a:cubicBezTo>
                      <a:pt x="1834" y="130"/>
                      <a:pt x="1834" y="130"/>
                      <a:pt x="1834" y="130"/>
                    </a:cubicBezTo>
                    <a:cubicBezTo>
                      <a:pt x="1834" y="130"/>
                      <a:pt x="1834" y="130"/>
                      <a:pt x="1834" y="130"/>
                    </a:cubicBezTo>
                    <a:cubicBezTo>
                      <a:pt x="1837" y="129"/>
                      <a:pt x="1837" y="129"/>
                      <a:pt x="1837" y="129"/>
                    </a:cubicBezTo>
                    <a:cubicBezTo>
                      <a:pt x="1837" y="129"/>
                      <a:pt x="1837" y="129"/>
                      <a:pt x="1837" y="129"/>
                    </a:cubicBezTo>
                    <a:cubicBezTo>
                      <a:pt x="1841" y="128"/>
                      <a:pt x="1841" y="128"/>
                      <a:pt x="1841" y="128"/>
                    </a:cubicBezTo>
                    <a:cubicBezTo>
                      <a:pt x="1841" y="128"/>
                      <a:pt x="1841" y="128"/>
                      <a:pt x="1841" y="128"/>
                    </a:cubicBezTo>
                    <a:cubicBezTo>
                      <a:pt x="1845" y="128"/>
                      <a:pt x="1845" y="128"/>
                      <a:pt x="1845" y="128"/>
                    </a:cubicBezTo>
                    <a:cubicBezTo>
                      <a:pt x="1845" y="128"/>
                      <a:pt x="1845" y="128"/>
                      <a:pt x="1845" y="128"/>
                    </a:cubicBezTo>
                    <a:cubicBezTo>
                      <a:pt x="1850" y="126"/>
                      <a:pt x="1850" y="126"/>
                      <a:pt x="1850" y="126"/>
                    </a:cubicBezTo>
                    <a:cubicBezTo>
                      <a:pt x="1850" y="126"/>
                      <a:pt x="1850" y="126"/>
                      <a:pt x="1850" y="126"/>
                    </a:cubicBezTo>
                    <a:cubicBezTo>
                      <a:pt x="1854" y="126"/>
                      <a:pt x="1854" y="126"/>
                      <a:pt x="1854" y="126"/>
                    </a:cubicBezTo>
                    <a:cubicBezTo>
                      <a:pt x="1854" y="126"/>
                      <a:pt x="1854" y="126"/>
                      <a:pt x="1854" y="126"/>
                    </a:cubicBezTo>
                    <a:cubicBezTo>
                      <a:pt x="1859" y="124"/>
                      <a:pt x="1859" y="124"/>
                      <a:pt x="1859" y="124"/>
                    </a:cubicBezTo>
                    <a:cubicBezTo>
                      <a:pt x="1859" y="124"/>
                      <a:pt x="1859" y="124"/>
                      <a:pt x="1859" y="124"/>
                    </a:cubicBezTo>
                    <a:cubicBezTo>
                      <a:pt x="1864" y="123"/>
                      <a:pt x="1864" y="123"/>
                      <a:pt x="1864" y="123"/>
                    </a:cubicBezTo>
                    <a:cubicBezTo>
                      <a:pt x="1864" y="123"/>
                      <a:pt x="1864" y="123"/>
                      <a:pt x="1864" y="123"/>
                    </a:cubicBezTo>
                    <a:cubicBezTo>
                      <a:pt x="1869" y="121"/>
                      <a:pt x="1869" y="121"/>
                      <a:pt x="1869" y="121"/>
                    </a:cubicBezTo>
                    <a:cubicBezTo>
                      <a:pt x="1869" y="121"/>
                      <a:pt x="1869" y="121"/>
                      <a:pt x="1869" y="121"/>
                    </a:cubicBezTo>
                    <a:cubicBezTo>
                      <a:pt x="1869" y="121"/>
                      <a:pt x="1869" y="121"/>
                      <a:pt x="1869" y="121"/>
                    </a:cubicBezTo>
                    <a:cubicBezTo>
                      <a:pt x="1869" y="121"/>
                      <a:pt x="1869" y="121"/>
                      <a:pt x="1869" y="121"/>
                    </a:cubicBezTo>
                    <a:cubicBezTo>
                      <a:pt x="1869" y="119"/>
                      <a:pt x="1869" y="119"/>
                      <a:pt x="1869" y="119"/>
                    </a:cubicBezTo>
                    <a:cubicBezTo>
                      <a:pt x="1869" y="119"/>
                      <a:pt x="1869" y="119"/>
                      <a:pt x="1869" y="119"/>
                    </a:cubicBezTo>
                    <a:cubicBezTo>
                      <a:pt x="1869" y="118"/>
                      <a:pt x="1869" y="118"/>
                      <a:pt x="1869" y="118"/>
                    </a:cubicBezTo>
                    <a:cubicBezTo>
                      <a:pt x="1869" y="118"/>
                      <a:pt x="1869" y="118"/>
                      <a:pt x="1869" y="118"/>
                    </a:cubicBezTo>
                    <a:cubicBezTo>
                      <a:pt x="1870" y="116"/>
                      <a:pt x="1870" y="116"/>
                      <a:pt x="1870" y="116"/>
                    </a:cubicBezTo>
                    <a:cubicBezTo>
                      <a:pt x="1870" y="116"/>
                      <a:pt x="1870" y="116"/>
                      <a:pt x="1870" y="116"/>
                    </a:cubicBezTo>
                    <a:cubicBezTo>
                      <a:pt x="1870" y="115"/>
                      <a:pt x="1870" y="115"/>
                      <a:pt x="1870" y="115"/>
                    </a:cubicBezTo>
                    <a:cubicBezTo>
                      <a:pt x="1870" y="115"/>
                      <a:pt x="1870" y="115"/>
                      <a:pt x="1870" y="115"/>
                    </a:cubicBezTo>
                    <a:cubicBezTo>
                      <a:pt x="1871" y="114"/>
                      <a:pt x="1871" y="114"/>
                      <a:pt x="1871" y="114"/>
                    </a:cubicBezTo>
                    <a:cubicBezTo>
                      <a:pt x="1871" y="114"/>
                      <a:pt x="1871" y="114"/>
                      <a:pt x="1871" y="114"/>
                    </a:cubicBezTo>
                    <a:cubicBezTo>
                      <a:pt x="1872" y="113"/>
                      <a:pt x="1872" y="113"/>
                      <a:pt x="1872" y="113"/>
                    </a:cubicBezTo>
                    <a:cubicBezTo>
                      <a:pt x="1872" y="113"/>
                      <a:pt x="1872" y="113"/>
                      <a:pt x="1872" y="113"/>
                    </a:cubicBezTo>
                    <a:cubicBezTo>
                      <a:pt x="1873" y="111"/>
                      <a:pt x="1873" y="111"/>
                      <a:pt x="1873" y="111"/>
                    </a:cubicBezTo>
                    <a:cubicBezTo>
                      <a:pt x="1873" y="111"/>
                      <a:pt x="1873" y="111"/>
                      <a:pt x="1873" y="111"/>
                    </a:cubicBezTo>
                    <a:cubicBezTo>
                      <a:pt x="1907" y="54"/>
                      <a:pt x="1907" y="54"/>
                      <a:pt x="1907" y="54"/>
                    </a:cubicBezTo>
                    <a:cubicBezTo>
                      <a:pt x="1907" y="54"/>
                      <a:pt x="1907" y="54"/>
                      <a:pt x="1907" y="54"/>
                    </a:cubicBezTo>
                    <a:cubicBezTo>
                      <a:pt x="1908" y="48"/>
                      <a:pt x="1908" y="48"/>
                      <a:pt x="1908" y="48"/>
                    </a:cubicBezTo>
                    <a:cubicBezTo>
                      <a:pt x="1908" y="48"/>
                      <a:pt x="1908" y="48"/>
                      <a:pt x="1908" y="48"/>
                    </a:cubicBezTo>
                    <a:cubicBezTo>
                      <a:pt x="1909" y="43"/>
                      <a:pt x="1909" y="43"/>
                      <a:pt x="1909" y="43"/>
                    </a:cubicBezTo>
                    <a:cubicBezTo>
                      <a:pt x="1909" y="43"/>
                      <a:pt x="1909" y="43"/>
                      <a:pt x="1909" y="43"/>
                    </a:cubicBezTo>
                    <a:cubicBezTo>
                      <a:pt x="1909" y="37"/>
                      <a:pt x="1909" y="37"/>
                      <a:pt x="1909" y="37"/>
                    </a:cubicBezTo>
                    <a:cubicBezTo>
                      <a:pt x="1909" y="37"/>
                      <a:pt x="1909" y="37"/>
                      <a:pt x="1909" y="37"/>
                    </a:cubicBezTo>
                    <a:cubicBezTo>
                      <a:pt x="1910" y="32"/>
                      <a:pt x="1910" y="32"/>
                      <a:pt x="1910" y="32"/>
                    </a:cubicBezTo>
                    <a:cubicBezTo>
                      <a:pt x="1910" y="32"/>
                      <a:pt x="1910" y="32"/>
                      <a:pt x="1910" y="32"/>
                    </a:cubicBezTo>
                    <a:cubicBezTo>
                      <a:pt x="1909" y="26"/>
                      <a:pt x="1909" y="26"/>
                      <a:pt x="1909" y="26"/>
                    </a:cubicBezTo>
                    <a:cubicBezTo>
                      <a:pt x="1909" y="26"/>
                      <a:pt x="1909" y="26"/>
                      <a:pt x="1909" y="26"/>
                    </a:cubicBezTo>
                    <a:cubicBezTo>
                      <a:pt x="1909" y="19"/>
                      <a:pt x="1909" y="19"/>
                      <a:pt x="1909" y="19"/>
                    </a:cubicBezTo>
                    <a:cubicBezTo>
                      <a:pt x="1909" y="19"/>
                      <a:pt x="1909" y="19"/>
                      <a:pt x="1909" y="19"/>
                    </a:cubicBezTo>
                    <a:cubicBezTo>
                      <a:pt x="1908" y="14"/>
                      <a:pt x="1908" y="14"/>
                      <a:pt x="1908" y="14"/>
                    </a:cubicBezTo>
                    <a:cubicBezTo>
                      <a:pt x="1908" y="14"/>
                      <a:pt x="1908" y="14"/>
                      <a:pt x="1908" y="14"/>
                    </a:cubicBezTo>
                    <a:cubicBezTo>
                      <a:pt x="1907" y="7"/>
                      <a:pt x="1907" y="7"/>
                      <a:pt x="1907" y="7"/>
                    </a:cubicBezTo>
                    <a:cubicBezTo>
                      <a:pt x="1907" y="7"/>
                      <a:pt x="1907" y="7"/>
                      <a:pt x="1907" y="7"/>
                    </a:cubicBezTo>
                    <a:cubicBezTo>
                      <a:pt x="1910" y="2"/>
                      <a:pt x="1910" y="2"/>
                      <a:pt x="1910" y="2"/>
                    </a:cubicBezTo>
                    <a:cubicBezTo>
                      <a:pt x="1910" y="2"/>
                      <a:pt x="1910" y="2"/>
                      <a:pt x="1910" y="2"/>
                    </a:cubicBezTo>
                    <a:cubicBezTo>
                      <a:pt x="1911" y="1"/>
                      <a:pt x="1911" y="1"/>
                      <a:pt x="1911" y="1"/>
                    </a:cubicBezTo>
                    <a:cubicBezTo>
                      <a:pt x="1911" y="1"/>
                      <a:pt x="1911" y="1"/>
                      <a:pt x="1911" y="1"/>
                    </a:cubicBezTo>
                    <a:cubicBezTo>
                      <a:pt x="1913" y="0"/>
                      <a:pt x="1913" y="0"/>
                      <a:pt x="1913" y="0"/>
                    </a:cubicBezTo>
                    <a:cubicBezTo>
                      <a:pt x="1913" y="0"/>
                      <a:pt x="1913" y="0"/>
                      <a:pt x="1913" y="0"/>
                    </a:cubicBezTo>
                    <a:cubicBezTo>
                      <a:pt x="1915" y="0"/>
                      <a:pt x="1915" y="0"/>
                      <a:pt x="1915" y="0"/>
                    </a:cubicBezTo>
                    <a:cubicBezTo>
                      <a:pt x="1915" y="0"/>
                      <a:pt x="1915" y="0"/>
                      <a:pt x="1915" y="0"/>
                    </a:cubicBezTo>
                    <a:cubicBezTo>
                      <a:pt x="1918" y="0"/>
                      <a:pt x="1918" y="0"/>
                      <a:pt x="1918" y="0"/>
                    </a:cubicBezTo>
                    <a:cubicBezTo>
                      <a:pt x="1918" y="0"/>
                      <a:pt x="1918" y="0"/>
                      <a:pt x="1918" y="0"/>
                    </a:cubicBezTo>
                    <a:cubicBezTo>
                      <a:pt x="1920" y="1"/>
                      <a:pt x="1920" y="1"/>
                      <a:pt x="1920" y="1"/>
                    </a:cubicBezTo>
                    <a:cubicBezTo>
                      <a:pt x="1920" y="1"/>
                      <a:pt x="1920" y="1"/>
                      <a:pt x="1920" y="1"/>
                    </a:cubicBezTo>
                    <a:cubicBezTo>
                      <a:pt x="1924" y="2"/>
                      <a:pt x="1924" y="2"/>
                      <a:pt x="1924" y="2"/>
                    </a:cubicBezTo>
                    <a:cubicBezTo>
                      <a:pt x="1924" y="2"/>
                      <a:pt x="1924" y="2"/>
                      <a:pt x="1924" y="2"/>
                    </a:cubicBezTo>
                    <a:cubicBezTo>
                      <a:pt x="1927" y="3"/>
                      <a:pt x="1927" y="3"/>
                      <a:pt x="1927" y="3"/>
                    </a:cubicBezTo>
                    <a:cubicBezTo>
                      <a:pt x="1927" y="3"/>
                      <a:pt x="1927" y="3"/>
                      <a:pt x="1927" y="3"/>
                    </a:cubicBezTo>
                    <a:cubicBezTo>
                      <a:pt x="1930" y="3"/>
                      <a:pt x="1930" y="3"/>
                      <a:pt x="1930" y="3"/>
                    </a:cubicBezTo>
                    <a:cubicBezTo>
                      <a:pt x="1930" y="3"/>
                      <a:pt x="1930" y="3"/>
                      <a:pt x="1930" y="3"/>
                    </a:cubicBezTo>
                    <a:cubicBezTo>
                      <a:pt x="1933" y="7"/>
                      <a:pt x="1933" y="7"/>
                      <a:pt x="1933" y="7"/>
                    </a:cubicBezTo>
                    <a:cubicBezTo>
                      <a:pt x="1933" y="7"/>
                      <a:pt x="1933" y="7"/>
                      <a:pt x="1933" y="7"/>
                    </a:cubicBezTo>
                    <a:cubicBezTo>
                      <a:pt x="1936" y="12"/>
                      <a:pt x="1936" y="12"/>
                      <a:pt x="1936" y="12"/>
                    </a:cubicBezTo>
                    <a:cubicBezTo>
                      <a:pt x="1936" y="12"/>
                      <a:pt x="1936" y="12"/>
                      <a:pt x="1936" y="12"/>
                    </a:cubicBezTo>
                    <a:cubicBezTo>
                      <a:pt x="1939" y="17"/>
                      <a:pt x="1939" y="17"/>
                      <a:pt x="1939" y="17"/>
                    </a:cubicBezTo>
                    <a:cubicBezTo>
                      <a:pt x="1939" y="17"/>
                      <a:pt x="1939" y="17"/>
                      <a:pt x="1939" y="17"/>
                    </a:cubicBezTo>
                    <a:cubicBezTo>
                      <a:pt x="1944" y="20"/>
                      <a:pt x="1944" y="20"/>
                      <a:pt x="1944" y="20"/>
                    </a:cubicBezTo>
                    <a:cubicBezTo>
                      <a:pt x="1944" y="20"/>
                      <a:pt x="1944" y="20"/>
                      <a:pt x="1944" y="20"/>
                    </a:cubicBezTo>
                    <a:cubicBezTo>
                      <a:pt x="1946" y="26"/>
                      <a:pt x="1946" y="26"/>
                      <a:pt x="1946" y="26"/>
                    </a:cubicBezTo>
                    <a:cubicBezTo>
                      <a:pt x="1946" y="26"/>
                      <a:pt x="1946" y="26"/>
                      <a:pt x="1946" y="26"/>
                    </a:cubicBezTo>
                    <a:cubicBezTo>
                      <a:pt x="1948" y="32"/>
                      <a:pt x="1948" y="32"/>
                      <a:pt x="1948" y="32"/>
                    </a:cubicBezTo>
                    <a:cubicBezTo>
                      <a:pt x="1948" y="32"/>
                      <a:pt x="1948" y="32"/>
                      <a:pt x="1948" y="32"/>
                    </a:cubicBezTo>
                    <a:cubicBezTo>
                      <a:pt x="1947" y="37"/>
                      <a:pt x="1947" y="37"/>
                      <a:pt x="1947" y="37"/>
                    </a:cubicBezTo>
                    <a:cubicBezTo>
                      <a:pt x="1947" y="37"/>
                      <a:pt x="1947" y="37"/>
                      <a:pt x="1947" y="37"/>
                    </a:cubicBezTo>
                    <a:cubicBezTo>
                      <a:pt x="1946" y="43"/>
                      <a:pt x="1946" y="43"/>
                      <a:pt x="1946" y="43"/>
                    </a:cubicBezTo>
                    <a:cubicBezTo>
                      <a:pt x="1946" y="43"/>
                      <a:pt x="1946" y="43"/>
                      <a:pt x="1946" y="43"/>
                    </a:cubicBezTo>
                    <a:cubicBezTo>
                      <a:pt x="1944" y="44"/>
                      <a:pt x="1944" y="44"/>
                      <a:pt x="1944" y="44"/>
                    </a:cubicBezTo>
                    <a:cubicBezTo>
                      <a:pt x="1944" y="44"/>
                      <a:pt x="1944" y="44"/>
                      <a:pt x="1944" y="44"/>
                    </a:cubicBezTo>
                    <a:cubicBezTo>
                      <a:pt x="1944" y="45"/>
                      <a:pt x="1944" y="45"/>
                      <a:pt x="1944" y="45"/>
                    </a:cubicBezTo>
                    <a:cubicBezTo>
                      <a:pt x="1944" y="45"/>
                      <a:pt x="1944" y="45"/>
                      <a:pt x="1944" y="45"/>
                    </a:cubicBezTo>
                    <a:cubicBezTo>
                      <a:pt x="1944" y="46"/>
                      <a:pt x="1944" y="46"/>
                      <a:pt x="1944" y="46"/>
                    </a:cubicBezTo>
                    <a:cubicBezTo>
                      <a:pt x="1944" y="46"/>
                      <a:pt x="1944" y="46"/>
                      <a:pt x="1944" y="46"/>
                    </a:cubicBezTo>
                    <a:cubicBezTo>
                      <a:pt x="1944" y="46"/>
                      <a:pt x="1944" y="46"/>
                      <a:pt x="1944" y="46"/>
                    </a:cubicBezTo>
                    <a:cubicBezTo>
                      <a:pt x="1944" y="46"/>
                      <a:pt x="1944" y="46"/>
                      <a:pt x="1944" y="46"/>
                    </a:cubicBezTo>
                    <a:cubicBezTo>
                      <a:pt x="1944" y="47"/>
                      <a:pt x="1944" y="47"/>
                      <a:pt x="1944" y="47"/>
                    </a:cubicBezTo>
                    <a:cubicBezTo>
                      <a:pt x="1944" y="47"/>
                      <a:pt x="1944" y="47"/>
                      <a:pt x="1944" y="47"/>
                    </a:cubicBezTo>
                    <a:cubicBezTo>
                      <a:pt x="1944" y="47"/>
                      <a:pt x="1944" y="47"/>
                      <a:pt x="1944" y="47"/>
                    </a:cubicBezTo>
                    <a:cubicBezTo>
                      <a:pt x="1944" y="47"/>
                      <a:pt x="1944" y="47"/>
                      <a:pt x="1944" y="47"/>
                    </a:cubicBezTo>
                    <a:cubicBezTo>
                      <a:pt x="1943" y="48"/>
                      <a:pt x="1943" y="48"/>
                      <a:pt x="1943" y="48"/>
                    </a:cubicBezTo>
                    <a:cubicBezTo>
                      <a:pt x="1943" y="48"/>
                      <a:pt x="1943" y="48"/>
                      <a:pt x="1943" y="48"/>
                    </a:cubicBezTo>
                    <a:cubicBezTo>
                      <a:pt x="1943" y="48"/>
                      <a:pt x="1943" y="48"/>
                      <a:pt x="1943" y="48"/>
                    </a:cubicBezTo>
                    <a:cubicBezTo>
                      <a:pt x="1939" y="50"/>
                      <a:pt x="1939" y="50"/>
                      <a:pt x="1939" y="50"/>
                    </a:cubicBezTo>
                    <a:cubicBezTo>
                      <a:pt x="1933" y="55"/>
                      <a:pt x="1933" y="55"/>
                      <a:pt x="1933" y="55"/>
                    </a:cubicBezTo>
                    <a:cubicBezTo>
                      <a:pt x="1933" y="55"/>
                      <a:pt x="1933" y="55"/>
                      <a:pt x="1933" y="55"/>
                    </a:cubicBezTo>
                    <a:cubicBezTo>
                      <a:pt x="1929" y="60"/>
                      <a:pt x="1929" y="60"/>
                      <a:pt x="1929" y="60"/>
                    </a:cubicBezTo>
                    <a:cubicBezTo>
                      <a:pt x="1929" y="60"/>
                      <a:pt x="1929" y="60"/>
                      <a:pt x="1929" y="60"/>
                    </a:cubicBezTo>
                    <a:cubicBezTo>
                      <a:pt x="1926" y="65"/>
                      <a:pt x="1926" y="65"/>
                      <a:pt x="1926" y="65"/>
                    </a:cubicBezTo>
                    <a:cubicBezTo>
                      <a:pt x="1926" y="65"/>
                      <a:pt x="1926" y="65"/>
                      <a:pt x="1926" y="65"/>
                    </a:cubicBezTo>
                    <a:cubicBezTo>
                      <a:pt x="1923" y="71"/>
                      <a:pt x="1923" y="71"/>
                      <a:pt x="1923" y="71"/>
                    </a:cubicBezTo>
                    <a:cubicBezTo>
                      <a:pt x="1923" y="71"/>
                      <a:pt x="1923" y="71"/>
                      <a:pt x="1923" y="71"/>
                    </a:cubicBezTo>
                    <a:cubicBezTo>
                      <a:pt x="1918" y="77"/>
                      <a:pt x="1918" y="77"/>
                      <a:pt x="1918" y="77"/>
                    </a:cubicBezTo>
                    <a:cubicBezTo>
                      <a:pt x="1918" y="77"/>
                      <a:pt x="1918" y="77"/>
                      <a:pt x="1918" y="77"/>
                    </a:cubicBezTo>
                    <a:cubicBezTo>
                      <a:pt x="1914" y="83"/>
                      <a:pt x="1914" y="83"/>
                      <a:pt x="1914" y="83"/>
                    </a:cubicBezTo>
                    <a:cubicBezTo>
                      <a:pt x="1914" y="83"/>
                      <a:pt x="1914" y="83"/>
                      <a:pt x="1914" y="83"/>
                    </a:cubicBezTo>
                    <a:cubicBezTo>
                      <a:pt x="1910" y="88"/>
                      <a:pt x="1910" y="88"/>
                      <a:pt x="1910" y="88"/>
                    </a:cubicBezTo>
                    <a:cubicBezTo>
                      <a:pt x="1910" y="88"/>
                      <a:pt x="1910" y="88"/>
                      <a:pt x="1910" y="88"/>
                    </a:cubicBezTo>
                    <a:cubicBezTo>
                      <a:pt x="1906" y="92"/>
                      <a:pt x="1906" y="92"/>
                      <a:pt x="1906" y="92"/>
                    </a:cubicBezTo>
                    <a:cubicBezTo>
                      <a:pt x="1906" y="92"/>
                      <a:pt x="1906" y="92"/>
                      <a:pt x="1906" y="92"/>
                    </a:cubicBezTo>
                    <a:cubicBezTo>
                      <a:pt x="1888" y="120"/>
                      <a:pt x="1888" y="120"/>
                      <a:pt x="1888" y="120"/>
                    </a:cubicBezTo>
                    <a:cubicBezTo>
                      <a:pt x="1888" y="120"/>
                      <a:pt x="1888" y="120"/>
                      <a:pt x="1888" y="120"/>
                    </a:cubicBezTo>
                    <a:cubicBezTo>
                      <a:pt x="1888" y="123"/>
                      <a:pt x="1888" y="123"/>
                      <a:pt x="1888" y="123"/>
                    </a:cubicBezTo>
                    <a:cubicBezTo>
                      <a:pt x="1888" y="123"/>
                      <a:pt x="1888" y="123"/>
                      <a:pt x="1888" y="123"/>
                    </a:cubicBezTo>
                    <a:cubicBezTo>
                      <a:pt x="1892" y="125"/>
                      <a:pt x="1892" y="125"/>
                      <a:pt x="1892" y="125"/>
                    </a:cubicBezTo>
                    <a:cubicBezTo>
                      <a:pt x="1892" y="125"/>
                      <a:pt x="1892" y="125"/>
                      <a:pt x="1892" y="125"/>
                    </a:cubicBezTo>
                    <a:cubicBezTo>
                      <a:pt x="1897" y="127"/>
                      <a:pt x="1897" y="127"/>
                      <a:pt x="1897" y="127"/>
                    </a:cubicBezTo>
                    <a:cubicBezTo>
                      <a:pt x="1897" y="127"/>
                      <a:pt x="1897" y="127"/>
                      <a:pt x="1897" y="127"/>
                    </a:cubicBezTo>
                    <a:cubicBezTo>
                      <a:pt x="1901" y="129"/>
                      <a:pt x="1901" y="129"/>
                      <a:pt x="1901" y="129"/>
                    </a:cubicBezTo>
                    <a:cubicBezTo>
                      <a:pt x="1901" y="129"/>
                      <a:pt x="1901" y="129"/>
                      <a:pt x="1901" y="129"/>
                    </a:cubicBezTo>
                    <a:cubicBezTo>
                      <a:pt x="1908" y="131"/>
                      <a:pt x="1908" y="131"/>
                      <a:pt x="1908" y="131"/>
                    </a:cubicBezTo>
                    <a:cubicBezTo>
                      <a:pt x="1908" y="131"/>
                      <a:pt x="1908" y="131"/>
                      <a:pt x="1908" y="131"/>
                    </a:cubicBezTo>
                    <a:cubicBezTo>
                      <a:pt x="1913" y="134"/>
                      <a:pt x="1913" y="134"/>
                      <a:pt x="1913" y="134"/>
                    </a:cubicBezTo>
                    <a:cubicBezTo>
                      <a:pt x="1913" y="134"/>
                      <a:pt x="1913" y="134"/>
                      <a:pt x="1913" y="134"/>
                    </a:cubicBezTo>
                    <a:cubicBezTo>
                      <a:pt x="1919" y="134"/>
                      <a:pt x="1919" y="134"/>
                      <a:pt x="1919" y="134"/>
                    </a:cubicBezTo>
                    <a:cubicBezTo>
                      <a:pt x="1919" y="134"/>
                      <a:pt x="1919" y="134"/>
                      <a:pt x="1919" y="134"/>
                    </a:cubicBezTo>
                    <a:cubicBezTo>
                      <a:pt x="1926" y="133"/>
                      <a:pt x="1926" y="133"/>
                      <a:pt x="1926" y="133"/>
                    </a:cubicBezTo>
                    <a:cubicBezTo>
                      <a:pt x="1926" y="133"/>
                      <a:pt x="1926" y="133"/>
                      <a:pt x="1926" y="133"/>
                    </a:cubicBezTo>
                    <a:cubicBezTo>
                      <a:pt x="1932" y="128"/>
                      <a:pt x="1932" y="128"/>
                      <a:pt x="1932" y="128"/>
                    </a:cubicBezTo>
                    <a:cubicBezTo>
                      <a:pt x="1932" y="128"/>
                      <a:pt x="1932" y="128"/>
                      <a:pt x="1932" y="128"/>
                    </a:cubicBezTo>
                    <a:cubicBezTo>
                      <a:pt x="1955" y="108"/>
                      <a:pt x="1955" y="108"/>
                      <a:pt x="1955" y="108"/>
                    </a:cubicBezTo>
                    <a:cubicBezTo>
                      <a:pt x="1955" y="108"/>
                      <a:pt x="1955" y="108"/>
                      <a:pt x="1955" y="108"/>
                    </a:cubicBezTo>
                    <a:cubicBezTo>
                      <a:pt x="1956" y="108"/>
                      <a:pt x="1956" y="108"/>
                      <a:pt x="1956" y="108"/>
                    </a:cubicBezTo>
                    <a:cubicBezTo>
                      <a:pt x="1956" y="108"/>
                      <a:pt x="1956" y="108"/>
                      <a:pt x="1956" y="108"/>
                    </a:cubicBezTo>
                    <a:cubicBezTo>
                      <a:pt x="1957" y="107"/>
                      <a:pt x="1957" y="107"/>
                      <a:pt x="1957" y="107"/>
                    </a:cubicBezTo>
                    <a:cubicBezTo>
                      <a:pt x="1957" y="107"/>
                      <a:pt x="1957" y="107"/>
                      <a:pt x="1957" y="107"/>
                    </a:cubicBezTo>
                    <a:cubicBezTo>
                      <a:pt x="1958" y="107"/>
                      <a:pt x="1958" y="107"/>
                      <a:pt x="1958" y="107"/>
                    </a:cubicBezTo>
                    <a:cubicBezTo>
                      <a:pt x="1958" y="107"/>
                      <a:pt x="1958" y="107"/>
                      <a:pt x="1958" y="107"/>
                    </a:cubicBezTo>
                    <a:cubicBezTo>
                      <a:pt x="1959" y="105"/>
                      <a:pt x="1959" y="105"/>
                      <a:pt x="1959" y="105"/>
                    </a:cubicBezTo>
                    <a:cubicBezTo>
                      <a:pt x="1959" y="105"/>
                      <a:pt x="1959" y="105"/>
                      <a:pt x="1959" y="105"/>
                    </a:cubicBezTo>
                    <a:cubicBezTo>
                      <a:pt x="1959" y="104"/>
                      <a:pt x="1959" y="104"/>
                      <a:pt x="1959" y="104"/>
                    </a:cubicBezTo>
                    <a:cubicBezTo>
                      <a:pt x="1959" y="104"/>
                      <a:pt x="1959" y="104"/>
                      <a:pt x="1959" y="104"/>
                    </a:cubicBezTo>
                    <a:cubicBezTo>
                      <a:pt x="1960" y="102"/>
                      <a:pt x="1960" y="102"/>
                      <a:pt x="1960" y="102"/>
                    </a:cubicBezTo>
                    <a:cubicBezTo>
                      <a:pt x="1960" y="102"/>
                      <a:pt x="1960" y="102"/>
                      <a:pt x="1960" y="102"/>
                    </a:cubicBezTo>
                    <a:cubicBezTo>
                      <a:pt x="1961" y="101"/>
                      <a:pt x="1961" y="101"/>
                      <a:pt x="1961" y="101"/>
                    </a:cubicBezTo>
                    <a:cubicBezTo>
                      <a:pt x="1961" y="101"/>
                      <a:pt x="1961" y="101"/>
                      <a:pt x="1961" y="101"/>
                    </a:cubicBezTo>
                    <a:cubicBezTo>
                      <a:pt x="1963" y="99"/>
                      <a:pt x="1963" y="99"/>
                      <a:pt x="1963" y="99"/>
                    </a:cubicBezTo>
                    <a:cubicBezTo>
                      <a:pt x="1963" y="99"/>
                      <a:pt x="1963" y="99"/>
                      <a:pt x="1963" y="99"/>
                    </a:cubicBezTo>
                    <a:cubicBezTo>
                      <a:pt x="1999" y="77"/>
                      <a:pt x="1999" y="77"/>
                      <a:pt x="1999" y="77"/>
                    </a:cubicBezTo>
                    <a:cubicBezTo>
                      <a:pt x="1999" y="77"/>
                      <a:pt x="1999" y="77"/>
                      <a:pt x="1999" y="77"/>
                    </a:cubicBezTo>
                    <a:cubicBezTo>
                      <a:pt x="2003" y="77"/>
                      <a:pt x="2003" y="77"/>
                      <a:pt x="2003" y="77"/>
                    </a:cubicBezTo>
                    <a:cubicBezTo>
                      <a:pt x="2003" y="77"/>
                      <a:pt x="2003" y="77"/>
                      <a:pt x="2003" y="77"/>
                    </a:cubicBezTo>
                    <a:cubicBezTo>
                      <a:pt x="2007" y="76"/>
                      <a:pt x="2007" y="76"/>
                      <a:pt x="2007" y="76"/>
                    </a:cubicBezTo>
                    <a:cubicBezTo>
                      <a:pt x="2007" y="76"/>
                      <a:pt x="2007" y="76"/>
                      <a:pt x="2007" y="76"/>
                    </a:cubicBezTo>
                    <a:cubicBezTo>
                      <a:pt x="2011" y="78"/>
                      <a:pt x="2011" y="78"/>
                      <a:pt x="2011" y="78"/>
                    </a:cubicBezTo>
                    <a:cubicBezTo>
                      <a:pt x="2011" y="78"/>
                      <a:pt x="2011" y="78"/>
                      <a:pt x="2011" y="78"/>
                    </a:cubicBezTo>
                    <a:cubicBezTo>
                      <a:pt x="2015" y="79"/>
                      <a:pt x="2015" y="79"/>
                      <a:pt x="2015" y="79"/>
                    </a:cubicBezTo>
                    <a:cubicBezTo>
                      <a:pt x="2015" y="79"/>
                      <a:pt x="2015" y="79"/>
                      <a:pt x="2015" y="79"/>
                    </a:cubicBezTo>
                    <a:cubicBezTo>
                      <a:pt x="2018" y="82"/>
                      <a:pt x="2018" y="82"/>
                      <a:pt x="2018" y="82"/>
                    </a:cubicBezTo>
                    <a:cubicBezTo>
                      <a:pt x="2018" y="82"/>
                      <a:pt x="2018" y="82"/>
                      <a:pt x="2018" y="82"/>
                    </a:cubicBezTo>
                    <a:cubicBezTo>
                      <a:pt x="2022" y="84"/>
                      <a:pt x="2022" y="84"/>
                      <a:pt x="2022" y="84"/>
                    </a:cubicBezTo>
                    <a:cubicBezTo>
                      <a:pt x="2022" y="84"/>
                      <a:pt x="2022" y="84"/>
                      <a:pt x="2022" y="84"/>
                    </a:cubicBezTo>
                    <a:cubicBezTo>
                      <a:pt x="2027" y="86"/>
                      <a:pt x="2027" y="86"/>
                      <a:pt x="2027" y="86"/>
                    </a:cubicBezTo>
                    <a:cubicBezTo>
                      <a:pt x="2027" y="86"/>
                      <a:pt x="2027" y="86"/>
                      <a:pt x="2027" y="86"/>
                    </a:cubicBezTo>
                    <a:cubicBezTo>
                      <a:pt x="2033" y="86"/>
                      <a:pt x="2033" y="86"/>
                      <a:pt x="2033" y="86"/>
                    </a:cubicBezTo>
                    <a:cubicBezTo>
                      <a:pt x="2033" y="86"/>
                      <a:pt x="2033" y="86"/>
                      <a:pt x="2033" y="86"/>
                    </a:cubicBezTo>
                    <a:cubicBezTo>
                      <a:pt x="2032" y="92"/>
                      <a:pt x="2032" y="92"/>
                      <a:pt x="2032" y="92"/>
                    </a:cubicBezTo>
                    <a:cubicBezTo>
                      <a:pt x="2032" y="92"/>
                      <a:pt x="2032" y="92"/>
                      <a:pt x="2032" y="92"/>
                    </a:cubicBezTo>
                    <a:cubicBezTo>
                      <a:pt x="2032" y="98"/>
                      <a:pt x="2032" y="98"/>
                      <a:pt x="2032" y="98"/>
                    </a:cubicBezTo>
                    <a:cubicBezTo>
                      <a:pt x="2032" y="98"/>
                      <a:pt x="2032" y="98"/>
                      <a:pt x="2032" y="98"/>
                    </a:cubicBezTo>
                    <a:cubicBezTo>
                      <a:pt x="2031" y="103"/>
                      <a:pt x="2031" y="103"/>
                      <a:pt x="2031" y="103"/>
                    </a:cubicBezTo>
                    <a:cubicBezTo>
                      <a:pt x="2031" y="103"/>
                      <a:pt x="2031" y="103"/>
                      <a:pt x="2031" y="103"/>
                    </a:cubicBezTo>
                    <a:cubicBezTo>
                      <a:pt x="2031" y="108"/>
                      <a:pt x="2031" y="108"/>
                      <a:pt x="2031" y="108"/>
                    </a:cubicBezTo>
                    <a:cubicBezTo>
                      <a:pt x="2031" y="108"/>
                      <a:pt x="2031" y="108"/>
                      <a:pt x="2031" y="108"/>
                    </a:cubicBezTo>
                    <a:cubicBezTo>
                      <a:pt x="2029" y="114"/>
                      <a:pt x="2029" y="114"/>
                      <a:pt x="2029" y="114"/>
                    </a:cubicBezTo>
                    <a:cubicBezTo>
                      <a:pt x="2029" y="114"/>
                      <a:pt x="2029" y="114"/>
                      <a:pt x="2029" y="114"/>
                    </a:cubicBezTo>
                    <a:cubicBezTo>
                      <a:pt x="2028" y="119"/>
                      <a:pt x="2028" y="119"/>
                      <a:pt x="2028" y="119"/>
                    </a:cubicBezTo>
                    <a:cubicBezTo>
                      <a:pt x="2028" y="119"/>
                      <a:pt x="2028" y="119"/>
                      <a:pt x="2028" y="119"/>
                    </a:cubicBezTo>
                    <a:cubicBezTo>
                      <a:pt x="2024" y="124"/>
                      <a:pt x="2024" y="124"/>
                      <a:pt x="2024" y="124"/>
                    </a:cubicBezTo>
                    <a:cubicBezTo>
                      <a:pt x="2024" y="124"/>
                      <a:pt x="2024" y="124"/>
                      <a:pt x="2024" y="124"/>
                    </a:cubicBezTo>
                    <a:cubicBezTo>
                      <a:pt x="2021" y="127"/>
                      <a:pt x="2021" y="127"/>
                      <a:pt x="2021" y="127"/>
                    </a:cubicBezTo>
                    <a:cubicBezTo>
                      <a:pt x="2021" y="127"/>
                      <a:pt x="2021" y="127"/>
                      <a:pt x="2021" y="127"/>
                    </a:cubicBezTo>
                    <a:cubicBezTo>
                      <a:pt x="2018" y="128"/>
                      <a:pt x="2018" y="128"/>
                      <a:pt x="2018" y="128"/>
                    </a:cubicBezTo>
                    <a:cubicBezTo>
                      <a:pt x="2018" y="128"/>
                      <a:pt x="2018" y="128"/>
                      <a:pt x="2018" y="128"/>
                    </a:cubicBezTo>
                    <a:cubicBezTo>
                      <a:pt x="2016" y="130"/>
                      <a:pt x="2016" y="130"/>
                      <a:pt x="2016" y="130"/>
                    </a:cubicBezTo>
                    <a:cubicBezTo>
                      <a:pt x="2016" y="130"/>
                      <a:pt x="2016" y="130"/>
                      <a:pt x="2016" y="130"/>
                    </a:cubicBezTo>
                    <a:cubicBezTo>
                      <a:pt x="2014" y="133"/>
                      <a:pt x="2014" y="133"/>
                      <a:pt x="2014" y="133"/>
                    </a:cubicBezTo>
                    <a:cubicBezTo>
                      <a:pt x="2014" y="133"/>
                      <a:pt x="2014" y="133"/>
                      <a:pt x="2014" y="133"/>
                    </a:cubicBezTo>
                    <a:cubicBezTo>
                      <a:pt x="2013" y="135"/>
                      <a:pt x="2013" y="135"/>
                      <a:pt x="2013" y="135"/>
                    </a:cubicBezTo>
                    <a:cubicBezTo>
                      <a:pt x="2013" y="135"/>
                      <a:pt x="2013" y="135"/>
                      <a:pt x="2013" y="135"/>
                    </a:cubicBezTo>
                    <a:cubicBezTo>
                      <a:pt x="2011" y="138"/>
                      <a:pt x="2011" y="138"/>
                      <a:pt x="2011" y="138"/>
                    </a:cubicBezTo>
                    <a:cubicBezTo>
                      <a:pt x="2011" y="138"/>
                      <a:pt x="2011" y="138"/>
                      <a:pt x="2011" y="138"/>
                    </a:cubicBezTo>
                    <a:cubicBezTo>
                      <a:pt x="2009" y="140"/>
                      <a:pt x="2009" y="140"/>
                      <a:pt x="2009" y="140"/>
                    </a:cubicBezTo>
                    <a:cubicBezTo>
                      <a:pt x="2009" y="140"/>
                      <a:pt x="2009" y="140"/>
                      <a:pt x="2009" y="140"/>
                    </a:cubicBezTo>
                    <a:cubicBezTo>
                      <a:pt x="2005" y="142"/>
                      <a:pt x="2005" y="142"/>
                      <a:pt x="2005" y="142"/>
                    </a:cubicBezTo>
                    <a:cubicBezTo>
                      <a:pt x="2005" y="142"/>
                      <a:pt x="2005" y="142"/>
                      <a:pt x="2005" y="142"/>
                    </a:cubicBezTo>
                    <a:cubicBezTo>
                      <a:pt x="2006" y="144"/>
                      <a:pt x="2006" y="144"/>
                      <a:pt x="2006" y="144"/>
                    </a:cubicBezTo>
                    <a:cubicBezTo>
                      <a:pt x="2003" y="142"/>
                      <a:pt x="2003" y="142"/>
                      <a:pt x="2003" y="142"/>
                    </a:cubicBezTo>
                    <a:cubicBezTo>
                      <a:pt x="1971" y="194"/>
                      <a:pt x="1971" y="194"/>
                      <a:pt x="1971" y="194"/>
                    </a:cubicBezTo>
                    <a:cubicBezTo>
                      <a:pt x="1967" y="195"/>
                      <a:pt x="1967" y="195"/>
                      <a:pt x="1967" y="195"/>
                    </a:cubicBezTo>
                    <a:cubicBezTo>
                      <a:pt x="1950" y="219"/>
                      <a:pt x="1950" y="219"/>
                      <a:pt x="1950" y="219"/>
                    </a:cubicBezTo>
                    <a:cubicBezTo>
                      <a:pt x="1948" y="221"/>
                      <a:pt x="1948" y="221"/>
                      <a:pt x="1948" y="221"/>
                    </a:cubicBezTo>
                    <a:cubicBezTo>
                      <a:pt x="1952" y="225"/>
                      <a:pt x="1952" y="225"/>
                      <a:pt x="1952" y="225"/>
                    </a:cubicBezTo>
                    <a:cubicBezTo>
                      <a:pt x="1952" y="225"/>
                      <a:pt x="1952" y="225"/>
                      <a:pt x="1952" y="225"/>
                    </a:cubicBezTo>
                    <a:cubicBezTo>
                      <a:pt x="1953" y="225"/>
                      <a:pt x="1953" y="225"/>
                      <a:pt x="1953" y="225"/>
                    </a:cubicBezTo>
                    <a:cubicBezTo>
                      <a:pt x="1953" y="225"/>
                      <a:pt x="1953" y="225"/>
                      <a:pt x="1953" y="225"/>
                    </a:cubicBezTo>
                    <a:cubicBezTo>
                      <a:pt x="1956" y="224"/>
                      <a:pt x="1956" y="224"/>
                      <a:pt x="1956" y="224"/>
                    </a:cubicBezTo>
                    <a:cubicBezTo>
                      <a:pt x="1956" y="224"/>
                      <a:pt x="1956" y="224"/>
                      <a:pt x="1956" y="224"/>
                    </a:cubicBezTo>
                    <a:cubicBezTo>
                      <a:pt x="1957" y="223"/>
                      <a:pt x="1957" y="223"/>
                      <a:pt x="1957" y="223"/>
                    </a:cubicBezTo>
                    <a:cubicBezTo>
                      <a:pt x="1957" y="223"/>
                      <a:pt x="1957" y="223"/>
                      <a:pt x="1957" y="223"/>
                    </a:cubicBezTo>
                    <a:cubicBezTo>
                      <a:pt x="1960" y="222"/>
                      <a:pt x="1960" y="222"/>
                      <a:pt x="1960" y="222"/>
                    </a:cubicBezTo>
                    <a:cubicBezTo>
                      <a:pt x="1960" y="222"/>
                      <a:pt x="1960" y="222"/>
                      <a:pt x="1960" y="222"/>
                    </a:cubicBezTo>
                    <a:cubicBezTo>
                      <a:pt x="1962" y="222"/>
                      <a:pt x="1962" y="222"/>
                      <a:pt x="1962" y="222"/>
                    </a:cubicBezTo>
                    <a:cubicBezTo>
                      <a:pt x="1962" y="222"/>
                      <a:pt x="1962" y="222"/>
                      <a:pt x="1962" y="222"/>
                    </a:cubicBezTo>
                    <a:cubicBezTo>
                      <a:pt x="1965" y="221"/>
                      <a:pt x="1965" y="221"/>
                      <a:pt x="1965" y="221"/>
                    </a:cubicBezTo>
                    <a:cubicBezTo>
                      <a:pt x="1965" y="221"/>
                      <a:pt x="1965" y="221"/>
                      <a:pt x="1965" y="221"/>
                    </a:cubicBezTo>
                    <a:cubicBezTo>
                      <a:pt x="1968" y="221"/>
                      <a:pt x="1968" y="221"/>
                      <a:pt x="1968" y="221"/>
                    </a:cubicBezTo>
                    <a:cubicBezTo>
                      <a:pt x="1968" y="221"/>
                      <a:pt x="1968" y="221"/>
                      <a:pt x="1968" y="221"/>
                    </a:cubicBezTo>
                    <a:cubicBezTo>
                      <a:pt x="1971" y="220"/>
                      <a:pt x="1971" y="220"/>
                      <a:pt x="1971" y="220"/>
                    </a:cubicBezTo>
                    <a:cubicBezTo>
                      <a:pt x="1971" y="220"/>
                      <a:pt x="1971" y="220"/>
                      <a:pt x="1971" y="220"/>
                    </a:cubicBezTo>
                    <a:cubicBezTo>
                      <a:pt x="1972" y="224"/>
                      <a:pt x="1972" y="224"/>
                      <a:pt x="1972" y="224"/>
                    </a:cubicBezTo>
                    <a:cubicBezTo>
                      <a:pt x="1972" y="224"/>
                      <a:pt x="1972" y="224"/>
                      <a:pt x="1972" y="224"/>
                    </a:cubicBezTo>
                    <a:cubicBezTo>
                      <a:pt x="1973" y="227"/>
                      <a:pt x="1973" y="227"/>
                      <a:pt x="1973" y="227"/>
                    </a:cubicBezTo>
                    <a:cubicBezTo>
                      <a:pt x="1973" y="227"/>
                      <a:pt x="1973" y="227"/>
                      <a:pt x="1973" y="227"/>
                    </a:cubicBezTo>
                    <a:cubicBezTo>
                      <a:pt x="1974" y="229"/>
                      <a:pt x="1974" y="229"/>
                      <a:pt x="1974" y="229"/>
                    </a:cubicBezTo>
                    <a:cubicBezTo>
                      <a:pt x="1974" y="229"/>
                      <a:pt x="1974" y="229"/>
                      <a:pt x="1974" y="229"/>
                    </a:cubicBezTo>
                    <a:cubicBezTo>
                      <a:pt x="1976" y="232"/>
                      <a:pt x="1976" y="232"/>
                      <a:pt x="1976" y="232"/>
                    </a:cubicBezTo>
                    <a:cubicBezTo>
                      <a:pt x="1976" y="232"/>
                      <a:pt x="1976" y="232"/>
                      <a:pt x="1976" y="232"/>
                    </a:cubicBezTo>
                    <a:cubicBezTo>
                      <a:pt x="1976" y="236"/>
                      <a:pt x="1976" y="236"/>
                      <a:pt x="1976" y="236"/>
                    </a:cubicBezTo>
                    <a:cubicBezTo>
                      <a:pt x="1976" y="236"/>
                      <a:pt x="1976" y="236"/>
                      <a:pt x="1976" y="236"/>
                    </a:cubicBezTo>
                    <a:cubicBezTo>
                      <a:pt x="1977" y="240"/>
                      <a:pt x="1977" y="240"/>
                      <a:pt x="1977" y="240"/>
                    </a:cubicBezTo>
                    <a:cubicBezTo>
                      <a:pt x="1977" y="240"/>
                      <a:pt x="1977" y="240"/>
                      <a:pt x="1977" y="240"/>
                    </a:cubicBezTo>
                    <a:cubicBezTo>
                      <a:pt x="1977" y="243"/>
                      <a:pt x="1977" y="243"/>
                      <a:pt x="1977" y="243"/>
                    </a:cubicBezTo>
                    <a:cubicBezTo>
                      <a:pt x="1977" y="243"/>
                      <a:pt x="1977" y="243"/>
                      <a:pt x="1977" y="243"/>
                    </a:cubicBezTo>
                    <a:cubicBezTo>
                      <a:pt x="1977" y="245"/>
                      <a:pt x="1977" y="245"/>
                      <a:pt x="1977" y="245"/>
                    </a:cubicBezTo>
                    <a:cubicBezTo>
                      <a:pt x="1977" y="245"/>
                      <a:pt x="1977" y="245"/>
                      <a:pt x="1977" y="245"/>
                    </a:cubicBezTo>
                    <a:cubicBezTo>
                      <a:pt x="1947" y="267"/>
                      <a:pt x="1947" y="267"/>
                      <a:pt x="1947" y="267"/>
                    </a:cubicBezTo>
                    <a:cubicBezTo>
                      <a:pt x="1947" y="267"/>
                      <a:pt x="1947" y="267"/>
                      <a:pt x="1947" y="267"/>
                    </a:cubicBezTo>
                    <a:cubicBezTo>
                      <a:pt x="1892" y="315"/>
                      <a:pt x="1892" y="315"/>
                      <a:pt x="1892" y="315"/>
                    </a:cubicBezTo>
                    <a:cubicBezTo>
                      <a:pt x="1892" y="315"/>
                      <a:pt x="1892" y="315"/>
                      <a:pt x="1892" y="315"/>
                    </a:cubicBezTo>
                    <a:cubicBezTo>
                      <a:pt x="1894" y="319"/>
                      <a:pt x="1894" y="319"/>
                      <a:pt x="1894" y="319"/>
                    </a:cubicBezTo>
                    <a:cubicBezTo>
                      <a:pt x="1894" y="319"/>
                      <a:pt x="1894" y="319"/>
                      <a:pt x="1894" y="319"/>
                    </a:cubicBezTo>
                    <a:cubicBezTo>
                      <a:pt x="1923" y="307"/>
                      <a:pt x="1923" y="307"/>
                      <a:pt x="1923" y="307"/>
                    </a:cubicBezTo>
                    <a:cubicBezTo>
                      <a:pt x="1923" y="307"/>
                      <a:pt x="1923" y="307"/>
                      <a:pt x="1923" y="307"/>
                    </a:cubicBezTo>
                    <a:cubicBezTo>
                      <a:pt x="1925" y="306"/>
                      <a:pt x="1925" y="306"/>
                      <a:pt x="1925" y="306"/>
                    </a:cubicBezTo>
                    <a:cubicBezTo>
                      <a:pt x="1925" y="306"/>
                      <a:pt x="1925" y="306"/>
                      <a:pt x="1925" y="306"/>
                    </a:cubicBezTo>
                    <a:cubicBezTo>
                      <a:pt x="1928" y="305"/>
                      <a:pt x="1928" y="305"/>
                      <a:pt x="1928" y="305"/>
                    </a:cubicBezTo>
                    <a:cubicBezTo>
                      <a:pt x="1928" y="305"/>
                      <a:pt x="1928" y="305"/>
                      <a:pt x="1928" y="305"/>
                    </a:cubicBezTo>
                    <a:cubicBezTo>
                      <a:pt x="1931" y="304"/>
                      <a:pt x="1931" y="304"/>
                      <a:pt x="1931" y="304"/>
                    </a:cubicBezTo>
                    <a:cubicBezTo>
                      <a:pt x="1931" y="304"/>
                      <a:pt x="1931" y="304"/>
                      <a:pt x="1931" y="304"/>
                    </a:cubicBezTo>
                    <a:cubicBezTo>
                      <a:pt x="1934" y="303"/>
                      <a:pt x="1934" y="303"/>
                      <a:pt x="1934" y="303"/>
                    </a:cubicBezTo>
                    <a:cubicBezTo>
                      <a:pt x="1934" y="303"/>
                      <a:pt x="1934" y="303"/>
                      <a:pt x="1934" y="303"/>
                    </a:cubicBezTo>
                    <a:cubicBezTo>
                      <a:pt x="1937" y="304"/>
                      <a:pt x="1937" y="304"/>
                      <a:pt x="1937" y="304"/>
                    </a:cubicBezTo>
                    <a:cubicBezTo>
                      <a:pt x="1937" y="304"/>
                      <a:pt x="1937" y="304"/>
                      <a:pt x="1937" y="304"/>
                    </a:cubicBezTo>
                    <a:cubicBezTo>
                      <a:pt x="1940" y="304"/>
                      <a:pt x="1940" y="304"/>
                      <a:pt x="1940" y="304"/>
                    </a:cubicBezTo>
                    <a:cubicBezTo>
                      <a:pt x="1940" y="304"/>
                      <a:pt x="1940" y="304"/>
                      <a:pt x="1940" y="304"/>
                    </a:cubicBezTo>
                    <a:cubicBezTo>
                      <a:pt x="1944" y="305"/>
                      <a:pt x="1944" y="305"/>
                      <a:pt x="1944" y="305"/>
                    </a:cubicBezTo>
                    <a:cubicBezTo>
                      <a:pt x="1944" y="305"/>
                      <a:pt x="1944" y="305"/>
                      <a:pt x="1944" y="305"/>
                    </a:cubicBezTo>
                    <a:cubicBezTo>
                      <a:pt x="1949" y="305"/>
                      <a:pt x="1949" y="305"/>
                      <a:pt x="1949" y="305"/>
                    </a:cubicBezTo>
                    <a:cubicBezTo>
                      <a:pt x="1949" y="305"/>
                      <a:pt x="1949" y="305"/>
                      <a:pt x="1949" y="305"/>
                    </a:cubicBezTo>
                    <a:cubicBezTo>
                      <a:pt x="1950" y="306"/>
                      <a:pt x="1950" y="306"/>
                      <a:pt x="1950" y="306"/>
                    </a:cubicBezTo>
                    <a:cubicBezTo>
                      <a:pt x="1950" y="306"/>
                      <a:pt x="1950" y="306"/>
                      <a:pt x="1950" y="306"/>
                    </a:cubicBezTo>
                    <a:cubicBezTo>
                      <a:pt x="1951" y="307"/>
                      <a:pt x="1951" y="307"/>
                      <a:pt x="1951" y="307"/>
                    </a:cubicBezTo>
                    <a:cubicBezTo>
                      <a:pt x="1951" y="307"/>
                      <a:pt x="1951" y="307"/>
                      <a:pt x="1951" y="307"/>
                    </a:cubicBezTo>
                    <a:cubicBezTo>
                      <a:pt x="1952" y="308"/>
                      <a:pt x="1952" y="308"/>
                      <a:pt x="1952" y="308"/>
                    </a:cubicBezTo>
                    <a:cubicBezTo>
                      <a:pt x="1952" y="308"/>
                      <a:pt x="1952" y="308"/>
                      <a:pt x="1952" y="308"/>
                    </a:cubicBezTo>
                    <a:cubicBezTo>
                      <a:pt x="1953" y="308"/>
                      <a:pt x="1953" y="308"/>
                      <a:pt x="1953" y="308"/>
                    </a:cubicBezTo>
                    <a:cubicBezTo>
                      <a:pt x="1953" y="308"/>
                      <a:pt x="1953" y="308"/>
                      <a:pt x="1953" y="308"/>
                    </a:cubicBezTo>
                    <a:cubicBezTo>
                      <a:pt x="1954" y="309"/>
                      <a:pt x="1954" y="309"/>
                      <a:pt x="1954" y="309"/>
                    </a:cubicBezTo>
                    <a:cubicBezTo>
                      <a:pt x="1954" y="309"/>
                      <a:pt x="1954" y="309"/>
                      <a:pt x="1954" y="309"/>
                    </a:cubicBezTo>
                    <a:cubicBezTo>
                      <a:pt x="1955" y="310"/>
                      <a:pt x="1955" y="310"/>
                      <a:pt x="1955" y="310"/>
                    </a:cubicBezTo>
                    <a:cubicBezTo>
                      <a:pt x="1955" y="310"/>
                      <a:pt x="1955" y="310"/>
                      <a:pt x="1955" y="310"/>
                    </a:cubicBezTo>
                    <a:cubicBezTo>
                      <a:pt x="1956" y="310"/>
                      <a:pt x="1956" y="310"/>
                      <a:pt x="1956" y="310"/>
                    </a:cubicBezTo>
                    <a:cubicBezTo>
                      <a:pt x="1956" y="310"/>
                      <a:pt x="1956" y="310"/>
                      <a:pt x="1956" y="310"/>
                    </a:cubicBezTo>
                    <a:cubicBezTo>
                      <a:pt x="1959" y="310"/>
                      <a:pt x="1959" y="310"/>
                      <a:pt x="1959" y="310"/>
                    </a:cubicBezTo>
                    <a:cubicBezTo>
                      <a:pt x="1959" y="310"/>
                      <a:pt x="1959" y="310"/>
                      <a:pt x="1959" y="310"/>
                    </a:cubicBezTo>
                    <a:cubicBezTo>
                      <a:pt x="1959" y="313"/>
                      <a:pt x="1959" y="313"/>
                      <a:pt x="1959" y="313"/>
                    </a:cubicBezTo>
                    <a:cubicBezTo>
                      <a:pt x="1959" y="313"/>
                      <a:pt x="1959" y="313"/>
                      <a:pt x="1959" y="313"/>
                    </a:cubicBezTo>
                    <a:cubicBezTo>
                      <a:pt x="1960" y="316"/>
                      <a:pt x="1960" y="316"/>
                      <a:pt x="1960" y="316"/>
                    </a:cubicBezTo>
                    <a:cubicBezTo>
                      <a:pt x="1960" y="316"/>
                      <a:pt x="1960" y="316"/>
                      <a:pt x="1960" y="316"/>
                    </a:cubicBezTo>
                    <a:cubicBezTo>
                      <a:pt x="1960" y="319"/>
                      <a:pt x="1960" y="319"/>
                      <a:pt x="1960" y="319"/>
                    </a:cubicBezTo>
                    <a:cubicBezTo>
                      <a:pt x="1960" y="319"/>
                      <a:pt x="1960" y="319"/>
                      <a:pt x="1960" y="319"/>
                    </a:cubicBezTo>
                    <a:cubicBezTo>
                      <a:pt x="1960" y="322"/>
                      <a:pt x="1960" y="322"/>
                      <a:pt x="1960" y="322"/>
                    </a:cubicBezTo>
                    <a:cubicBezTo>
                      <a:pt x="1960" y="322"/>
                      <a:pt x="1960" y="322"/>
                      <a:pt x="1960" y="322"/>
                    </a:cubicBezTo>
                    <a:cubicBezTo>
                      <a:pt x="1958" y="324"/>
                      <a:pt x="1958" y="324"/>
                      <a:pt x="1958" y="324"/>
                    </a:cubicBezTo>
                    <a:cubicBezTo>
                      <a:pt x="1958" y="324"/>
                      <a:pt x="1958" y="324"/>
                      <a:pt x="1958" y="324"/>
                    </a:cubicBezTo>
                    <a:cubicBezTo>
                      <a:pt x="1957" y="326"/>
                      <a:pt x="1957" y="326"/>
                      <a:pt x="1957" y="326"/>
                    </a:cubicBezTo>
                    <a:cubicBezTo>
                      <a:pt x="1957" y="326"/>
                      <a:pt x="1957" y="326"/>
                      <a:pt x="1957" y="326"/>
                    </a:cubicBezTo>
                    <a:cubicBezTo>
                      <a:pt x="1955" y="329"/>
                      <a:pt x="1955" y="329"/>
                      <a:pt x="1955" y="329"/>
                    </a:cubicBezTo>
                    <a:cubicBezTo>
                      <a:pt x="1955" y="329"/>
                      <a:pt x="1955" y="329"/>
                      <a:pt x="1955" y="329"/>
                    </a:cubicBezTo>
                    <a:cubicBezTo>
                      <a:pt x="1954" y="331"/>
                      <a:pt x="1954" y="331"/>
                      <a:pt x="1954" y="331"/>
                    </a:cubicBezTo>
                    <a:cubicBezTo>
                      <a:pt x="1954" y="331"/>
                      <a:pt x="1954" y="331"/>
                      <a:pt x="1954" y="331"/>
                    </a:cubicBezTo>
                    <a:cubicBezTo>
                      <a:pt x="1948" y="335"/>
                      <a:pt x="1948" y="335"/>
                      <a:pt x="1948" y="335"/>
                    </a:cubicBezTo>
                    <a:cubicBezTo>
                      <a:pt x="1948" y="335"/>
                      <a:pt x="1948" y="335"/>
                      <a:pt x="1948" y="335"/>
                    </a:cubicBezTo>
                    <a:cubicBezTo>
                      <a:pt x="1944" y="338"/>
                      <a:pt x="1944" y="338"/>
                      <a:pt x="1944" y="338"/>
                    </a:cubicBezTo>
                    <a:cubicBezTo>
                      <a:pt x="1944" y="338"/>
                      <a:pt x="1944" y="338"/>
                      <a:pt x="1944" y="338"/>
                    </a:cubicBezTo>
                    <a:cubicBezTo>
                      <a:pt x="1940" y="341"/>
                      <a:pt x="1940" y="341"/>
                      <a:pt x="1940" y="341"/>
                    </a:cubicBezTo>
                    <a:cubicBezTo>
                      <a:pt x="1940" y="341"/>
                      <a:pt x="1940" y="341"/>
                      <a:pt x="1940" y="341"/>
                    </a:cubicBezTo>
                    <a:cubicBezTo>
                      <a:pt x="1937" y="345"/>
                      <a:pt x="1937" y="345"/>
                      <a:pt x="1937" y="345"/>
                    </a:cubicBezTo>
                    <a:cubicBezTo>
                      <a:pt x="1937" y="345"/>
                      <a:pt x="1937" y="345"/>
                      <a:pt x="1937" y="345"/>
                    </a:cubicBezTo>
                    <a:cubicBezTo>
                      <a:pt x="1933" y="350"/>
                      <a:pt x="1933" y="350"/>
                      <a:pt x="1933" y="350"/>
                    </a:cubicBezTo>
                    <a:cubicBezTo>
                      <a:pt x="1933" y="350"/>
                      <a:pt x="1933" y="350"/>
                      <a:pt x="1933" y="350"/>
                    </a:cubicBezTo>
                    <a:cubicBezTo>
                      <a:pt x="1930" y="353"/>
                      <a:pt x="1930" y="353"/>
                      <a:pt x="1930" y="353"/>
                    </a:cubicBezTo>
                    <a:cubicBezTo>
                      <a:pt x="1930" y="353"/>
                      <a:pt x="1930" y="353"/>
                      <a:pt x="1930" y="353"/>
                    </a:cubicBezTo>
                    <a:cubicBezTo>
                      <a:pt x="1925" y="356"/>
                      <a:pt x="1925" y="356"/>
                      <a:pt x="1925" y="356"/>
                    </a:cubicBezTo>
                    <a:cubicBezTo>
                      <a:pt x="1925" y="356"/>
                      <a:pt x="1925" y="356"/>
                      <a:pt x="1925" y="356"/>
                    </a:cubicBezTo>
                    <a:cubicBezTo>
                      <a:pt x="1919" y="356"/>
                      <a:pt x="1919" y="356"/>
                      <a:pt x="1919" y="356"/>
                    </a:cubicBezTo>
                    <a:cubicBezTo>
                      <a:pt x="1919" y="356"/>
                      <a:pt x="1919" y="356"/>
                      <a:pt x="1919" y="356"/>
                    </a:cubicBezTo>
                    <a:cubicBezTo>
                      <a:pt x="1917" y="353"/>
                      <a:pt x="1917" y="353"/>
                      <a:pt x="1917" y="353"/>
                    </a:cubicBezTo>
                    <a:cubicBezTo>
                      <a:pt x="1917" y="353"/>
                      <a:pt x="1917" y="353"/>
                      <a:pt x="1917" y="353"/>
                    </a:cubicBezTo>
                    <a:cubicBezTo>
                      <a:pt x="1918" y="348"/>
                      <a:pt x="1918" y="348"/>
                      <a:pt x="1918" y="348"/>
                    </a:cubicBezTo>
                    <a:cubicBezTo>
                      <a:pt x="1918" y="348"/>
                      <a:pt x="1918" y="348"/>
                      <a:pt x="1918" y="348"/>
                    </a:cubicBezTo>
                    <a:cubicBezTo>
                      <a:pt x="1921" y="344"/>
                      <a:pt x="1921" y="344"/>
                      <a:pt x="1921" y="344"/>
                    </a:cubicBezTo>
                    <a:cubicBezTo>
                      <a:pt x="1921" y="344"/>
                      <a:pt x="1921" y="344"/>
                      <a:pt x="1921" y="344"/>
                    </a:cubicBezTo>
                    <a:cubicBezTo>
                      <a:pt x="1925" y="340"/>
                      <a:pt x="1925" y="340"/>
                      <a:pt x="1925" y="340"/>
                    </a:cubicBezTo>
                    <a:cubicBezTo>
                      <a:pt x="1925" y="340"/>
                      <a:pt x="1925" y="340"/>
                      <a:pt x="1925" y="340"/>
                    </a:cubicBezTo>
                    <a:cubicBezTo>
                      <a:pt x="1927" y="338"/>
                      <a:pt x="1927" y="338"/>
                      <a:pt x="1927" y="338"/>
                    </a:cubicBezTo>
                    <a:cubicBezTo>
                      <a:pt x="1927" y="338"/>
                      <a:pt x="1927" y="338"/>
                      <a:pt x="1927" y="338"/>
                    </a:cubicBezTo>
                    <a:cubicBezTo>
                      <a:pt x="1930" y="334"/>
                      <a:pt x="1930" y="334"/>
                      <a:pt x="1930" y="334"/>
                    </a:cubicBezTo>
                    <a:cubicBezTo>
                      <a:pt x="1930" y="334"/>
                      <a:pt x="1930" y="334"/>
                      <a:pt x="1930" y="334"/>
                    </a:cubicBezTo>
                    <a:cubicBezTo>
                      <a:pt x="1932" y="330"/>
                      <a:pt x="1932" y="330"/>
                      <a:pt x="1932" y="330"/>
                    </a:cubicBezTo>
                    <a:cubicBezTo>
                      <a:pt x="1932" y="330"/>
                      <a:pt x="1932" y="330"/>
                      <a:pt x="1932" y="330"/>
                    </a:cubicBezTo>
                    <a:cubicBezTo>
                      <a:pt x="1933" y="324"/>
                      <a:pt x="1933" y="324"/>
                      <a:pt x="1933" y="324"/>
                    </a:cubicBezTo>
                    <a:cubicBezTo>
                      <a:pt x="1933" y="324"/>
                      <a:pt x="1933" y="324"/>
                      <a:pt x="1933" y="324"/>
                    </a:cubicBezTo>
                    <a:cubicBezTo>
                      <a:pt x="1931" y="324"/>
                      <a:pt x="1931" y="324"/>
                      <a:pt x="1931" y="324"/>
                    </a:cubicBezTo>
                    <a:cubicBezTo>
                      <a:pt x="1931" y="324"/>
                      <a:pt x="1931" y="324"/>
                      <a:pt x="1931" y="324"/>
                    </a:cubicBezTo>
                    <a:cubicBezTo>
                      <a:pt x="1929" y="324"/>
                      <a:pt x="1929" y="324"/>
                      <a:pt x="1929" y="324"/>
                    </a:cubicBezTo>
                    <a:cubicBezTo>
                      <a:pt x="1929" y="324"/>
                      <a:pt x="1929" y="324"/>
                      <a:pt x="1929" y="324"/>
                    </a:cubicBezTo>
                    <a:cubicBezTo>
                      <a:pt x="1927" y="324"/>
                      <a:pt x="1927" y="324"/>
                      <a:pt x="1927" y="324"/>
                    </a:cubicBezTo>
                    <a:cubicBezTo>
                      <a:pt x="1927" y="324"/>
                      <a:pt x="1927" y="324"/>
                      <a:pt x="1927" y="324"/>
                    </a:cubicBezTo>
                    <a:cubicBezTo>
                      <a:pt x="1926" y="323"/>
                      <a:pt x="1926" y="323"/>
                      <a:pt x="1926" y="323"/>
                    </a:cubicBezTo>
                    <a:cubicBezTo>
                      <a:pt x="1926" y="323"/>
                      <a:pt x="1926" y="323"/>
                      <a:pt x="1926" y="323"/>
                    </a:cubicBezTo>
                    <a:cubicBezTo>
                      <a:pt x="1924" y="324"/>
                      <a:pt x="1924" y="324"/>
                      <a:pt x="1924" y="324"/>
                    </a:cubicBezTo>
                    <a:cubicBezTo>
                      <a:pt x="1924" y="324"/>
                      <a:pt x="1924" y="324"/>
                      <a:pt x="1924" y="324"/>
                    </a:cubicBezTo>
                    <a:cubicBezTo>
                      <a:pt x="1921" y="324"/>
                      <a:pt x="1921" y="324"/>
                      <a:pt x="1921" y="324"/>
                    </a:cubicBezTo>
                    <a:cubicBezTo>
                      <a:pt x="1921" y="324"/>
                      <a:pt x="1921" y="324"/>
                      <a:pt x="1921" y="324"/>
                    </a:cubicBezTo>
                    <a:cubicBezTo>
                      <a:pt x="1919" y="324"/>
                      <a:pt x="1919" y="324"/>
                      <a:pt x="1919" y="324"/>
                    </a:cubicBezTo>
                    <a:cubicBezTo>
                      <a:pt x="1919" y="324"/>
                      <a:pt x="1919" y="324"/>
                      <a:pt x="1919" y="324"/>
                    </a:cubicBezTo>
                    <a:cubicBezTo>
                      <a:pt x="1918" y="324"/>
                      <a:pt x="1918" y="324"/>
                      <a:pt x="1918" y="324"/>
                    </a:cubicBezTo>
                    <a:cubicBezTo>
                      <a:pt x="1918" y="324"/>
                      <a:pt x="1918" y="324"/>
                      <a:pt x="1918" y="324"/>
                    </a:cubicBezTo>
                    <a:cubicBezTo>
                      <a:pt x="1900" y="344"/>
                      <a:pt x="1900" y="344"/>
                      <a:pt x="1900" y="344"/>
                    </a:cubicBezTo>
                    <a:cubicBezTo>
                      <a:pt x="1900" y="344"/>
                      <a:pt x="1900" y="344"/>
                      <a:pt x="1900" y="344"/>
                    </a:cubicBezTo>
                    <a:cubicBezTo>
                      <a:pt x="1901" y="361"/>
                      <a:pt x="1901" y="361"/>
                      <a:pt x="1901" y="361"/>
                    </a:cubicBezTo>
                    <a:cubicBezTo>
                      <a:pt x="1901" y="361"/>
                      <a:pt x="1901" y="361"/>
                      <a:pt x="1901" y="361"/>
                    </a:cubicBezTo>
                    <a:cubicBezTo>
                      <a:pt x="1905" y="377"/>
                      <a:pt x="1905" y="377"/>
                      <a:pt x="1905" y="377"/>
                    </a:cubicBezTo>
                    <a:cubicBezTo>
                      <a:pt x="1905" y="377"/>
                      <a:pt x="1905" y="377"/>
                      <a:pt x="1905" y="377"/>
                    </a:cubicBezTo>
                    <a:cubicBezTo>
                      <a:pt x="1905" y="394"/>
                      <a:pt x="1905" y="394"/>
                      <a:pt x="1905" y="394"/>
                    </a:cubicBezTo>
                    <a:cubicBezTo>
                      <a:pt x="1905" y="394"/>
                      <a:pt x="1905" y="394"/>
                      <a:pt x="1905" y="394"/>
                    </a:cubicBezTo>
                    <a:cubicBezTo>
                      <a:pt x="1906" y="410"/>
                      <a:pt x="1906" y="410"/>
                      <a:pt x="1906" y="410"/>
                    </a:cubicBezTo>
                    <a:cubicBezTo>
                      <a:pt x="1906" y="410"/>
                      <a:pt x="1906" y="410"/>
                      <a:pt x="1906" y="410"/>
                    </a:cubicBezTo>
                    <a:cubicBezTo>
                      <a:pt x="1904" y="426"/>
                      <a:pt x="1904" y="426"/>
                      <a:pt x="1904" y="426"/>
                    </a:cubicBezTo>
                    <a:cubicBezTo>
                      <a:pt x="1904" y="426"/>
                      <a:pt x="1904" y="426"/>
                      <a:pt x="1904" y="426"/>
                    </a:cubicBezTo>
                    <a:cubicBezTo>
                      <a:pt x="1902" y="442"/>
                      <a:pt x="1902" y="442"/>
                      <a:pt x="1902" y="442"/>
                    </a:cubicBezTo>
                    <a:cubicBezTo>
                      <a:pt x="1902" y="442"/>
                      <a:pt x="1902" y="442"/>
                      <a:pt x="1902" y="442"/>
                    </a:cubicBezTo>
                    <a:cubicBezTo>
                      <a:pt x="1900" y="459"/>
                      <a:pt x="1900" y="459"/>
                      <a:pt x="1900" y="459"/>
                    </a:cubicBezTo>
                    <a:cubicBezTo>
                      <a:pt x="1900" y="459"/>
                      <a:pt x="1900" y="459"/>
                      <a:pt x="1900" y="459"/>
                    </a:cubicBezTo>
                    <a:cubicBezTo>
                      <a:pt x="1900" y="475"/>
                      <a:pt x="1900" y="475"/>
                      <a:pt x="1900" y="475"/>
                    </a:cubicBezTo>
                    <a:cubicBezTo>
                      <a:pt x="1900" y="475"/>
                      <a:pt x="1900" y="475"/>
                      <a:pt x="1900" y="475"/>
                    </a:cubicBezTo>
                    <a:cubicBezTo>
                      <a:pt x="1898" y="476"/>
                      <a:pt x="1898" y="476"/>
                      <a:pt x="1898" y="476"/>
                    </a:cubicBezTo>
                    <a:cubicBezTo>
                      <a:pt x="1898" y="476"/>
                      <a:pt x="1898" y="476"/>
                      <a:pt x="1898" y="476"/>
                    </a:cubicBezTo>
                    <a:cubicBezTo>
                      <a:pt x="1897" y="477"/>
                      <a:pt x="1897" y="477"/>
                      <a:pt x="1897" y="477"/>
                    </a:cubicBezTo>
                    <a:cubicBezTo>
                      <a:pt x="1897" y="477"/>
                      <a:pt x="1897" y="477"/>
                      <a:pt x="1897" y="477"/>
                    </a:cubicBezTo>
                    <a:cubicBezTo>
                      <a:pt x="1896" y="477"/>
                      <a:pt x="1896" y="477"/>
                      <a:pt x="1896" y="477"/>
                    </a:cubicBezTo>
                    <a:cubicBezTo>
                      <a:pt x="1896" y="477"/>
                      <a:pt x="1896" y="477"/>
                      <a:pt x="1896" y="477"/>
                    </a:cubicBezTo>
                    <a:cubicBezTo>
                      <a:pt x="1895" y="477"/>
                      <a:pt x="1895" y="477"/>
                      <a:pt x="1895" y="477"/>
                    </a:cubicBezTo>
                    <a:cubicBezTo>
                      <a:pt x="1895" y="477"/>
                      <a:pt x="1895" y="477"/>
                      <a:pt x="1895" y="477"/>
                    </a:cubicBezTo>
                    <a:cubicBezTo>
                      <a:pt x="1893" y="478"/>
                      <a:pt x="1893" y="478"/>
                      <a:pt x="1893" y="478"/>
                    </a:cubicBezTo>
                    <a:cubicBezTo>
                      <a:pt x="1893" y="478"/>
                      <a:pt x="1893" y="478"/>
                      <a:pt x="1893" y="478"/>
                    </a:cubicBezTo>
                    <a:cubicBezTo>
                      <a:pt x="1892" y="478"/>
                      <a:pt x="1892" y="478"/>
                      <a:pt x="1892" y="478"/>
                    </a:cubicBezTo>
                    <a:cubicBezTo>
                      <a:pt x="1892" y="478"/>
                      <a:pt x="1892" y="478"/>
                      <a:pt x="1892" y="478"/>
                    </a:cubicBezTo>
                    <a:cubicBezTo>
                      <a:pt x="1890" y="478"/>
                      <a:pt x="1890" y="478"/>
                      <a:pt x="1890" y="478"/>
                    </a:cubicBezTo>
                    <a:cubicBezTo>
                      <a:pt x="1890" y="478"/>
                      <a:pt x="1890" y="478"/>
                      <a:pt x="1890" y="478"/>
                    </a:cubicBezTo>
                    <a:cubicBezTo>
                      <a:pt x="1889" y="478"/>
                      <a:pt x="1889" y="478"/>
                      <a:pt x="1889" y="478"/>
                    </a:cubicBezTo>
                    <a:lnTo>
                      <a:pt x="1888" y="478"/>
                    </a:lnTo>
                    <a:close/>
                    <a:moveTo>
                      <a:pt x="19" y="460"/>
                    </a:moveTo>
                    <a:cubicBezTo>
                      <a:pt x="16" y="460"/>
                      <a:pt x="16" y="460"/>
                      <a:pt x="16" y="460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5" y="459"/>
                      <a:pt x="15" y="459"/>
                      <a:pt x="15" y="459"/>
                    </a:cubicBezTo>
                    <a:cubicBezTo>
                      <a:pt x="15" y="459"/>
                      <a:pt x="15" y="459"/>
                      <a:pt x="15" y="459"/>
                    </a:cubicBezTo>
                    <a:cubicBezTo>
                      <a:pt x="13" y="459"/>
                      <a:pt x="13" y="459"/>
                      <a:pt x="13" y="459"/>
                    </a:cubicBezTo>
                    <a:cubicBezTo>
                      <a:pt x="13" y="459"/>
                      <a:pt x="13" y="459"/>
                      <a:pt x="13" y="459"/>
                    </a:cubicBezTo>
                    <a:cubicBezTo>
                      <a:pt x="12" y="458"/>
                      <a:pt x="12" y="458"/>
                      <a:pt x="12" y="458"/>
                    </a:cubicBezTo>
                    <a:cubicBezTo>
                      <a:pt x="12" y="458"/>
                      <a:pt x="12" y="458"/>
                      <a:pt x="12" y="458"/>
                    </a:cubicBezTo>
                    <a:cubicBezTo>
                      <a:pt x="10" y="458"/>
                      <a:pt x="10" y="458"/>
                      <a:pt x="10" y="458"/>
                    </a:cubicBezTo>
                    <a:cubicBezTo>
                      <a:pt x="10" y="458"/>
                      <a:pt x="10" y="458"/>
                      <a:pt x="10" y="458"/>
                    </a:cubicBezTo>
                    <a:cubicBezTo>
                      <a:pt x="9" y="458"/>
                      <a:pt x="9" y="458"/>
                      <a:pt x="9" y="458"/>
                    </a:cubicBezTo>
                    <a:cubicBezTo>
                      <a:pt x="9" y="458"/>
                      <a:pt x="9" y="458"/>
                      <a:pt x="9" y="458"/>
                    </a:cubicBezTo>
                    <a:cubicBezTo>
                      <a:pt x="8" y="457"/>
                      <a:pt x="8" y="457"/>
                      <a:pt x="8" y="457"/>
                    </a:cubicBezTo>
                    <a:cubicBezTo>
                      <a:pt x="8" y="457"/>
                      <a:pt x="8" y="457"/>
                      <a:pt x="8" y="457"/>
                    </a:cubicBezTo>
                    <a:cubicBezTo>
                      <a:pt x="7" y="455"/>
                      <a:pt x="7" y="455"/>
                      <a:pt x="7" y="455"/>
                    </a:cubicBezTo>
                    <a:cubicBezTo>
                      <a:pt x="7" y="455"/>
                      <a:pt x="7" y="455"/>
                      <a:pt x="7" y="455"/>
                    </a:cubicBezTo>
                    <a:cubicBezTo>
                      <a:pt x="5" y="453"/>
                      <a:pt x="5" y="453"/>
                      <a:pt x="5" y="453"/>
                    </a:cubicBezTo>
                    <a:cubicBezTo>
                      <a:pt x="5" y="453"/>
                      <a:pt x="5" y="453"/>
                      <a:pt x="5" y="453"/>
                    </a:cubicBezTo>
                    <a:cubicBezTo>
                      <a:pt x="4" y="452"/>
                      <a:pt x="4" y="452"/>
                      <a:pt x="4" y="452"/>
                    </a:cubicBezTo>
                    <a:cubicBezTo>
                      <a:pt x="4" y="452"/>
                      <a:pt x="4" y="452"/>
                      <a:pt x="4" y="452"/>
                    </a:cubicBezTo>
                    <a:cubicBezTo>
                      <a:pt x="2" y="449"/>
                      <a:pt x="2" y="449"/>
                      <a:pt x="2" y="449"/>
                    </a:cubicBezTo>
                    <a:cubicBezTo>
                      <a:pt x="2" y="449"/>
                      <a:pt x="2" y="449"/>
                      <a:pt x="2" y="449"/>
                    </a:cubicBezTo>
                    <a:cubicBezTo>
                      <a:pt x="2" y="446"/>
                      <a:pt x="2" y="446"/>
                      <a:pt x="2" y="446"/>
                    </a:cubicBezTo>
                    <a:cubicBezTo>
                      <a:pt x="2" y="446"/>
                      <a:pt x="2" y="446"/>
                      <a:pt x="2" y="446"/>
                    </a:cubicBezTo>
                    <a:cubicBezTo>
                      <a:pt x="0" y="443"/>
                      <a:pt x="0" y="443"/>
                      <a:pt x="0" y="443"/>
                    </a:cubicBezTo>
                    <a:cubicBezTo>
                      <a:pt x="0" y="443"/>
                      <a:pt x="0" y="443"/>
                      <a:pt x="0" y="443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37"/>
                      <a:pt x="0" y="437"/>
                      <a:pt x="0" y="437"/>
                    </a:cubicBezTo>
                    <a:cubicBezTo>
                      <a:pt x="0" y="437"/>
                      <a:pt x="0" y="437"/>
                      <a:pt x="0" y="437"/>
                    </a:cubicBezTo>
                    <a:cubicBezTo>
                      <a:pt x="2" y="433"/>
                      <a:pt x="2" y="433"/>
                      <a:pt x="2" y="433"/>
                    </a:cubicBezTo>
                    <a:cubicBezTo>
                      <a:pt x="2" y="433"/>
                      <a:pt x="2" y="433"/>
                      <a:pt x="2" y="433"/>
                    </a:cubicBezTo>
                    <a:cubicBezTo>
                      <a:pt x="13" y="416"/>
                      <a:pt x="13" y="416"/>
                      <a:pt x="13" y="416"/>
                    </a:cubicBezTo>
                    <a:cubicBezTo>
                      <a:pt x="13" y="416"/>
                      <a:pt x="13" y="416"/>
                      <a:pt x="13" y="416"/>
                    </a:cubicBezTo>
                    <a:cubicBezTo>
                      <a:pt x="26" y="399"/>
                      <a:pt x="26" y="399"/>
                      <a:pt x="26" y="399"/>
                    </a:cubicBezTo>
                    <a:cubicBezTo>
                      <a:pt x="26" y="399"/>
                      <a:pt x="26" y="399"/>
                      <a:pt x="26" y="399"/>
                    </a:cubicBezTo>
                    <a:cubicBezTo>
                      <a:pt x="37" y="381"/>
                      <a:pt x="37" y="381"/>
                      <a:pt x="37" y="381"/>
                    </a:cubicBezTo>
                    <a:cubicBezTo>
                      <a:pt x="37" y="381"/>
                      <a:pt x="37" y="381"/>
                      <a:pt x="37" y="381"/>
                    </a:cubicBezTo>
                    <a:cubicBezTo>
                      <a:pt x="49" y="363"/>
                      <a:pt x="49" y="363"/>
                      <a:pt x="49" y="363"/>
                    </a:cubicBezTo>
                    <a:cubicBezTo>
                      <a:pt x="49" y="363"/>
                      <a:pt x="49" y="363"/>
                      <a:pt x="49" y="363"/>
                    </a:cubicBezTo>
                    <a:cubicBezTo>
                      <a:pt x="60" y="345"/>
                      <a:pt x="60" y="345"/>
                      <a:pt x="60" y="345"/>
                    </a:cubicBezTo>
                    <a:cubicBezTo>
                      <a:pt x="60" y="345"/>
                      <a:pt x="60" y="345"/>
                      <a:pt x="60" y="345"/>
                    </a:cubicBezTo>
                    <a:cubicBezTo>
                      <a:pt x="71" y="326"/>
                      <a:pt x="71" y="326"/>
                      <a:pt x="71" y="326"/>
                    </a:cubicBezTo>
                    <a:cubicBezTo>
                      <a:pt x="71" y="326"/>
                      <a:pt x="71" y="326"/>
                      <a:pt x="71" y="326"/>
                    </a:cubicBezTo>
                    <a:cubicBezTo>
                      <a:pt x="83" y="308"/>
                      <a:pt x="83" y="308"/>
                      <a:pt x="83" y="308"/>
                    </a:cubicBezTo>
                    <a:cubicBezTo>
                      <a:pt x="83" y="308"/>
                      <a:pt x="83" y="308"/>
                      <a:pt x="83" y="308"/>
                    </a:cubicBezTo>
                    <a:cubicBezTo>
                      <a:pt x="94" y="288"/>
                      <a:pt x="94" y="288"/>
                      <a:pt x="94" y="288"/>
                    </a:cubicBezTo>
                    <a:cubicBezTo>
                      <a:pt x="94" y="288"/>
                      <a:pt x="94" y="288"/>
                      <a:pt x="94" y="288"/>
                    </a:cubicBezTo>
                    <a:cubicBezTo>
                      <a:pt x="95" y="288"/>
                      <a:pt x="95" y="288"/>
                      <a:pt x="96" y="288"/>
                    </a:cubicBezTo>
                    <a:cubicBezTo>
                      <a:pt x="96" y="288"/>
                      <a:pt x="96" y="288"/>
                      <a:pt x="96" y="288"/>
                    </a:cubicBezTo>
                    <a:cubicBezTo>
                      <a:pt x="97" y="288"/>
                      <a:pt x="98" y="287"/>
                      <a:pt x="98" y="287"/>
                    </a:cubicBezTo>
                    <a:cubicBezTo>
                      <a:pt x="98" y="287"/>
                      <a:pt x="98" y="287"/>
                      <a:pt x="98" y="287"/>
                    </a:cubicBezTo>
                    <a:cubicBezTo>
                      <a:pt x="99" y="287"/>
                      <a:pt x="99" y="286"/>
                      <a:pt x="99" y="285"/>
                    </a:cubicBezTo>
                    <a:cubicBezTo>
                      <a:pt x="99" y="285"/>
                      <a:pt x="99" y="285"/>
                      <a:pt x="99" y="285"/>
                    </a:cubicBezTo>
                    <a:cubicBezTo>
                      <a:pt x="101" y="283"/>
                      <a:pt x="103" y="282"/>
                      <a:pt x="105" y="280"/>
                    </a:cubicBezTo>
                    <a:cubicBezTo>
                      <a:pt x="105" y="280"/>
                      <a:pt x="105" y="280"/>
                      <a:pt x="105" y="280"/>
                    </a:cubicBezTo>
                    <a:cubicBezTo>
                      <a:pt x="105" y="279"/>
                      <a:pt x="105" y="279"/>
                      <a:pt x="106" y="278"/>
                    </a:cubicBezTo>
                    <a:cubicBezTo>
                      <a:pt x="106" y="278"/>
                      <a:pt x="106" y="278"/>
                      <a:pt x="106" y="278"/>
                    </a:cubicBezTo>
                    <a:cubicBezTo>
                      <a:pt x="107" y="277"/>
                      <a:pt x="108" y="276"/>
                      <a:pt x="109" y="275"/>
                    </a:cubicBezTo>
                    <a:cubicBezTo>
                      <a:pt x="109" y="275"/>
                      <a:pt x="109" y="275"/>
                      <a:pt x="109" y="275"/>
                    </a:cubicBezTo>
                    <a:cubicBezTo>
                      <a:pt x="113" y="268"/>
                      <a:pt x="117" y="261"/>
                      <a:pt x="121" y="254"/>
                    </a:cubicBezTo>
                    <a:cubicBezTo>
                      <a:pt x="121" y="254"/>
                      <a:pt x="121" y="254"/>
                      <a:pt x="121" y="254"/>
                    </a:cubicBezTo>
                    <a:cubicBezTo>
                      <a:pt x="120" y="254"/>
                      <a:pt x="120" y="254"/>
                      <a:pt x="119" y="254"/>
                    </a:cubicBezTo>
                    <a:cubicBezTo>
                      <a:pt x="119" y="254"/>
                      <a:pt x="119" y="254"/>
                      <a:pt x="119" y="254"/>
                    </a:cubicBezTo>
                    <a:cubicBezTo>
                      <a:pt x="118" y="253"/>
                      <a:pt x="118" y="253"/>
                      <a:pt x="118" y="253"/>
                    </a:cubicBezTo>
                    <a:cubicBezTo>
                      <a:pt x="118" y="253"/>
                      <a:pt x="118" y="253"/>
                      <a:pt x="118" y="253"/>
                    </a:cubicBezTo>
                    <a:cubicBezTo>
                      <a:pt x="117" y="252"/>
                      <a:pt x="117" y="252"/>
                      <a:pt x="117" y="252"/>
                    </a:cubicBezTo>
                    <a:cubicBezTo>
                      <a:pt x="117" y="252"/>
                      <a:pt x="117" y="252"/>
                      <a:pt x="117" y="252"/>
                    </a:cubicBezTo>
                    <a:cubicBezTo>
                      <a:pt x="117" y="251"/>
                      <a:pt x="117" y="251"/>
                      <a:pt x="117" y="251"/>
                    </a:cubicBezTo>
                    <a:cubicBezTo>
                      <a:pt x="117" y="251"/>
                      <a:pt x="117" y="251"/>
                      <a:pt x="117" y="251"/>
                    </a:cubicBezTo>
                    <a:cubicBezTo>
                      <a:pt x="116" y="250"/>
                      <a:pt x="116" y="250"/>
                      <a:pt x="116" y="250"/>
                    </a:cubicBezTo>
                    <a:cubicBezTo>
                      <a:pt x="116" y="250"/>
                      <a:pt x="116" y="250"/>
                      <a:pt x="116" y="250"/>
                    </a:cubicBezTo>
                    <a:cubicBezTo>
                      <a:pt x="116" y="249"/>
                      <a:pt x="116" y="249"/>
                      <a:pt x="116" y="249"/>
                    </a:cubicBezTo>
                    <a:cubicBezTo>
                      <a:pt x="116" y="249"/>
                      <a:pt x="116" y="249"/>
                      <a:pt x="116" y="249"/>
                    </a:cubicBezTo>
                    <a:cubicBezTo>
                      <a:pt x="115" y="248"/>
                      <a:pt x="115" y="248"/>
                      <a:pt x="115" y="248"/>
                    </a:cubicBezTo>
                    <a:cubicBezTo>
                      <a:pt x="115" y="248"/>
                      <a:pt x="115" y="248"/>
                      <a:pt x="115" y="248"/>
                    </a:cubicBezTo>
                    <a:cubicBezTo>
                      <a:pt x="115" y="245"/>
                      <a:pt x="115" y="245"/>
                      <a:pt x="115" y="245"/>
                    </a:cubicBezTo>
                    <a:cubicBezTo>
                      <a:pt x="115" y="245"/>
                      <a:pt x="115" y="245"/>
                      <a:pt x="115" y="245"/>
                    </a:cubicBezTo>
                    <a:cubicBezTo>
                      <a:pt x="123" y="240"/>
                      <a:pt x="123" y="240"/>
                      <a:pt x="123" y="240"/>
                    </a:cubicBezTo>
                    <a:cubicBezTo>
                      <a:pt x="123" y="240"/>
                      <a:pt x="123" y="240"/>
                      <a:pt x="123" y="240"/>
                    </a:cubicBezTo>
                    <a:cubicBezTo>
                      <a:pt x="132" y="232"/>
                      <a:pt x="132" y="232"/>
                      <a:pt x="132" y="232"/>
                    </a:cubicBezTo>
                    <a:cubicBezTo>
                      <a:pt x="132" y="232"/>
                      <a:pt x="132" y="232"/>
                      <a:pt x="132" y="232"/>
                    </a:cubicBezTo>
                    <a:cubicBezTo>
                      <a:pt x="139" y="224"/>
                      <a:pt x="139" y="224"/>
                      <a:pt x="139" y="224"/>
                    </a:cubicBezTo>
                    <a:cubicBezTo>
                      <a:pt x="139" y="224"/>
                      <a:pt x="139" y="224"/>
                      <a:pt x="139" y="224"/>
                    </a:cubicBezTo>
                    <a:cubicBezTo>
                      <a:pt x="148" y="214"/>
                      <a:pt x="148" y="214"/>
                      <a:pt x="148" y="214"/>
                    </a:cubicBezTo>
                    <a:cubicBezTo>
                      <a:pt x="148" y="214"/>
                      <a:pt x="148" y="214"/>
                      <a:pt x="148" y="214"/>
                    </a:cubicBezTo>
                    <a:cubicBezTo>
                      <a:pt x="154" y="206"/>
                      <a:pt x="154" y="206"/>
                      <a:pt x="154" y="206"/>
                    </a:cubicBezTo>
                    <a:cubicBezTo>
                      <a:pt x="154" y="206"/>
                      <a:pt x="154" y="206"/>
                      <a:pt x="154" y="206"/>
                    </a:cubicBezTo>
                    <a:cubicBezTo>
                      <a:pt x="160" y="196"/>
                      <a:pt x="160" y="196"/>
                      <a:pt x="160" y="196"/>
                    </a:cubicBezTo>
                    <a:cubicBezTo>
                      <a:pt x="160" y="196"/>
                      <a:pt x="160" y="196"/>
                      <a:pt x="160" y="196"/>
                    </a:cubicBezTo>
                    <a:cubicBezTo>
                      <a:pt x="167" y="186"/>
                      <a:pt x="167" y="186"/>
                      <a:pt x="167" y="186"/>
                    </a:cubicBezTo>
                    <a:cubicBezTo>
                      <a:pt x="167" y="186"/>
                      <a:pt x="167" y="186"/>
                      <a:pt x="167" y="186"/>
                    </a:cubicBezTo>
                    <a:cubicBezTo>
                      <a:pt x="174" y="176"/>
                      <a:pt x="174" y="176"/>
                      <a:pt x="174" y="176"/>
                    </a:cubicBezTo>
                    <a:cubicBezTo>
                      <a:pt x="174" y="176"/>
                      <a:pt x="174" y="176"/>
                      <a:pt x="174" y="176"/>
                    </a:cubicBezTo>
                    <a:cubicBezTo>
                      <a:pt x="236" y="100"/>
                      <a:pt x="236" y="100"/>
                      <a:pt x="236" y="100"/>
                    </a:cubicBezTo>
                    <a:cubicBezTo>
                      <a:pt x="236" y="100"/>
                      <a:pt x="236" y="100"/>
                      <a:pt x="236" y="100"/>
                    </a:cubicBezTo>
                    <a:cubicBezTo>
                      <a:pt x="236" y="100"/>
                      <a:pt x="236" y="100"/>
                      <a:pt x="236" y="100"/>
                    </a:cubicBezTo>
                    <a:cubicBezTo>
                      <a:pt x="236" y="100"/>
                      <a:pt x="236" y="100"/>
                      <a:pt x="236" y="100"/>
                    </a:cubicBezTo>
                    <a:cubicBezTo>
                      <a:pt x="236" y="99"/>
                      <a:pt x="236" y="99"/>
                      <a:pt x="236" y="99"/>
                    </a:cubicBezTo>
                    <a:cubicBezTo>
                      <a:pt x="236" y="99"/>
                      <a:pt x="236" y="99"/>
                      <a:pt x="236" y="99"/>
                    </a:cubicBezTo>
                    <a:cubicBezTo>
                      <a:pt x="236" y="99"/>
                      <a:pt x="236" y="99"/>
                      <a:pt x="236" y="99"/>
                    </a:cubicBezTo>
                    <a:cubicBezTo>
                      <a:pt x="236" y="99"/>
                      <a:pt x="236" y="99"/>
                      <a:pt x="236" y="99"/>
                    </a:cubicBezTo>
                    <a:cubicBezTo>
                      <a:pt x="236" y="98"/>
                      <a:pt x="236" y="98"/>
                      <a:pt x="236" y="98"/>
                    </a:cubicBezTo>
                    <a:cubicBezTo>
                      <a:pt x="236" y="98"/>
                      <a:pt x="236" y="98"/>
                      <a:pt x="236" y="98"/>
                    </a:cubicBezTo>
                    <a:cubicBezTo>
                      <a:pt x="236" y="97"/>
                      <a:pt x="236" y="97"/>
                      <a:pt x="236" y="97"/>
                    </a:cubicBezTo>
                    <a:cubicBezTo>
                      <a:pt x="236" y="97"/>
                      <a:pt x="236" y="97"/>
                      <a:pt x="236" y="97"/>
                    </a:cubicBezTo>
                    <a:cubicBezTo>
                      <a:pt x="236" y="96"/>
                      <a:pt x="236" y="96"/>
                      <a:pt x="236" y="96"/>
                    </a:cubicBezTo>
                    <a:cubicBezTo>
                      <a:pt x="236" y="96"/>
                      <a:pt x="236" y="96"/>
                      <a:pt x="236" y="96"/>
                    </a:cubicBezTo>
                    <a:cubicBezTo>
                      <a:pt x="236" y="95"/>
                      <a:pt x="236" y="95"/>
                      <a:pt x="236" y="95"/>
                    </a:cubicBezTo>
                    <a:cubicBezTo>
                      <a:pt x="236" y="95"/>
                      <a:pt x="236" y="95"/>
                      <a:pt x="236" y="95"/>
                    </a:cubicBezTo>
                    <a:cubicBezTo>
                      <a:pt x="236" y="93"/>
                      <a:pt x="236" y="93"/>
                      <a:pt x="236" y="93"/>
                    </a:cubicBezTo>
                    <a:cubicBezTo>
                      <a:pt x="236" y="93"/>
                      <a:pt x="236" y="93"/>
                      <a:pt x="236" y="93"/>
                    </a:cubicBezTo>
                    <a:cubicBezTo>
                      <a:pt x="227" y="97"/>
                      <a:pt x="227" y="97"/>
                      <a:pt x="227" y="97"/>
                    </a:cubicBezTo>
                    <a:cubicBezTo>
                      <a:pt x="227" y="97"/>
                      <a:pt x="227" y="97"/>
                      <a:pt x="227" y="97"/>
                    </a:cubicBezTo>
                    <a:cubicBezTo>
                      <a:pt x="217" y="100"/>
                      <a:pt x="217" y="100"/>
                      <a:pt x="217" y="100"/>
                    </a:cubicBezTo>
                    <a:cubicBezTo>
                      <a:pt x="217" y="100"/>
                      <a:pt x="217" y="100"/>
                      <a:pt x="217" y="100"/>
                    </a:cubicBezTo>
                    <a:cubicBezTo>
                      <a:pt x="209" y="105"/>
                      <a:pt x="209" y="105"/>
                      <a:pt x="209" y="105"/>
                    </a:cubicBezTo>
                    <a:cubicBezTo>
                      <a:pt x="209" y="105"/>
                      <a:pt x="209" y="105"/>
                      <a:pt x="209" y="105"/>
                    </a:cubicBezTo>
                    <a:cubicBezTo>
                      <a:pt x="200" y="110"/>
                      <a:pt x="200" y="110"/>
                      <a:pt x="200" y="110"/>
                    </a:cubicBezTo>
                    <a:cubicBezTo>
                      <a:pt x="200" y="110"/>
                      <a:pt x="200" y="110"/>
                      <a:pt x="200" y="110"/>
                    </a:cubicBezTo>
                    <a:cubicBezTo>
                      <a:pt x="191" y="115"/>
                      <a:pt x="191" y="115"/>
                      <a:pt x="191" y="115"/>
                    </a:cubicBezTo>
                    <a:cubicBezTo>
                      <a:pt x="191" y="115"/>
                      <a:pt x="191" y="115"/>
                      <a:pt x="191" y="115"/>
                    </a:cubicBezTo>
                    <a:cubicBezTo>
                      <a:pt x="182" y="121"/>
                      <a:pt x="182" y="121"/>
                      <a:pt x="182" y="121"/>
                    </a:cubicBezTo>
                    <a:cubicBezTo>
                      <a:pt x="182" y="121"/>
                      <a:pt x="182" y="121"/>
                      <a:pt x="182" y="121"/>
                    </a:cubicBezTo>
                    <a:cubicBezTo>
                      <a:pt x="173" y="127"/>
                      <a:pt x="173" y="127"/>
                      <a:pt x="173" y="127"/>
                    </a:cubicBezTo>
                    <a:cubicBezTo>
                      <a:pt x="173" y="127"/>
                      <a:pt x="173" y="127"/>
                      <a:pt x="173" y="127"/>
                    </a:cubicBezTo>
                    <a:cubicBezTo>
                      <a:pt x="165" y="131"/>
                      <a:pt x="165" y="131"/>
                      <a:pt x="165" y="131"/>
                    </a:cubicBezTo>
                    <a:cubicBezTo>
                      <a:pt x="165" y="131"/>
                      <a:pt x="165" y="131"/>
                      <a:pt x="165" y="131"/>
                    </a:cubicBezTo>
                    <a:cubicBezTo>
                      <a:pt x="163" y="132"/>
                      <a:pt x="163" y="132"/>
                      <a:pt x="163" y="132"/>
                    </a:cubicBezTo>
                    <a:cubicBezTo>
                      <a:pt x="163" y="132"/>
                      <a:pt x="163" y="132"/>
                      <a:pt x="163" y="132"/>
                    </a:cubicBezTo>
                    <a:cubicBezTo>
                      <a:pt x="161" y="133"/>
                      <a:pt x="161" y="133"/>
                      <a:pt x="161" y="133"/>
                    </a:cubicBezTo>
                    <a:cubicBezTo>
                      <a:pt x="161" y="133"/>
                      <a:pt x="161" y="133"/>
                      <a:pt x="161" y="133"/>
                    </a:cubicBezTo>
                    <a:cubicBezTo>
                      <a:pt x="159" y="133"/>
                      <a:pt x="159" y="133"/>
                      <a:pt x="159" y="133"/>
                    </a:cubicBezTo>
                    <a:cubicBezTo>
                      <a:pt x="159" y="133"/>
                      <a:pt x="159" y="133"/>
                      <a:pt x="159" y="133"/>
                    </a:cubicBezTo>
                    <a:cubicBezTo>
                      <a:pt x="158" y="133"/>
                      <a:pt x="158" y="133"/>
                      <a:pt x="158" y="133"/>
                    </a:cubicBezTo>
                    <a:cubicBezTo>
                      <a:pt x="158" y="133"/>
                      <a:pt x="158" y="133"/>
                      <a:pt x="158" y="133"/>
                    </a:cubicBezTo>
                    <a:cubicBezTo>
                      <a:pt x="156" y="133"/>
                      <a:pt x="156" y="133"/>
                      <a:pt x="156" y="133"/>
                    </a:cubicBezTo>
                    <a:cubicBezTo>
                      <a:pt x="156" y="133"/>
                      <a:pt x="156" y="133"/>
                      <a:pt x="156" y="133"/>
                    </a:cubicBezTo>
                    <a:cubicBezTo>
                      <a:pt x="155" y="133"/>
                      <a:pt x="155" y="133"/>
                      <a:pt x="155" y="133"/>
                    </a:cubicBezTo>
                    <a:cubicBezTo>
                      <a:pt x="155" y="133"/>
                      <a:pt x="155" y="133"/>
                      <a:pt x="155" y="133"/>
                    </a:cubicBezTo>
                    <a:cubicBezTo>
                      <a:pt x="153" y="133"/>
                      <a:pt x="153" y="133"/>
                      <a:pt x="153" y="133"/>
                    </a:cubicBezTo>
                    <a:cubicBezTo>
                      <a:pt x="153" y="133"/>
                      <a:pt x="153" y="133"/>
                      <a:pt x="153" y="133"/>
                    </a:cubicBezTo>
                    <a:cubicBezTo>
                      <a:pt x="152" y="132"/>
                      <a:pt x="152" y="132"/>
                      <a:pt x="152" y="132"/>
                    </a:cubicBezTo>
                    <a:cubicBezTo>
                      <a:pt x="152" y="132"/>
                      <a:pt x="152" y="132"/>
                      <a:pt x="152" y="132"/>
                    </a:cubicBezTo>
                    <a:cubicBezTo>
                      <a:pt x="150" y="131"/>
                      <a:pt x="150" y="131"/>
                      <a:pt x="150" y="131"/>
                    </a:cubicBezTo>
                    <a:cubicBezTo>
                      <a:pt x="150" y="131"/>
                      <a:pt x="150" y="131"/>
                      <a:pt x="150" y="131"/>
                    </a:cubicBezTo>
                    <a:cubicBezTo>
                      <a:pt x="148" y="129"/>
                      <a:pt x="148" y="129"/>
                      <a:pt x="148" y="129"/>
                    </a:cubicBezTo>
                    <a:cubicBezTo>
                      <a:pt x="148" y="129"/>
                      <a:pt x="148" y="129"/>
                      <a:pt x="148" y="129"/>
                    </a:cubicBezTo>
                    <a:cubicBezTo>
                      <a:pt x="145" y="129"/>
                      <a:pt x="145" y="129"/>
                      <a:pt x="145" y="129"/>
                    </a:cubicBezTo>
                    <a:cubicBezTo>
                      <a:pt x="145" y="129"/>
                      <a:pt x="145" y="129"/>
                      <a:pt x="145" y="129"/>
                    </a:cubicBezTo>
                    <a:cubicBezTo>
                      <a:pt x="142" y="128"/>
                      <a:pt x="142" y="128"/>
                      <a:pt x="142" y="128"/>
                    </a:cubicBezTo>
                    <a:cubicBezTo>
                      <a:pt x="142" y="128"/>
                      <a:pt x="142" y="128"/>
                      <a:pt x="142" y="128"/>
                    </a:cubicBezTo>
                    <a:cubicBezTo>
                      <a:pt x="139" y="128"/>
                      <a:pt x="139" y="128"/>
                      <a:pt x="139" y="128"/>
                    </a:cubicBezTo>
                    <a:cubicBezTo>
                      <a:pt x="139" y="128"/>
                      <a:pt x="139" y="128"/>
                      <a:pt x="139" y="128"/>
                    </a:cubicBezTo>
                    <a:cubicBezTo>
                      <a:pt x="137" y="128"/>
                      <a:pt x="137" y="128"/>
                      <a:pt x="137" y="128"/>
                    </a:cubicBezTo>
                    <a:cubicBezTo>
                      <a:pt x="137" y="128"/>
                      <a:pt x="137" y="128"/>
                      <a:pt x="137" y="128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4" y="123"/>
                      <a:pt x="134" y="123"/>
                      <a:pt x="134" y="123"/>
                    </a:cubicBezTo>
                    <a:cubicBezTo>
                      <a:pt x="134" y="123"/>
                      <a:pt x="134" y="123"/>
                      <a:pt x="134" y="123"/>
                    </a:cubicBezTo>
                    <a:cubicBezTo>
                      <a:pt x="132" y="123"/>
                      <a:pt x="132" y="123"/>
                      <a:pt x="132" y="123"/>
                    </a:cubicBezTo>
                    <a:cubicBezTo>
                      <a:pt x="132" y="123"/>
                      <a:pt x="132" y="123"/>
                      <a:pt x="132" y="123"/>
                    </a:cubicBezTo>
                    <a:cubicBezTo>
                      <a:pt x="130" y="123"/>
                      <a:pt x="130" y="123"/>
                      <a:pt x="130" y="123"/>
                    </a:cubicBezTo>
                    <a:cubicBezTo>
                      <a:pt x="130" y="123"/>
                      <a:pt x="130" y="123"/>
                      <a:pt x="130" y="123"/>
                    </a:cubicBezTo>
                    <a:cubicBezTo>
                      <a:pt x="128" y="123"/>
                      <a:pt x="128" y="123"/>
                      <a:pt x="128" y="123"/>
                    </a:cubicBezTo>
                    <a:cubicBezTo>
                      <a:pt x="128" y="123"/>
                      <a:pt x="128" y="123"/>
                      <a:pt x="128" y="123"/>
                    </a:cubicBezTo>
                    <a:cubicBezTo>
                      <a:pt x="127" y="122"/>
                      <a:pt x="127" y="122"/>
                      <a:pt x="127" y="122"/>
                    </a:cubicBezTo>
                    <a:cubicBezTo>
                      <a:pt x="127" y="122"/>
                      <a:pt x="127" y="122"/>
                      <a:pt x="127" y="122"/>
                    </a:cubicBezTo>
                    <a:cubicBezTo>
                      <a:pt x="125" y="122"/>
                      <a:pt x="125" y="122"/>
                      <a:pt x="125" y="122"/>
                    </a:cubicBezTo>
                    <a:cubicBezTo>
                      <a:pt x="125" y="122"/>
                      <a:pt x="125" y="122"/>
                      <a:pt x="125" y="122"/>
                    </a:cubicBezTo>
                    <a:cubicBezTo>
                      <a:pt x="122" y="122"/>
                      <a:pt x="122" y="122"/>
                      <a:pt x="122" y="122"/>
                    </a:cubicBezTo>
                    <a:cubicBezTo>
                      <a:pt x="122" y="122"/>
                      <a:pt x="122" y="122"/>
                      <a:pt x="122" y="122"/>
                    </a:cubicBezTo>
                    <a:cubicBezTo>
                      <a:pt x="121" y="121"/>
                      <a:pt x="121" y="121"/>
                      <a:pt x="121" y="121"/>
                    </a:cubicBezTo>
                    <a:cubicBezTo>
                      <a:pt x="121" y="121"/>
                      <a:pt x="121" y="121"/>
                      <a:pt x="121" y="121"/>
                    </a:cubicBezTo>
                    <a:cubicBezTo>
                      <a:pt x="119" y="119"/>
                      <a:pt x="119" y="119"/>
                      <a:pt x="119" y="119"/>
                    </a:cubicBezTo>
                    <a:cubicBezTo>
                      <a:pt x="119" y="119"/>
                      <a:pt x="119" y="119"/>
                      <a:pt x="119" y="119"/>
                    </a:cubicBezTo>
                    <a:cubicBezTo>
                      <a:pt x="119" y="112"/>
                      <a:pt x="119" y="112"/>
                      <a:pt x="119" y="112"/>
                    </a:cubicBezTo>
                    <a:cubicBezTo>
                      <a:pt x="119" y="112"/>
                      <a:pt x="119" y="112"/>
                      <a:pt x="119" y="112"/>
                    </a:cubicBezTo>
                    <a:cubicBezTo>
                      <a:pt x="164" y="99"/>
                      <a:pt x="164" y="99"/>
                      <a:pt x="164" y="99"/>
                    </a:cubicBezTo>
                    <a:cubicBezTo>
                      <a:pt x="164" y="99"/>
                      <a:pt x="164" y="99"/>
                      <a:pt x="164" y="99"/>
                    </a:cubicBezTo>
                    <a:cubicBezTo>
                      <a:pt x="175" y="99"/>
                      <a:pt x="175" y="99"/>
                      <a:pt x="175" y="99"/>
                    </a:cubicBezTo>
                    <a:cubicBezTo>
                      <a:pt x="175" y="99"/>
                      <a:pt x="175" y="99"/>
                      <a:pt x="175" y="99"/>
                    </a:cubicBezTo>
                    <a:cubicBezTo>
                      <a:pt x="187" y="96"/>
                      <a:pt x="187" y="96"/>
                      <a:pt x="187" y="96"/>
                    </a:cubicBezTo>
                    <a:cubicBezTo>
                      <a:pt x="187" y="96"/>
                      <a:pt x="187" y="96"/>
                      <a:pt x="187" y="96"/>
                    </a:cubicBezTo>
                    <a:cubicBezTo>
                      <a:pt x="198" y="93"/>
                      <a:pt x="198" y="93"/>
                      <a:pt x="198" y="93"/>
                    </a:cubicBezTo>
                    <a:cubicBezTo>
                      <a:pt x="198" y="93"/>
                      <a:pt x="198" y="93"/>
                      <a:pt x="198" y="93"/>
                    </a:cubicBezTo>
                    <a:cubicBezTo>
                      <a:pt x="211" y="88"/>
                      <a:pt x="211" y="88"/>
                      <a:pt x="211" y="88"/>
                    </a:cubicBezTo>
                    <a:cubicBezTo>
                      <a:pt x="211" y="88"/>
                      <a:pt x="211" y="88"/>
                      <a:pt x="211" y="88"/>
                    </a:cubicBezTo>
                    <a:cubicBezTo>
                      <a:pt x="221" y="85"/>
                      <a:pt x="221" y="85"/>
                      <a:pt x="221" y="85"/>
                    </a:cubicBezTo>
                    <a:cubicBezTo>
                      <a:pt x="221" y="85"/>
                      <a:pt x="221" y="85"/>
                      <a:pt x="221" y="85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44" y="75"/>
                      <a:pt x="244" y="75"/>
                      <a:pt x="244" y="75"/>
                    </a:cubicBezTo>
                    <a:cubicBezTo>
                      <a:pt x="244" y="75"/>
                      <a:pt x="244" y="75"/>
                      <a:pt x="244" y="75"/>
                    </a:cubicBezTo>
                    <a:cubicBezTo>
                      <a:pt x="257" y="70"/>
                      <a:pt x="257" y="70"/>
                      <a:pt x="257" y="70"/>
                    </a:cubicBezTo>
                    <a:cubicBezTo>
                      <a:pt x="257" y="70"/>
                      <a:pt x="257" y="70"/>
                      <a:pt x="257" y="70"/>
                    </a:cubicBezTo>
                    <a:cubicBezTo>
                      <a:pt x="257" y="70"/>
                      <a:pt x="257" y="70"/>
                      <a:pt x="257" y="70"/>
                    </a:cubicBezTo>
                    <a:cubicBezTo>
                      <a:pt x="257" y="70"/>
                      <a:pt x="257" y="70"/>
                      <a:pt x="257" y="70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9" y="70"/>
                      <a:pt x="259" y="70"/>
                      <a:pt x="259" y="70"/>
                    </a:cubicBezTo>
                    <a:cubicBezTo>
                      <a:pt x="259" y="70"/>
                      <a:pt x="259" y="70"/>
                      <a:pt x="259" y="70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7" y="68"/>
                      <a:pt x="267" y="68"/>
                      <a:pt x="267" y="68"/>
                    </a:cubicBezTo>
                    <a:cubicBezTo>
                      <a:pt x="267" y="68"/>
                      <a:pt x="267" y="68"/>
                      <a:pt x="267" y="68"/>
                    </a:cubicBezTo>
                    <a:cubicBezTo>
                      <a:pt x="267" y="70"/>
                      <a:pt x="267" y="70"/>
                      <a:pt x="267" y="70"/>
                    </a:cubicBezTo>
                    <a:cubicBezTo>
                      <a:pt x="267" y="70"/>
                      <a:pt x="267" y="70"/>
                      <a:pt x="267" y="70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7" y="72"/>
                      <a:pt x="267" y="72"/>
                      <a:pt x="267" y="72"/>
                    </a:cubicBezTo>
                    <a:cubicBezTo>
                      <a:pt x="267" y="72"/>
                      <a:pt x="267" y="72"/>
                      <a:pt x="267" y="72"/>
                    </a:cubicBezTo>
                    <a:cubicBezTo>
                      <a:pt x="268" y="72"/>
                      <a:pt x="268" y="72"/>
                      <a:pt x="268" y="72"/>
                    </a:cubicBezTo>
                    <a:cubicBezTo>
                      <a:pt x="268" y="72"/>
                      <a:pt x="268" y="72"/>
                      <a:pt x="268" y="72"/>
                    </a:cubicBezTo>
                    <a:cubicBezTo>
                      <a:pt x="268" y="73"/>
                      <a:pt x="268" y="73"/>
                      <a:pt x="268" y="73"/>
                    </a:cubicBezTo>
                    <a:cubicBezTo>
                      <a:pt x="268" y="73"/>
                      <a:pt x="268" y="73"/>
                      <a:pt x="268" y="73"/>
                    </a:cubicBezTo>
                    <a:cubicBezTo>
                      <a:pt x="270" y="73"/>
                      <a:pt x="270" y="73"/>
                      <a:pt x="270" y="73"/>
                    </a:cubicBezTo>
                    <a:cubicBezTo>
                      <a:pt x="270" y="73"/>
                      <a:pt x="270" y="73"/>
                      <a:pt x="270" y="73"/>
                    </a:cubicBezTo>
                    <a:cubicBezTo>
                      <a:pt x="271" y="74"/>
                      <a:pt x="271" y="74"/>
                      <a:pt x="271" y="74"/>
                    </a:cubicBezTo>
                    <a:cubicBezTo>
                      <a:pt x="271" y="74"/>
                      <a:pt x="271" y="74"/>
                      <a:pt x="271" y="74"/>
                    </a:cubicBezTo>
                    <a:cubicBezTo>
                      <a:pt x="273" y="74"/>
                      <a:pt x="273" y="74"/>
                      <a:pt x="273" y="74"/>
                    </a:cubicBezTo>
                    <a:cubicBezTo>
                      <a:pt x="273" y="74"/>
                      <a:pt x="273" y="74"/>
                      <a:pt x="273" y="74"/>
                    </a:cubicBezTo>
                    <a:cubicBezTo>
                      <a:pt x="273" y="76"/>
                      <a:pt x="273" y="76"/>
                      <a:pt x="273" y="76"/>
                    </a:cubicBezTo>
                    <a:cubicBezTo>
                      <a:pt x="273" y="76"/>
                      <a:pt x="273" y="76"/>
                      <a:pt x="273" y="76"/>
                    </a:cubicBezTo>
                    <a:cubicBezTo>
                      <a:pt x="273" y="77"/>
                      <a:pt x="273" y="77"/>
                      <a:pt x="273" y="77"/>
                    </a:cubicBezTo>
                    <a:cubicBezTo>
                      <a:pt x="273" y="77"/>
                      <a:pt x="273" y="77"/>
                      <a:pt x="273" y="77"/>
                    </a:cubicBezTo>
                    <a:cubicBezTo>
                      <a:pt x="273" y="78"/>
                      <a:pt x="273" y="78"/>
                      <a:pt x="273" y="78"/>
                    </a:cubicBezTo>
                    <a:cubicBezTo>
                      <a:pt x="273" y="78"/>
                      <a:pt x="273" y="78"/>
                      <a:pt x="273" y="78"/>
                    </a:cubicBezTo>
                    <a:cubicBezTo>
                      <a:pt x="273" y="79"/>
                      <a:pt x="273" y="79"/>
                      <a:pt x="273" y="79"/>
                    </a:cubicBezTo>
                    <a:cubicBezTo>
                      <a:pt x="273" y="79"/>
                      <a:pt x="273" y="79"/>
                      <a:pt x="273" y="79"/>
                    </a:cubicBezTo>
                    <a:cubicBezTo>
                      <a:pt x="273" y="81"/>
                      <a:pt x="273" y="81"/>
                      <a:pt x="273" y="81"/>
                    </a:cubicBezTo>
                    <a:cubicBezTo>
                      <a:pt x="273" y="81"/>
                      <a:pt x="273" y="81"/>
                      <a:pt x="273" y="81"/>
                    </a:cubicBezTo>
                    <a:cubicBezTo>
                      <a:pt x="273" y="82"/>
                      <a:pt x="273" y="82"/>
                      <a:pt x="273" y="82"/>
                    </a:cubicBezTo>
                    <a:cubicBezTo>
                      <a:pt x="273" y="82"/>
                      <a:pt x="273" y="82"/>
                      <a:pt x="273" y="82"/>
                    </a:cubicBezTo>
                    <a:cubicBezTo>
                      <a:pt x="273" y="83"/>
                      <a:pt x="273" y="83"/>
                      <a:pt x="273" y="83"/>
                    </a:cubicBezTo>
                    <a:cubicBezTo>
                      <a:pt x="273" y="83"/>
                      <a:pt x="273" y="83"/>
                      <a:pt x="273" y="83"/>
                    </a:cubicBezTo>
                    <a:cubicBezTo>
                      <a:pt x="274" y="84"/>
                      <a:pt x="274" y="84"/>
                      <a:pt x="274" y="84"/>
                    </a:cubicBezTo>
                    <a:cubicBezTo>
                      <a:pt x="274" y="84"/>
                      <a:pt x="274" y="84"/>
                      <a:pt x="274" y="84"/>
                    </a:cubicBezTo>
                    <a:cubicBezTo>
                      <a:pt x="274" y="85"/>
                      <a:pt x="274" y="85"/>
                      <a:pt x="274" y="85"/>
                    </a:cubicBezTo>
                    <a:cubicBezTo>
                      <a:pt x="274" y="85"/>
                      <a:pt x="274" y="85"/>
                      <a:pt x="274" y="85"/>
                    </a:cubicBezTo>
                    <a:cubicBezTo>
                      <a:pt x="274" y="86"/>
                      <a:pt x="274" y="86"/>
                      <a:pt x="274" y="86"/>
                    </a:cubicBezTo>
                    <a:cubicBezTo>
                      <a:pt x="274" y="86"/>
                      <a:pt x="274" y="86"/>
                      <a:pt x="274" y="86"/>
                    </a:cubicBezTo>
                    <a:cubicBezTo>
                      <a:pt x="274" y="86"/>
                      <a:pt x="274" y="86"/>
                      <a:pt x="274" y="86"/>
                    </a:cubicBezTo>
                    <a:cubicBezTo>
                      <a:pt x="274" y="86"/>
                      <a:pt x="274" y="86"/>
                      <a:pt x="274" y="86"/>
                    </a:cubicBezTo>
                    <a:cubicBezTo>
                      <a:pt x="275" y="86"/>
                      <a:pt x="275" y="86"/>
                      <a:pt x="275" y="86"/>
                    </a:cubicBezTo>
                    <a:cubicBezTo>
                      <a:pt x="275" y="86"/>
                      <a:pt x="275" y="86"/>
                      <a:pt x="275" y="86"/>
                    </a:cubicBezTo>
                    <a:cubicBezTo>
                      <a:pt x="275" y="88"/>
                      <a:pt x="275" y="88"/>
                      <a:pt x="275" y="88"/>
                    </a:cubicBezTo>
                    <a:cubicBezTo>
                      <a:pt x="275" y="88"/>
                      <a:pt x="275" y="88"/>
                      <a:pt x="275" y="88"/>
                    </a:cubicBezTo>
                    <a:cubicBezTo>
                      <a:pt x="276" y="88"/>
                      <a:pt x="276" y="88"/>
                      <a:pt x="276" y="88"/>
                    </a:cubicBezTo>
                    <a:cubicBezTo>
                      <a:pt x="276" y="88"/>
                      <a:pt x="276" y="88"/>
                      <a:pt x="276" y="88"/>
                    </a:cubicBezTo>
                    <a:cubicBezTo>
                      <a:pt x="277" y="90"/>
                      <a:pt x="277" y="90"/>
                      <a:pt x="277" y="90"/>
                    </a:cubicBezTo>
                    <a:cubicBezTo>
                      <a:pt x="277" y="90"/>
                      <a:pt x="277" y="90"/>
                      <a:pt x="277" y="90"/>
                    </a:cubicBezTo>
                    <a:cubicBezTo>
                      <a:pt x="278" y="90"/>
                      <a:pt x="278" y="90"/>
                      <a:pt x="278" y="90"/>
                    </a:cubicBezTo>
                    <a:cubicBezTo>
                      <a:pt x="278" y="90"/>
                      <a:pt x="278" y="90"/>
                      <a:pt x="278" y="90"/>
                    </a:cubicBezTo>
                    <a:cubicBezTo>
                      <a:pt x="277" y="94"/>
                      <a:pt x="277" y="94"/>
                      <a:pt x="277" y="94"/>
                    </a:cubicBezTo>
                    <a:cubicBezTo>
                      <a:pt x="277" y="94"/>
                      <a:pt x="277" y="94"/>
                      <a:pt x="277" y="94"/>
                    </a:cubicBezTo>
                    <a:cubicBezTo>
                      <a:pt x="275" y="95"/>
                      <a:pt x="275" y="95"/>
                      <a:pt x="275" y="95"/>
                    </a:cubicBezTo>
                    <a:cubicBezTo>
                      <a:pt x="275" y="95"/>
                      <a:pt x="275" y="95"/>
                      <a:pt x="275" y="95"/>
                    </a:cubicBezTo>
                    <a:cubicBezTo>
                      <a:pt x="274" y="96"/>
                      <a:pt x="274" y="96"/>
                      <a:pt x="274" y="96"/>
                    </a:cubicBezTo>
                    <a:cubicBezTo>
                      <a:pt x="274" y="96"/>
                      <a:pt x="274" y="96"/>
                      <a:pt x="274" y="96"/>
                    </a:cubicBezTo>
                    <a:cubicBezTo>
                      <a:pt x="273" y="97"/>
                      <a:pt x="273" y="97"/>
                      <a:pt x="273" y="97"/>
                    </a:cubicBezTo>
                    <a:cubicBezTo>
                      <a:pt x="273" y="97"/>
                      <a:pt x="273" y="97"/>
                      <a:pt x="273" y="97"/>
                    </a:cubicBezTo>
                    <a:cubicBezTo>
                      <a:pt x="272" y="98"/>
                      <a:pt x="272" y="98"/>
                      <a:pt x="272" y="98"/>
                    </a:cubicBezTo>
                    <a:cubicBezTo>
                      <a:pt x="272" y="98"/>
                      <a:pt x="272" y="98"/>
                      <a:pt x="272" y="98"/>
                    </a:cubicBezTo>
                    <a:cubicBezTo>
                      <a:pt x="270" y="99"/>
                      <a:pt x="270" y="99"/>
                      <a:pt x="270" y="99"/>
                    </a:cubicBezTo>
                    <a:cubicBezTo>
                      <a:pt x="270" y="99"/>
                      <a:pt x="270" y="99"/>
                      <a:pt x="270" y="99"/>
                    </a:cubicBezTo>
                    <a:cubicBezTo>
                      <a:pt x="269" y="100"/>
                      <a:pt x="269" y="100"/>
                      <a:pt x="269" y="100"/>
                    </a:cubicBezTo>
                    <a:cubicBezTo>
                      <a:pt x="269" y="100"/>
                      <a:pt x="269" y="100"/>
                      <a:pt x="269" y="100"/>
                    </a:cubicBezTo>
                    <a:cubicBezTo>
                      <a:pt x="268" y="101"/>
                      <a:pt x="268" y="101"/>
                      <a:pt x="268" y="101"/>
                    </a:cubicBezTo>
                    <a:cubicBezTo>
                      <a:pt x="268" y="101"/>
                      <a:pt x="268" y="101"/>
                      <a:pt x="268" y="101"/>
                    </a:cubicBezTo>
                    <a:cubicBezTo>
                      <a:pt x="268" y="102"/>
                      <a:pt x="268" y="102"/>
                      <a:pt x="268" y="102"/>
                    </a:cubicBezTo>
                    <a:cubicBezTo>
                      <a:pt x="268" y="102"/>
                      <a:pt x="268" y="102"/>
                      <a:pt x="268" y="102"/>
                    </a:cubicBezTo>
                    <a:cubicBezTo>
                      <a:pt x="249" y="111"/>
                      <a:pt x="249" y="111"/>
                      <a:pt x="249" y="111"/>
                    </a:cubicBezTo>
                    <a:cubicBezTo>
                      <a:pt x="249" y="111"/>
                      <a:pt x="249" y="111"/>
                      <a:pt x="249" y="111"/>
                    </a:cubicBezTo>
                    <a:cubicBezTo>
                      <a:pt x="234" y="122"/>
                      <a:pt x="234" y="122"/>
                      <a:pt x="234" y="122"/>
                    </a:cubicBezTo>
                    <a:cubicBezTo>
                      <a:pt x="234" y="122"/>
                      <a:pt x="234" y="122"/>
                      <a:pt x="234" y="122"/>
                    </a:cubicBezTo>
                    <a:cubicBezTo>
                      <a:pt x="220" y="136"/>
                      <a:pt x="220" y="136"/>
                      <a:pt x="220" y="136"/>
                    </a:cubicBezTo>
                    <a:cubicBezTo>
                      <a:pt x="220" y="136"/>
                      <a:pt x="220" y="136"/>
                      <a:pt x="220" y="136"/>
                    </a:cubicBezTo>
                    <a:cubicBezTo>
                      <a:pt x="209" y="151"/>
                      <a:pt x="209" y="151"/>
                      <a:pt x="209" y="151"/>
                    </a:cubicBezTo>
                    <a:cubicBezTo>
                      <a:pt x="209" y="151"/>
                      <a:pt x="209" y="151"/>
                      <a:pt x="209" y="151"/>
                    </a:cubicBezTo>
                    <a:cubicBezTo>
                      <a:pt x="197" y="168"/>
                      <a:pt x="197" y="168"/>
                      <a:pt x="197" y="168"/>
                    </a:cubicBezTo>
                    <a:cubicBezTo>
                      <a:pt x="197" y="168"/>
                      <a:pt x="197" y="168"/>
                      <a:pt x="197" y="168"/>
                    </a:cubicBezTo>
                    <a:cubicBezTo>
                      <a:pt x="187" y="185"/>
                      <a:pt x="187" y="185"/>
                      <a:pt x="187" y="185"/>
                    </a:cubicBezTo>
                    <a:cubicBezTo>
                      <a:pt x="187" y="185"/>
                      <a:pt x="187" y="185"/>
                      <a:pt x="187" y="185"/>
                    </a:cubicBezTo>
                    <a:cubicBezTo>
                      <a:pt x="175" y="200"/>
                      <a:pt x="175" y="200"/>
                      <a:pt x="175" y="200"/>
                    </a:cubicBezTo>
                    <a:cubicBezTo>
                      <a:pt x="175" y="200"/>
                      <a:pt x="175" y="200"/>
                      <a:pt x="175" y="200"/>
                    </a:cubicBezTo>
                    <a:cubicBezTo>
                      <a:pt x="163" y="214"/>
                      <a:pt x="163" y="214"/>
                      <a:pt x="163" y="214"/>
                    </a:cubicBezTo>
                    <a:cubicBezTo>
                      <a:pt x="163" y="214"/>
                      <a:pt x="163" y="214"/>
                      <a:pt x="163" y="214"/>
                    </a:cubicBezTo>
                    <a:cubicBezTo>
                      <a:pt x="163" y="216"/>
                      <a:pt x="163" y="216"/>
                      <a:pt x="163" y="216"/>
                    </a:cubicBezTo>
                    <a:cubicBezTo>
                      <a:pt x="163" y="216"/>
                      <a:pt x="163" y="216"/>
                      <a:pt x="163" y="216"/>
                    </a:cubicBezTo>
                    <a:cubicBezTo>
                      <a:pt x="163" y="217"/>
                      <a:pt x="163" y="217"/>
                      <a:pt x="163" y="217"/>
                    </a:cubicBezTo>
                    <a:cubicBezTo>
                      <a:pt x="163" y="217"/>
                      <a:pt x="163" y="217"/>
                      <a:pt x="163" y="217"/>
                    </a:cubicBezTo>
                    <a:cubicBezTo>
                      <a:pt x="164" y="218"/>
                      <a:pt x="164" y="218"/>
                      <a:pt x="164" y="218"/>
                    </a:cubicBezTo>
                    <a:cubicBezTo>
                      <a:pt x="164" y="218"/>
                      <a:pt x="164" y="218"/>
                      <a:pt x="164" y="218"/>
                    </a:cubicBezTo>
                    <a:cubicBezTo>
                      <a:pt x="165" y="218"/>
                      <a:pt x="165" y="218"/>
                      <a:pt x="165" y="218"/>
                    </a:cubicBezTo>
                    <a:cubicBezTo>
                      <a:pt x="165" y="218"/>
                      <a:pt x="165" y="218"/>
                      <a:pt x="165" y="218"/>
                    </a:cubicBezTo>
                    <a:cubicBezTo>
                      <a:pt x="166" y="218"/>
                      <a:pt x="166" y="218"/>
                      <a:pt x="166" y="218"/>
                    </a:cubicBezTo>
                    <a:cubicBezTo>
                      <a:pt x="166" y="218"/>
                      <a:pt x="166" y="218"/>
                      <a:pt x="166" y="218"/>
                    </a:cubicBezTo>
                    <a:cubicBezTo>
                      <a:pt x="167" y="218"/>
                      <a:pt x="167" y="218"/>
                      <a:pt x="167" y="218"/>
                    </a:cubicBezTo>
                    <a:cubicBezTo>
                      <a:pt x="167" y="218"/>
                      <a:pt x="167" y="218"/>
                      <a:pt x="167" y="21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70" y="218"/>
                      <a:pt x="170" y="218"/>
                      <a:pt x="170" y="218"/>
                    </a:cubicBezTo>
                    <a:cubicBezTo>
                      <a:pt x="170" y="218"/>
                      <a:pt x="170" y="218"/>
                      <a:pt x="170" y="218"/>
                    </a:cubicBezTo>
                    <a:cubicBezTo>
                      <a:pt x="218" y="189"/>
                      <a:pt x="218" y="189"/>
                      <a:pt x="218" y="189"/>
                    </a:cubicBezTo>
                    <a:cubicBezTo>
                      <a:pt x="218" y="189"/>
                      <a:pt x="218" y="189"/>
                      <a:pt x="218" y="189"/>
                    </a:cubicBezTo>
                    <a:cubicBezTo>
                      <a:pt x="219" y="184"/>
                      <a:pt x="219" y="184"/>
                      <a:pt x="219" y="184"/>
                    </a:cubicBezTo>
                    <a:cubicBezTo>
                      <a:pt x="219" y="181"/>
                      <a:pt x="219" y="181"/>
                      <a:pt x="219" y="181"/>
                    </a:cubicBezTo>
                    <a:cubicBezTo>
                      <a:pt x="219" y="157"/>
                      <a:pt x="219" y="157"/>
                      <a:pt x="219" y="157"/>
                    </a:cubicBezTo>
                    <a:cubicBezTo>
                      <a:pt x="219" y="157"/>
                      <a:pt x="219" y="157"/>
                      <a:pt x="219" y="157"/>
                    </a:cubicBezTo>
                    <a:cubicBezTo>
                      <a:pt x="224" y="153"/>
                      <a:pt x="224" y="153"/>
                      <a:pt x="224" y="153"/>
                    </a:cubicBezTo>
                    <a:cubicBezTo>
                      <a:pt x="224" y="153"/>
                      <a:pt x="224" y="153"/>
                      <a:pt x="224" y="153"/>
                    </a:cubicBezTo>
                    <a:cubicBezTo>
                      <a:pt x="225" y="154"/>
                      <a:pt x="225" y="154"/>
                      <a:pt x="225" y="154"/>
                    </a:cubicBezTo>
                    <a:cubicBezTo>
                      <a:pt x="225" y="154"/>
                      <a:pt x="225" y="154"/>
                      <a:pt x="225" y="154"/>
                    </a:cubicBezTo>
                    <a:cubicBezTo>
                      <a:pt x="227" y="154"/>
                      <a:pt x="227" y="154"/>
                      <a:pt x="227" y="154"/>
                    </a:cubicBezTo>
                    <a:cubicBezTo>
                      <a:pt x="227" y="154"/>
                      <a:pt x="227" y="154"/>
                      <a:pt x="227" y="154"/>
                    </a:cubicBezTo>
                    <a:cubicBezTo>
                      <a:pt x="228" y="155"/>
                      <a:pt x="228" y="155"/>
                      <a:pt x="228" y="155"/>
                    </a:cubicBezTo>
                    <a:cubicBezTo>
                      <a:pt x="228" y="155"/>
                      <a:pt x="228" y="155"/>
                      <a:pt x="228" y="155"/>
                    </a:cubicBezTo>
                    <a:cubicBezTo>
                      <a:pt x="230" y="155"/>
                      <a:pt x="230" y="155"/>
                      <a:pt x="230" y="155"/>
                    </a:cubicBezTo>
                    <a:cubicBezTo>
                      <a:pt x="230" y="155"/>
                      <a:pt x="230" y="155"/>
                      <a:pt x="230" y="155"/>
                    </a:cubicBezTo>
                    <a:cubicBezTo>
                      <a:pt x="231" y="156"/>
                      <a:pt x="231" y="156"/>
                      <a:pt x="231" y="156"/>
                    </a:cubicBezTo>
                    <a:cubicBezTo>
                      <a:pt x="231" y="156"/>
                      <a:pt x="231" y="156"/>
                      <a:pt x="231" y="156"/>
                    </a:cubicBezTo>
                    <a:cubicBezTo>
                      <a:pt x="233" y="156"/>
                      <a:pt x="233" y="156"/>
                      <a:pt x="233" y="156"/>
                    </a:cubicBezTo>
                    <a:cubicBezTo>
                      <a:pt x="233" y="156"/>
                      <a:pt x="233" y="156"/>
                      <a:pt x="233" y="156"/>
                    </a:cubicBezTo>
                    <a:cubicBezTo>
                      <a:pt x="234" y="157"/>
                      <a:pt x="234" y="157"/>
                      <a:pt x="234" y="157"/>
                    </a:cubicBezTo>
                    <a:cubicBezTo>
                      <a:pt x="234" y="157"/>
                      <a:pt x="234" y="157"/>
                      <a:pt x="234" y="157"/>
                    </a:cubicBezTo>
                    <a:cubicBezTo>
                      <a:pt x="237" y="157"/>
                      <a:pt x="237" y="157"/>
                      <a:pt x="237" y="157"/>
                    </a:cubicBezTo>
                    <a:cubicBezTo>
                      <a:pt x="237" y="157"/>
                      <a:pt x="237" y="157"/>
                      <a:pt x="237" y="157"/>
                    </a:cubicBezTo>
                    <a:cubicBezTo>
                      <a:pt x="237" y="159"/>
                      <a:pt x="237" y="159"/>
                      <a:pt x="237" y="159"/>
                    </a:cubicBezTo>
                    <a:cubicBezTo>
                      <a:pt x="237" y="159"/>
                      <a:pt x="237" y="159"/>
                      <a:pt x="237" y="159"/>
                    </a:cubicBezTo>
                    <a:cubicBezTo>
                      <a:pt x="237" y="161"/>
                      <a:pt x="237" y="161"/>
                      <a:pt x="237" y="161"/>
                    </a:cubicBezTo>
                    <a:cubicBezTo>
                      <a:pt x="237" y="161"/>
                      <a:pt x="237" y="161"/>
                      <a:pt x="237" y="161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35" y="166"/>
                      <a:pt x="235" y="166"/>
                      <a:pt x="235" y="166"/>
                    </a:cubicBezTo>
                    <a:cubicBezTo>
                      <a:pt x="235" y="166"/>
                      <a:pt x="235" y="166"/>
                      <a:pt x="235" y="166"/>
                    </a:cubicBezTo>
                    <a:cubicBezTo>
                      <a:pt x="234" y="169"/>
                      <a:pt x="234" y="169"/>
                      <a:pt x="234" y="169"/>
                    </a:cubicBezTo>
                    <a:cubicBezTo>
                      <a:pt x="234" y="169"/>
                      <a:pt x="234" y="169"/>
                      <a:pt x="234" y="169"/>
                    </a:cubicBezTo>
                    <a:cubicBezTo>
                      <a:pt x="233" y="171"/>
                      <a:pt x="233" y="171"/>
                      <a:pt x="233" y="171"/>
                    </a:cubicBezTo>
                    <a:cubicBezTo>
                      <a:pt x="233" y="171"/>
                      <a:pt x="233" y="171"/>
                      <a:pt x="233" y="171"/>
                    </a:cubicBezTo>
                    <a:cubicBezTo>
                      <a:pt x="233" y="173"/>
                      <a:pt x="233" y="173"/>
                      <a:pt x="233" y="173"/>
                    </a:cubicBezTo>
                    <a:cubicBezTo>
                      <a:pt x="233" y="173"/>
                      <a:pt x="233" y="173"/>
                      <a:pt x="233" y="173"/>
                    </a:cubicBezTo>
                    <a:cubicBezTo>
                      <a:pt x="235" y="175"/>
                      <a:pt x="235" y="175"/>
                      <a:pt x="235" y="175"/>
                    </a:cubicBezTo>
                    <a:cubicBezTo>
                      <a:pt x="235" y="175"/>
                      <a:pt x="235" y="175"/>
                      <a:pt x="235" y="175"/>
                    </a:cubicBezTo>
                    <a:cubicBezTo>
                      <a:pt x="241" y="175"/>
                      <a:pt x="241" y="175"/>
                      <a:pt x="241" y="175"/>
                    </a:cubicBezTo>
                    <a:cubicBezTo>
                      <a:pt x="241" y="175"/>
                      <a:pt x="241" y="175"/>
                      <a:pt x="241" y="175"/>
                    </a:cubicBezTo>
                    <a:cubicBezTo>
                      <a:pt x="248" y="172"/>
                      <a:pt x="248" y="172"/>
                      <a:pt x="248" y="172"/>
                    </a:cubicBezTo>
                    <a:cubicBezTo>
                      <a:pt x="248" y="172"/>
                      <a:pt x="248" y="172"/>
                      <a:pt x="248" y="172"/>
                    </a:cubicBezTo>
                    <a:cubicBezTo>
                      <a:pt x="254" y="171"/>
                      <a:pt x="254" y="171"/>
                      <a:pt x="254" y="171"/>
                    </a:cubicBezTo>
                    <a:cubicBezTo>
                      <a:pt x="254" y="171"/>
                      <a:pt x="254" y="171"/>
                      <a:pt x="254" y="171"/>
                    </a:cubicBezTo>
                    <a:cubicBezTo>
                      <a:pt x="260" y="167"/>
                      <a:pt x="260" y="167"/>
                      <a:pt x="260" y="167"/>
                    </a:cubicBezTo>
                    <a:cubicBezTo>
                      <a:pt x="260" y="167"/>
                      <a:pt x="260" y="167"/>
                      <a:pt x="260" y="167"/>
                    </a:cubicBezTo>
                    <a:cubicBezTo>
                      <a:pt x="267" y="164"/>
                      <a:pt x="267" y="164"/>
                      <a:pt x="267" y="164"/>
                    </a:cubicBezTo>
                    <a:cubicBezTo>
                      <a:pt x="267" y="164"/>
                      <a:pt x="267" y="164"/>
                      <a:pt x="267" y="164"/>
                    </a:cubicBezTo>
                    <a:cubicBezTo>
                      <a:pt x="273" y="161"/>
                      <a:pt x="273" y="161"/>
                      <a:pt x="273" y="161"/>
                    </a:cubicBezTo>
                    <a:cubicBezTo>
                      <a:pt x="273" y="161"/>
                      <a:pt x="273" y="161"/>
                      <a:pt x="273" y="161"/>
                    </a:cubicBezTo>
                    <a:cubicBezTo>
                      <a:pt x="279" y="157"/>
                      <a:pt x="279" y="157"/>
                      <a:pt x="279" y="157"/>
                    </a:cubicBezTo>
                    <a:cubicBezTo>
                      <a:pt x="279" y="157"/>
                      <a:pt x="279" y="157"/>
                      <a:pt x="279" y="157"/>
                    </a:cubicBezTo>
                    <a:cubicBezTo>
                      <a:pt x="285" y="153"/>
                      <a:pt x="285" y="153"/>
                      <a:pt x="285" y="153"/>
                    </a:cubicBezTo>
                    <a:cubicBezTo>
                      <a:pt x="285" y="153"/>
                      <a:pt x="285" y="153"/>
                      <a:pt x="285" y="153"/>
                    </a:cubicBezTo>
                    <a:cubicBezTo>
                      <a:pt x="297" y="118"/>
                      <a:pt x="297" y="118"/>
                      <a:pt x="297" y="118"/>
                    </a:cubicBezTo>
                    <a:cubicBezTo>
                      <a:pt x="297" y="118"/>
                      <a:pt x="297" y="118"/>
                      <a:pt x="297" y="118"/>
                    </a:cubicBezTo>
                    <a:cubicBezTo>
                      <a:pt x="300" y="120"/>
                      <a:pt x="300" y="120"/>
                      <a:pt x="300" y="120"/>
                    </a:cubicBezTo>
                    <a:cubicBezTo>
                      <a:pt x="300" y="120"/>
                      <a:pt x="300" y="120"/>
                      <a:pt x="300" y="120"/>
                    </a:cubicBezTo>
                    <a:cubicBezTo>
                      <a:pt x="304" y="122"/>
                      <a:pt x="304" y="122"/>
                      <a:pt x="304" y="122"/>
                    </a:cubicBezTo>
                    <a:cubicBezTo>
                      <a:pt x="304" y="122"/>
                      <a:pt x="304" y="122"/>
                      <a:pt x="304" y="122"/>
                    </a:cubicBezTo>
                    <a:cubicBezTo>
                      <a:pt x="308" y="124"/>
                      <a:pt x="308" y="124"/>
                      <a:pt x="308" y="124"/>
                    </a:cubicBezTo>
                    <a:cubicBezTo>
                      <a:pt x="308" y="124"/>
                      <a:pt x="308" y="124"/>
                      <a:pt x="308" y="124"/>
                    </a:cubicBezTo>
                    <a:cubicBezTo>
                      <a:pt x="312" y="125"/>
                      <a:pt x="312" y="125"/>
                      <a:pt x="312" y="125"/>
                    </a:cubicBezTo>
                    <a:cubicBezTo>
                      <a:pt x="312" y="125"/>
                      <a:pt x="312" y="125"/>
                      <a:pt x="312" y="125"/>
                    </a:cubicBezTo>
                    <a:cubicBezTo>
                      <a:pt x="315" y="128"/>
                      <a:pt x="315" y="128"/>
                      <a:pt x="315" y="128"/>
                    </a:cubicBezTo>
                    <a:cubicBezTo>
                      <a:pt x="315" y="128"/>
                      <a:pt x="315" y="128"/>
                      <a:pt x="315" y="128"/>
                    </a:cubicBezTo>
                    <a:cubicBezTo>
                      <a:pt x="318" y="131"/>
                      <a:pt x="318" y="131"/>
                      <a:pt x="318" y="131"/>
                    </a:cubicBezTo>
                    <a:cubicBezTo>
                      <a:pt x="318" y="131"/>
                      <a:pt x="318" y="131"/>
                      <a:pt x="318" y="131"/>
                    </a:cubicBezTo>
                    <a:cubicBezTo>
                      <a:pt x="321" y="134"/>
                      <a:pt x="321" y="134"/>
                      <a:pt x="321" y="134"/>
                    </a:cubicBezTo>
                    <a:cubicBezTo>
                      <a:pt x="321" y="134"/>
                      <a:pt x="321" y="134"/>
                      <a:pt x="321" y="134"/>
                    </a:cubicBezTo>
                    <a:cubicBezTo>
                      <a:pt x="324" y="137"/>
                      <a:pt x="324" y="137"/>
                      <a:pt x="324" y="137"/>
                    </a:cubicBezTo>
                    <a:cubicBezTo>
                      <a:pt x="324" y="137"/>
                      <a:pt x="324" y="137"/>
                      <a:pt x="324" y="137"/>
                    </a:cubicBezTo>
                    <a:cubicBezTo>
                      <a:pt x="322" y="139"/>
                      <a:pt x="322" y="139"/>
                      <a:pt x="322" y="139"/>
                    </a:cubicBezTo>
                    <a:cubicBezTo>
                      <a:pt x="322" y="139"/>
                      <a:pt x="322" y="139"/>
                      <a:pt x="322" y="139"/>
                    </a:cubicBezTo>
                    <a:cubicBezTo>
                      <a:pt x="321" y="140"/>
                      <a:pt x="321" y="140"/>
                      <a:pt x="321" y="140"/>
                    </a:cubicBezTo>
                    <a:cubicBezTo>
                      <a:pt x="321" y="140"/>
                      <a:pt x="321" y="140"/>
                      <a:pt x="321" y="140"/>
                    </a:cubicBezTo>
                    <a:cubicBezTo>
                      <a:pt x="319" y="142"/>
                      <a:pt x="319" y="142"/>
                      <a:pt x="319" y="142"/>
                    </a:cubicBezTo>
                    <a:cubicBezTo>
                      <a:pt x="319" y="142"/>
                      <a:pt x="319" y="142"/>
                      <a:pt x="319" y="142"/>
                    </a:cubicBezTo>
                    <a:cubicBezTo>
                      <a:pt x="318" y="142"/>
                      <a:pt x="318" y="142"/>
                      <a:pt x="318" y="142"/>
                    </a:cubicBezTo>
                    <a:cubicBezTo>
                      <a:pt x="318" y="142"/>
                      <a:pt x="318" y="142"/>
                      <a:pt x="318" y="142"/>
                    </a:cubicBezTo>
                    <a:cubicBezTo>
                      <a:pt x="315" y="144"/>
                      <a:pt x="315" y="144"/>
                      <a:pt x="315" y="144"/>
                    </a:cubicBezTo>
                    <a:cubicBezTo>
                      <a:pt x="315" y="144"/>
                      <a:pt x="315" y="144"/>
                      <a:pt x="315" y="144"/>
                    </a:cubicBezTo>
                    <a:cubicBezTo>
                      <a:pt x="313" y="145"/>
                      <a:pt x="313" y="145"/>
                      <a:pt x="313" y="145"/>
                    </a:cubicBezTo>
                    <a:cubicBezTo>
                      <a:pt x="313" y="145"/>
                      <a:pt x="313" y="145"/>
                      <a:pt x="313" y="145"/>
                    </a:cubicBezTo>
                    <a:cubicBezTo>
                      <a:pt x="311" y="146"/>
                      <a:pt x="311" y="146"/>
                      <a:pt x="311" y="146"/>
                    </a:cubicBezTo>
                    <a:cubicBezTo>
                      <a:pt x="311" y="146"/>
                      <a:pt x="311" y="146"/>
                      <a:pt x="311" y="146"/>
                    </a:cubicBezTo>
                    <a:cubicBezTo>
                      <a:pt x="309" y="146"/>
                      <a:pt x="309" y="146"/>
                      <a:pt x="309" y="146"/>
                    </a:cubicBezTo>
                    <a:cubicBezTo>
                      <a:pt x="309" y="146"/>
                      <a:pt x="309" y="146"/>
                      <a:pt x="309" y="146"/>
                    </a:cubicBezTo>
                    <a:cubicBezTo>
                      <a:pt x="289" y="174"/>
                      <a:pt x="289" y="174"/>
                      <a:pt x="289" y="174"/>
                    </a:cubicBezTo>
                    <a:cubicBezTo>
                      <a:pt x="289" y="174"/>
                      <a:pt x="289" y="174"/>
                      <a:pt x="289" y="174"/>
                    </a:cubicBezTo>
                    <a:cubicBezTo>
                      <a:pt x="273" y="205"/>
                      <a:pt x="273" y="205"/>
                      <a:pt x="273" y="205"/>
                    </a:cubicBezTo>
                    <a:cubicBezTo>
                      <a:pt x="273" y="205"/>
                      <a:pt x="273" y="205"/>
                      <a:pt x="273" y="205"/>
                    </a:cubicBezTo>
                    <a:cubicBezTo>
                      <a:pt x="294" y="199"/>
                      <a:pt x="294" y="199"/>
                      <a:pt x="294" y="199"/>
                    </a:cubicBezTo>
                    <a:cubicBezTo>
                      <a:pt x="294" y="199"/>
                      <a:pt x="294" y="199"/>
                      <a:pt x="294" y="199"/>
                    </a:cubicBezTo>
                    <a:cubicBezTo>
                      <a:pt x="338" y="183"/>
                      <a:pt x="338" y="183"/>
                      <a:pt x="338" y="183"/>
                    </a:cubicBezTo>
                    <a:cubicBezTo>
                      <a:pt x="338" y="183"/>
                      <a:pt x="338" y="183"/>
                      <a:pt x="338" y="183"/>
                    </a:cubicBezTo>
                    <a:cubicBezTo>
                      <a:pt x="339" y="184"/>
                      <a:pt x="339" y="184"/>
                      <a:pt x="339" y="184"/>
                    </a:cubicBezTo>
                    <a:cubicBezTo>
                      <a:pt x="339" y="184"/>
                      <a:pt x="339" y="184"/>
                      <a:pt x="339" y="184"/>
                    </a:cubicBezTo>
                    <a:cubicBezTo>
                      <a:pt x="341" y="184"/>
                      <a:pt x="341" y="184"/>
                      <a:pt x="341" y="184"/>
                    </a:cubicBezTo>
                    <a:cubicBezTo>
                      <a:pt x="341" y="184"/>
                      <a:pt x="341" y="184"/>
                      <a:pt x="341" y="184"/>
                    </a:cubicBezTo>
                    <a:cubicBezTo>
                      <a:pt x="343" y="185"/>
                      <a:pt x="343" y="185"/>
                      <a:pt x="343" y="185"/>
                    </a:cubicBezTo>
                    <a:cubicBezTo>
                      <a:pt x="343" y="185"/>
                      <a:pt x="343" y="185"/>
                      <a:pt x="343" y="185"/>
                    </a:cubicBezTo>
                    <a:cubicBezTo>
                      <a:pt x="345" y="185"/>
                      <a:pt x="345" y="185"/>
                      <a:pt x="345" y="185"/>
                    </a:cubicBezTo>
                    <a:cubicBezTo>
                      <a:pt x="345" y="185"/>
                      <a:pt x="345" y="185"/>
                      <a:pt x="345" y="185"/>
                    </a:cubicBezTo>
                    <a:cubicBezTo>
                      <a:pt x="346" y="187"/>
                      <a:pt x="346" y="187"/>
                      <a:pt x="346" y="187"/>
                    </a:cubicBezTo>
                    <a:cubicBezTo>
                      <a:pt x="346" y="187"/>
                      <a:pt x="346" y="187"/>
                      <a:pt x="346" y="187"/>
                    </a:cubicBezTo>
                    <a:cubicBezTo>
                      <a:pt x="349" y="189"/>
                      <a:pt x="349" y="189"/>
                      <a:pt x="349" y="189"/>
                    </a:cubicBezTo>
                    <a:cubicBezTo>
                      <a:pt x="349" y="189"/>
                      <a:pt x="349" y="189"/>
                      <a:pt x="349" y="189"/>
                    </a:cubicBezTo>
                    <a:cubicBezTo>
                      <a:pt x="350" y="191"/>
                      <a:pt x="350" y="191"/>
                      <a:pt x="350" y="191"/>
                    </a:cubicBezTo>
                    <a:cubicBezTo>
                      <a:pt x="350" y="191"/>
                      <a:pt x="350" y="191"/>
                      <a:pt x="350" y="191"/>
                    </a:cubicBezTo>
                    <a:cubicBezTo>
                      <a:pt x="353" y="192"/>
                      <a:pt x="353" y="192"/>
                      <a:pt x="353" y="192"/>
                    </a:cubicBezTo>
                    <a:cubicBezTo>
                      <a:pt x="353" y="192"/>
                      <a:pt x="353" y="192"/>
                      <a:pt x="353" y="192"/>
                    </a:cubicBezTo>
                    <a:cubicBezTo>
                      <a:pt x="301" y="214"/>
                      <a:pt x="301" y="214"/>
                      <a:pt x="301" y="214"/>
                    </a:cubicBezTo>
                    <a:cubicBezTo>
                      <a:pt x="301" y="214"/>
                      <a:pt x="301" y="214"/>
                      <a:pt x="301" y="214"/>
                    </a:cubicBezTo>
                    <a:cubicBezTo>
                      <a:pt x="298" y="215"/>
                      <a:pt x="298" y="215"/>
                      <a:pt x="298" y="215"/>
                    </a:cubicBezTo>
                    <a:cubicBezTo>
                      <a:pt x="298" y="215"/>
                      <a:pt x="298" y="215"/>
                      <a:pt x="298" y="215"/>
                    </a:cubicBezTo>
                    <a:cubicBezTo>
                      <a:pt x="295" y="216"/>
                      <a:pt x="295" y="216"/>
                      <a:pt x="295" y="216"/>
                    </a:cubicBezTo>
                    <a:cubicBezTo>
                      <a:pt x="295" y="216"/>
                      <a:pt x="295" y="216"/>
                      <a:pt x="295" y="216"/>
                    </a:cubicBezTo>
                    <a:cubicBezTo>
                      <a:pt x="292" y="217"/>
                      <a:pt x="292" y="217"/>
                      <a:pt x="292" y="217"/>
                    </a:cubicBezTo>
                    <a:cubicBezTo>
                      <a:pt x="292" y="217"/>
                      <a:pt x="292" y="217"/>
                      <a:pt x="292" y="217"/>
                    </a:cubicBezTo>
                    <a:cubicBezTo>
                      <a:pt x="290" y="217"/>
                      <a:pt x="290" y="217"/>
                      <a:pt x="290" y="217"/>
                    </a:cubicBezTo>
                    <a:cubicBezTo>
                      <a:pt x="290" y="217"/>
                      <a:pt x="290" y="217"/>
                      <a:pt x="290" y="217"/>
                    </a:cubicBezTo>
                    <a:cubicBezTo>
                      <a:pt x="286" y="219"/>
                      <a:pt x="286" y="219"/>
                      <a:pt x="286" y="219"/>
                    </a:cubicBezTo>
                    <a:cubicBezTo>
                      <a:pt x="286" y="219"/>
                      <a:pt x="286" y="219"/>
                      <a:pt x="286" y="219"/>
                    </a:cubicBezTo>
                    <a:cubicBezTo>
                      <a:pt x="284" y="220"/>
                      <a:pt x="284" y="220"/>
                      <a:pt x="284" y="220"/>
                    </a:cubicBezTo>
                    <a:cubicBezTo>
                      <a:pt x="284" y="220"/>
                      <a:pt x="284" y="220"/>
                      <a:pt x="284" y="220"/>
                    </a:cubicBezTo>
                    <a:cubicBezTo>
                      <a:pt x="281" y="221"/>
                      <a:pt x="281" y="221"/>
                      <a:pt x="281" y="221"/>
                    </a:cubicBezTo>
                    <a:cubicBezTo>
                      <a:pt x="281" y="221"/>
                      <a:pt x="281" y="221"/>
                      <a:pt x="281" y="221"/>
                    </a:cubicBezTo>
                    <a:cubicBezTo>
                      <a:pt x="280" y="222"/>
                      <a:pt x="280" y="222"/>
                      <a:pt x="280" y="222"/>
                    </a:cubicBezTo>
                    <a:cubicBezTo>
                      <a:pt x="280" y="222"/>
                      <a:pt x="280" y="222"/>
                      <a:pt x="280" y="222"/>
                    </a:cubicBezTo>
                    <a:cubicBezTo>
                      <a:pt x="255" y="231"/>
                      <a:pt x="255" y="231"/>
                      <a:pt x="255" y="231"/>
                    </a:cubicBezTo>
                    <a:cubicBezTo>
                      <a:pt x="255" y="231"/>
                      <a:pt x="255" y="231"/>
                      <a:pt x="255" y="231"/>
                    </a:cubicBezTo>
                    <a:cubicBezTo>
                      <a:pt x="253" y="234"/>
                      <a:pt x="253" y="234"/>
                      <a:pt x="253" y="234"/>
                    </a:cubicBezTo>
                    <a:cubicBezTo>
                      <a:pt x="253" y="234"/>
                      <a:pt x="253" y="234"/>
                      <a:pt x="253" y="234"/>
                    </a:cubicBezTo>
                    <a:cubicBezTo>
                      <a:pt x="255" y="238"/>
                      <a:pt x="255" y="238"/>
                      <a:pt x="255" y="238"/>
                    </a:cubicBezTo>
                    <a:cubicBezTo>
                      <a:pt x="255" y="238"/>
                      <a:pt x="255" y="238"/>
                      <a:pt x="255" y="238"/>
                    </a:cubicBezTo>
                    <a:cubicBezTo>
                      <a:pt x="258" y="241"/>
                      <a:pt x="258" y="241"/>
                      <a:pt x="258" y="241"/>
                    </a:cubicBezTo>
                    <a:cubicBezTo>
                      <a:pt x="258" y="241"/>
                      <a:pt x="258" y="241"/>
                      <a:pt x="258" y="241"/>
                    </a:cubicBezTo>
                    <a:cubicBezTo>
                      <a:pt x="260" y="244"/>
                      <a:pt x="260" y="244"/>
                      <a:pt x="260" y="244"/>
                    </a:cubicBezTo>
                    <a:cubicBezTo>
                      <a:pt x="260" y="244"/>
                      <a:pt x="260" y="244"/>
                      <a:pt x="260" y="244"/>
                    </a:cubicBezTo>
                    <a:cubicBezTo>
                      <a:pt x="262" y="247"/>
                      <a:pt x="262" y="247"/>
                      <a:pt x="262" y="247"/>
                    </a:cubicBezTo>
                    <a:cubicBezTo>
                      <a:pt x="262" y="247"/>
                      <a:pt x="262" y="247"/>
                      <a:pt x="262" y="247"/>
                    </a:cubicBezTo>
                    <a:cubicBezTo>
                      <a:pt x="262" y="251"/>
                      <a:pt x="262" y="251"/>
                      <a:pt x="262" y="251"/>
                    </a:cubicBezTo>
                    <a:cubicBezTo>
                      <a:pt x="262" y="251"/>
                      <a:pt x="262" y="251"/>
                      <a:pt x="262" y="251"/>
                    </a:cubicBezTo>
                    <a:cubicBezTo>
                      <a:pt x="262" y="255"/>
                      <a:pt x="262" y="255"/>
                      <a:pt x="262" y="255"/>
                    </a:cubicBezTo>
                    <a:cubicBezTo>
                      <a:pt x="262" y="255"/>
                      <a:pt x="262" y="255"/>
                      <a:pt x="262" y="255"/>
                    </a:cubicBezTo>
                    <a:cubicBezTo>
                      <a:pt x="262" y="258"/>
                      <a:pt x="262" y="258"/>
                      <a:pt x="262" y="258"/>
                    </a:cubicBezTo>
                    <a:cubicBezTo>
                      <a:pt x="262" y="258"/>
                      <a:pt x="262" y="258"/>
                      <a:pt x="262" y="258"/>
                    </a:cubicBezTo>
                    <a:cubicBezTo>
                      <a:pt x="263" y="262"/>
                      <a:pt x="263" y="262"/>
                      <a:pt x="263" y="262"/>
                    </a:cubicBezTo>
                    <a:cubicBezTo>
                      <a:pt x="263" y="262"/>
                      <a:pt x="263" y="262"/>
                      <a:pt x="263" y="262"/>
                    </a:cubicBezTo>
                    <a:cubicBezTo>
                      <a:pt x="319" y="251"/>
                      <a:pt x="319" y="251"/>
                      <a:pt x="319" y="251"/>
                    </a:cubicBezTo>
                    <a:cubicBezTo>
                      <a:pt x="319" y="251"/>
                      <a:pt x="319" y="251"/>
                      <a:pt x="319" y="251"/>
                    </a:cubicBezTo>
                    <a:cubicBezTo>
                      <a:pt x="321" y="255"/>
                      <a:pt x="321" y="255"/>
                      <a:pt x="321" y="255"/>
                    </a:cubicBezTo>
                    <a:cubicBezTo>
                      <a:pt x="321" y="255"/>
                      <a:pt x="321" y="255"/>
                      <a:pt x="321" y="255"/>
                    </a:cubicBezTo>
                    <a:cubicBezTo>
                      <a:pt x="323" y="257"/>
                      <a:pt x="323" y="257"/>
                      <a:pt x="323" y="257"/>
                    </a:cubicBezTo>
                    <a:cubicBezTo>
                      <a:pt x="323" y="257"/>
                      <a:pt x="323" y="257"/>
                      <a:pt x="323" y="257"/>
                    </a:cubicBezTo>
                    <a:cubicBezTo>
                      <a:pt x="324" y="260"/>
                      <a:pt x="324" y="260"/>
                      <a:pt x="324" y="260"/>
                    </a:cubicBezTo>
                    <a:cubicBezTo>
                      <a:pt x="324" y="260"/>
                      <a:pt x="324" y="260"/>
                      <a:pt x="324" y="260"/>
                    </a:cubicBezTo>
                    <a:cubicBezTo>
                      <a:pt x="327" y="263"/>
                      <a:pt x="327" y="263"/>
                      <a:pt x="327" y="263"/>
                    </a:cubicBezTo>
                    <a:cubicBezTo>
                      <a:pt x="327" y="263"/>
                      <a:pt x="327" y="263"/>
                      <a:pt x="327" y="263"/>
                    </a:cubicBezTo>
                    <a:cubicBezTo>
                      <a:pt x="327" y="266"/>
                      <a:pt x="327" y="266"/>
                      <a:pt x="327" y="266"/>
                    </a:cubicBezTo>
                    <a:cubicBezTo>
                      <a:pt x="327" y="266"/>
                      <a:pt x="327" y="266"/>
                      <a:pt x="327" y="266"/>
                    </a:cubicBezTo>
                    <a:cubicBezTo>
                      <a:pt x="328" y="269"/>
                      <a:pt x="328" y="269"/>
                      <a:pt x="328" y="269"/>
                    </a:cubicBezTo>
                    <a:cubicBezTo>
                      <a:pt x="328" y="269"/>
                      <a:pt x="328" y="269"/>
                      <a:pt x="328" y="269"/>
                    </a:cubicBezTo>
                    <a:cubicBezTo>
                      <a:pt x="327" y="271"/>
                      <a:pt x="327" y="271"/>
                      <a:pt x="327" y="271"/>
                    </a:cubicBezTo>
                    <a:cubicBezTo>
                      <a:pt x="327" y="271"/>
                      <a:pt x="327" y="271"/>
                      <a:pt x="327" y="271"/>
                    </a:cubicBezTo>
                    <a:cubicBezTo>
                      <a:pt x="327" y="274"/>
                      <a:pt x="327" y="274"/>
                      <a:pt x="327" y="274"/>
                    </a:cubicBezTo>
                    <a:cubicBezTo>
                      <a:pt x="327" y="274"/>
                      <a:pt x="327" y="274"/>
                      <a:pt x="327" y="274"/>
                    </a:cubicBezTo>
                    <a:cubicBezTo>
                      <a:pt x="320" y="278"/>
                      <a:pt x="320" y="278"/>
                      <a:pt x="320" y="278"/>
                    </a:cubicBezTo>
                    <a:cubicBezTo>
                      <a:pt x="320" y="278"/>
                      <a:pt x="320" y="278"/>
                      <a:pt x="320" y="278"/>
                    </a:cubicBezTo>
                    <a:cubicBezTo>
                      <a:pt x="317" y="281"/>
                      <a:pt x="317" y="281"/>
                      <a:pt x="317" y="281"/>
                    </a:cubicBezTo>
                    <a:cubicBezTo>
                      <a:pt x="317" y="281"/>
                      <a:pt x="317" y="281"/>
                      <a:pt x="317" y="281"/>
                    </a:cubicBezTo>
                    <a:cubicBezTo>
                      <a:pt x="313" y="285"/>
                      <a:pt x="313" y="285"/>
                      <a:pt x="313" y="285"/>
                    </a:cubicBezTo>
                    <a:cubicBezTo>
                      <a:pt x="313" y="285"/>
                      <a:pt x="313" y="285"/>
                      <a:pt x="313" y="285"/>
                    </a:cubicBezTo>
                    <a:cubicBezTo>
                      <a:pt x="311" y="289"/>
                      <a:pt x="311" y="289"/>
                      <a:pt x="311" y="289"/>
                    </a:cubicBezTo>
                    <a:cubicBezTo>
                      <a:pt x="311" y="289"/>
                      <a:pt x="311" y="289"/>
                      <a:pt x="311" y="289"/>
                    </a:cubicBezTo>
                    <a:cubicBezTo>
                      <a:pt x="308" y="295"/>
                      <a:pt x="308" y="295"/>
                      <a:pt x="308" y="295"/>
                    </a:cubicBezTo>
                    <a:cubicBezTo>
                      <a:pt x="308" y="295"/>
                      <a:pt x="308" y="295"/>
                      <a:pt x="308" y="295"/>
                    </a:cubicBezTo>
                    <a:cubicBezTo>
                      <a:pt x="305" y="299"/>
                      <a:pt x="305" y="299"/>
                      <a:pt x="305" y="299"/>
                    </a:cubicBezTo>
                    <a:cubicBezTo>
                      <a:pt x="305" y="299"/>
                      <a:pt x="305" y="299"/>
                      <a:pt x="305" y="299"/>
                    </a:cubicBezTo>
                    <a:cubicBezTo>
                      <a:pt x="302" y="304"/>
                      <a:pt x="302" y="304"/>
                      <a:pt x="302" y="304"/>
                    </a:cubicBezTo>
                    <a:cubicBezTo>
                      <a:pt x="302" y="304"/>
                      <a:pt x="302" y="304"/>
                      <a:pt x="302" y="304"/>
                    </a:cubicBezTo>
                    <a:cubicBezTo>
                      <a:pt x="299" y="307"/>
                      <a:pt x="299" y="307"/>
                      <a:pt x="299" y="307"/>
                    </a:cubicBezTo>
                    <a:cubicBezTo>
                      <a:pt x="299" y="307"/>
                      <a:pt x="299" y="307"/>
                      <a:pt x="299" y="307"/>
                    </a:cubicBezTo>
                    <a:cubicBezTo>
                      <a:pt x="260" y="352"/>
                      <a:pt x="260" y="352"/>
                      <a:pt x="260" y="352"/>
                    </a:cubicBezTo>
                    <a:cubicBezTo>
                      <a:pt x="260" y="352"/>
                      <a:pt x="260" y="352"/>
                      <a:pt x="260" y="352"/>
                    </a:cubicBezTo>
                    <a:cubicBezTo>
                      <a:pt x="301" y="268"/>
                      <a:pt x="301" y="268"/>
                      <a:pt x="301" y="268"/>
                    </a:cubicBezTo>
                    <a:cubicBezTo>
                      <a:pt x="301" y="268"/>
                      <a:pt x="301" y="268"/>
                      <a:pt x="301" y="268"/>
                    </a:cubicBezTo>
                    <a:cubicBezTo>
                      <a:pt x="300" y="268"/>
                      <a:pt x="300" y="268"/>
                      <a:pt x="300" y="268"/>
                    </a:cubicBezTo>
                    <a:cubicBezTo>
                      <a:pt x="300" y="268"/>
                      <a:pt x="300" y="268"/>
                      <a:pt x="300" y="268"/>
                    </a:cubicBezTo>
                    <a:cubicBezTo>
                      <a:pt x="300" y="267"/>
                      <a:pt x="300" y="267"/>
                      <a:pt x="300" y="267"/>
                    </a:cubicBezTo>
                    <a:cubicBezTo>
                      <a:pt x="300" y="267"/>
                      <a:pt x="300" y="267"/>
                      <a:pt x="300" y="267"/>
                    </a:cubicBezTo>
                    <a:cubicBezTo>
                      <a:pt x="299" y="267"/>
                      <a:pt x="299" y="267"/>
                      <a:pt x="299" y="267"/>
                    </a:cubicBezTo>
                    <a:cubicBezTo>
                      <a:pt x="299" y="267"/>
                      <a:pt x="299" y="267"/>
                      <a:pt x="299" y="267"/>
                    </a:cubicBezTo>
                    <a:cubicBezTo>
                      <a:pt x="299" y="266"/>
                      <a:pt x="299" y="266"/>
                      <a:pt x="299" y="266"/>
                    </a:cubicBezTo>
                    <a:cubicBezTo>
                      <a:pt x="299" y="266"/>
                      <a:pt x="299" y="266"/>
                      <a:pt x="299" y="266"/>
                    </a:cubicBezTo>
                    <a:cubicBezTo>
                      <a:pt x="298" y="266"/>
                      <a:pt x="298" y="266"/>
                      <a:pt x="298" y="266"/>
                    </a:cubicBezTo>
                    <a:cubicBezTo>
                      <a:pt x="298" y="266"/>
                      <a:pt x="298" y="266"/>
                      <a:pt x="298" y="266"/>
                    </a:cubicBezTo>
                    <a:cubicBezTo>
                      <a:pt x="297" y="265"/>
                      <a:pt x="297" y="265"/>
                      <a:pt x="297" y="265"/>
                    </a:cubicBezTo>
                    <a:cubicBezTo>
                      <a:pt x="297" y="265"/>
                      <a:pt x="297" y="265"/>
                      <a:pt x="297" y="265"/>
                    </a:cubicBezTo>
                    <a:cubicBezTo>
                      <a:pt x="296" y="264"/>
                      <a:pt x="296" y="264"/>
                      <a:pt x="296" y="264"/>
                    </a:cubicBezTo>
                    <a:cubicBezTo>
                      <a:pt x="296" y="264"/>
                      <a:pt x="296" y="264"/>
                      <a:pt x="296" y="264"/>
                    </a:cubicBezTo>
                    <a:cubicBezTo>
                      <a:pt x="296" y="263"/>
                      <a:pt x="296" y="263"/>
                      <a:pt x="296" y="263"/>
                    </a:cubicBezTo>
                    <a:cubicBezTo>
                      <a:pt x="296" y="263"/>
                      <a:pt x="296" y="263"/>
                      <a:pt x="296" y="263"/>
                    </a:cubicBezTo>
                    <a:cubicBezTo>
                      <a:pt x="267" y="275"/>
                      <a:pt x="267" y="275"/>
                      <a:pt x="267" y="275"/>
                    </a:cubicBezTo>
                    <a:cubicBezTo>
                      <a:pt x="267" y="275"/>
                      <a:pt x="267" y="275"/>
                      <a:pt x="267" y="275"/>
                    </a:cubicBezTo>
                    <a:cubicBezTo>
                      <a:pt x="265" y="279"/>
                      <a:pt x="265" y="279"/>
                      <a:pt x="265" y="279"/>
                    </a:cubicBezTo>
                    <a:cubicBezTo>
                      <a:pt x="265" y="279"/>
                      <a:pt x="265" y="279"/>
                      <a:pt x="265" y="279"/>
                    </a:cubicBezTo>
                    <a:cubicBezTo>
                      <a:pt x="265" y="281"/>
                      <a:pt x="265" y="281"/>
                      <a:pt x="265" y="281"/>
                    </a:cubicBezTo>
                    <a:cubicBezTo>
                      <a:pt x="265" y="281"/>
                      <a:pt x="265" y="281"/>
                      <a:pt x="265" y="281"/>
                    </a:cubicBezTo>
                    <a:cubicBezTo>
                      <a:pt x="267" y="282"/>
                      <a:pt x="267" y="282"/>
                      <a:pt x="267" y="282"/>
                    </a:cubicBezTo>
                    <a:cubicBezTo>
                      <a:pt x="267" y="282"/>
                      <a:pt x="267" y="282"/>
                      <a:pt x="267" y="282"/>
                    </a:cubicBezTo>
                    <a:cubicBezTo>
                      <a:pt x="269" y="282"/>
                      <a:pt x="269" y="282"/>
                      <a:pt x="269" y="282"/>
                    </a:cubicBezTo>
                    <a:cubicBezTo>
                      <a:pt x="269" y="282"/>
                      <a:pt x="269" y="282"/>
                      <a:pt x="269" y="282"/>
                    </a:cubicBezTo>
                    <a:cubicBezTo>
                      <a:pt x="271" y="282"/>
                      <a:pt x="271" y="282"/>
                      <a:pt x="271" y="282"/>
                    </a:cubicBezTo>
                    <a:cubicBezTo>
                      <a:pt x="271" y="282"/>
                      <a:pt x="271" y="282"/>
                      <a:pt x="271" y="282"/>
                    </a:cubicBezTo>
                    <a:cubicBezTo>
                      <a:pt x="272" y="284"/>
                      <a:pt x="272" y="284"/>
                      <a:pt x="272" y="284"/>
                    </a:cubicBezTo>
                    <a:cubicBezTo>
                      <a:pt x="272" y="284"/>
                      <a:pt x="272" y="284"/>
                      <a:pt x="272" y="284"/>
                    </a:cubicBezTo>
                    <a:cubicBezTo>
                      <a:pt x="274" y="285"/>
                      <a:pt x="274" y="285"/>
                      <a:pt x="274" y="285"/>
                    </a:cubicBezTo>
                    <a:cubicBezTo>
                      <a:pt x="274" y="285"/>
                      <a:pt x="274" y="285"/>
                      <a:pt x="274" y="285"/>
                    </a:cubicBezTo>
                    <a:cubicBezTo>
                      <a:pt x="275" y="286"/>
                      <a:pt x="275" y="286"/>
                      <a:pt x="275" y="286"/>
                    </a:cubicBezTo>
                    <a:cubicBezTo>
                      <a:pt x="275" y="286"/>
                      <a:pt x="275" y="286"/>
                      <a:pt x="275" y="286"/>
                    </a:cubicBezTo>
                    <a:cubicBezTo>
                      <a:pt x="277" y="287"/>
                      <a:pt x="277" y="287"/>
                      <a:pt x="277" y="287"/>
                    </a:cubicBezTo>
                    <a:cubicBezTo>
                      <a:pt x="277" y="287"/>
                      <a:pt x="277" y="287"/>
                      <a:pt x="277" y="287"/>
                    </a:cubicBezTo>
                    <a:cubicBezTo>
                      <a:pt x="273" y="294"/>
                      <a:pt x="273" y="294"/>
                      <a:pt x="273" y="294"/>
                    </a:cubicBezTo>
                    <a:cubicBezTo>
                      <a:pt x="273" y="294"/>
                      <a:pt x="273" y="294"/>
                      <a:pt x="273" y="294"/>
                    </a:cubicBezTo>
                    <a:cubicBezTo>
                      <a:pt x="267" y="298"/>
                      <a:pt x="267" y="298"/>
                      <a:pt x="267" y="298"/>
                    </a:cubicBezTo>
                    <a:cubicBezTo>
                      <a:pt x="267" y="298"/>
                      <a:pt x="267" y="298"/>
                      <a:pt x="267" y="298"/>
                    </a:cubicBezTo>
                    <a:cubicBezTo>
                      <a:pt x="260" y="302"/>
                      <a:pt x="260" y="302"/>
                      <a:pt x="260" y="302"/>
                    </a:cubicBezTo>
                    <a:cubicBezTo>
                      <a:pt x="260" y="302"/>
                      <a:pt x="260" y="302"/>
                      <a:pt x="260" y="302"/>
                    </a:cubicBezTo>
                    <a:cubicBezTo>
                      <a:pt x="254" y="306"/>
                      <a:pt x="254" y="306"/>
                      <a:pt x="254" y="306"/>
                    </a:cubicBezTo>
                    <a:cubicBezTo>
                      <a:pt x="254" y="306"/>
                      <a:pt x="254" y="306"/>
                      <a:pt x="254" y="306"/>
                    </a:cubicBezTo>
                    <a:cubicBezTo>
                      <a:pt x="248" y="311"/>
                      <a:pt x="248" y="311"/>
                      <a:pt x="248" y="311"/>
                    </a:cubicBezTo>
                    <a:cubicBezTo>
                      <a:pt x="248" y="311"/>
                      <a:pt x="248" y="311"/>
                      <a:pt x="248" y="311"/>
                    </a:cubicBezTo>
                    <a:cubicBezTo>
                      <a:pt x="243" y="316"/>
                      <a:pt x="243" y="316"/>
                      <a:pt x="243" y="316"/>
                    </a:cubicBezTo>
                    <a:cubicBezTo>
                      <a:pt x="243" y="316"/>
                      <a:pt x="243" y="316"/>
                      <a:pt x="243" y="316"/>
                    </a:cubicBezTo>
                    <a:cubicBezTo>
                      <a:pt x="241" y="323"/>
                      <a:pt x="241" y="323"/>
                      <a:pt x="241" y="323"/>
                    </a:cubicBezTo>
                    <a:cubicBezTo>
                      <a:pt x="241" y="323"/>
                      <a:pt x="241" y="323"/>
                      <a:pt x="241" y="323"/>
                    </a:cubicBezTo>
                    <a:cubicBezTo>
                      <a:pt x="243" y="331"/>
                      <a:pt x="243" y="331"/>
                      <a:pt x="243" y="331"/>
                    </a:cubicBezTo>
                    <a:cubicBezTo>
                      <a:pt x="243" y="331"/>
                      <a:pt x="243" y="331"/>
                      <a:pt x="243" y="331"/>
                    </a:cubicBezTo>
                    <a:cubicBezTo>
                      <a:pt x="243" y="333"/>
                      <a:pt x="243" y="333"/>
                      <a:pt x="243" y="333"/>
                    </a:cubicBezTo>
                    <a:cubicBezTo>
                      <a:pt x="243" y="333"/>
                      <a:pt x="243" y="333"/>
                      <a:pt x="243" y="333"/>
                    </a:cubicBezTo>
                    <a:cubicBezTo>
                      <a:pt x="244" y="334"/>
                      <a:pt x="244" y="334"/>
                      <a:pt x="244" y="334"/>
                    </a:cubicBezTo>
                    <a:cubicBezTo>
                      <a:pt x="244" y="334"/>
                      <a:pt x="244" y="334"/>
                      <a:pt x="244" y="334"/>
                    </a:cubicBezTo>
                    <a:cubicBezTo>
                      <a:pt x="246" y="335"/>
                      <a:pt x="246" y="335"/>
                      <a:pt x="246" y="335"/>
                    </a:cubicBezTo>
                    <a:cubicBezTo>
                      <a:pt x="246" y="335"/>
                      <a:pt x="246" y="335"/>
                      <a:pt x="246" y="335"/>
                    </a:cubicBezTo>
                    <a:cubicBezTo>
                      <a:pt x="248" y="335"/>
                      <a:pt x="248" y="335"/>
                      <a:pt x="248" y="335"/>
                    </a:cubicBezTo>
                    <a:cubicBezTo>
                      <a:pt x="248" y="335"/>
                      <a:pt x="248" y="335"/>
                      <a:pt x="248" y="335"/>
                    </a:cubicBezTo>
                    <a:cubicBezTo>
                      <a:pt x="249" y="336"/>
                      <a:pt x="249" y="336"/>
                      <a:pt x="249" y="336"/>
                    </a:cubicBezTo>
                    <a:cubicBezTo>
                      <a:pt x="249" y="336"/>
                      <a:pt x="249" y="336"/>
                      <a:pt x="249" y="336"/>
                    </a:cubicBezTo>
                    <a:cubicBezTo>
                      <a:pt x="250" y="336"/>
                      <a:pt x="250" y="336"/>
                      <a:pt x="250" y="336"/>
                    </a:cubicBezTo>
                    <a:cubicBezTo>
                      <a:pt x="250" y="336"/>
                      <a:pt x="250" y="336"/>
                      <a:pt x="250" y="336"/>
                    </a:cubicBezTo>
                    <a:cubicBezTo>
                      <a:pt x="251" y="337"/>
                      <a:pt x="251" y="337"/>
                      <a:pt x="251" y="337"/>
                    </a:cubicBezTo>
                    <a:cubicBezTo>
                      <a:pt x="251" y="337"/>
                      <a:pt x="251" y="337"/>
                      <a:pt x="251" y="337"/>
                    </a:cubicBezTo>
                    <a:cubicBezTo>
                      <a:pt x="253" y="338"/>
                      <a:pt x="253" y="338"/>
                      <a:pt x="253" y="338"/>
                    </a:cubicBezTo>
                    <a:cubicBezTo>
                      <a:pt x="253" y="338"/>
                      <a:pt x="253" y="338"/>
                      <a:pt x="253" y="338"/>
                    </a:cubicBezTo>
                    <a:cubicBezTo>
                      <a:pt x="208" y="370"/>
                      <a:pt x="208" y="370"/>
                      <a:pt x="208" y="370"/>
                    </a:cubicBezTo>
                    <a:cubicBezTo>
                      <a:pt x="208" y="370"/>
                      <a:pt x="208" y="370"/>
                      <a:pt x="208" y="370"/>
                    </a:cubicBezTo>
                    <a:cubicBezTo>
                      <a:pt x="189" y="384"/>
                      <a:pt x="189" y="384"/>
                      <a:pt x="189" y="384"/>
                    </a:cubicBezTo>
                    <a:cubicBezTo>
                      <a:pt x="185" y="386"/>
                      <a:pt x="185" y="386"/>
                      <a:pt x="185" y="386"/>
                    </a:cubicBezTo>
                    <a:cubicBezTo>
                      <a:pt x="159" y="402"/>
                      <a:pt x="159" y="402"/>
                      <a:pt x="159" y="402"/>
                    </a:cubicBezTo>
                    <a:cubicBezTo>
                      <a:pt x="159" y="402"/>
                      <a:pt x="159" y="402"/>
                      <a:pt x="159" y="402"/>
                    </a:cubicBezTo>
                    <a:cubicBezTo>
                      <a:pt x="158" y="404"/>
                      <a:pt x="158" y="404"/>
                      <a:pt x="158" y="404"/>
                    </a:cubicBezTo>
                    <a:cubicBezTo>
                      <a:pt x="158" y="404"/>
                      <a:pt x="158" y="404"/>
                      <a:pt x="158" y="404"/>
                    </a:cubicBezTo>
                    <a:cubicBezTo>
                      <a:pt x="157" y="405"/>
                      <a:pt x="157" y="405"/>
                      <a:pt x="157" y="405"/>
                    </a:cubicBezTo>
                    <a:cubicBezTo>
                      <a:pt x="157" y="405"/>
                      <a:pt x="157" y="405"/>
                      <a:pt x="157" y="405"/>
                    </a:cubicBezTo>
                    <a:cubicBezTo>
                      <a:pt x="157" y="406"/>
                      <a:pt x="157" y="406"/>
                      <a:pt x="157" y="406"/>
                    </a:cubicBezTo>
                    <a:cubicBezTo>
                      <a:pt x="157" y="406"/>
                      <a:pt x="157" y="406"/>
                      <a:pt x="157" y="406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9"/>
                      <a:pt x="157" y="409"/>
                      <a:pt x="157" y="409"/>
                    </a:cubicBezTo>
                    <a:cubicBezTo>
                      <a:pt x="157" y="409"/>
                      <a:pt x="157" y="409"/>
                      <a:pt x="157" y="409"/>
                    </a:cubicBezTo>
                    <a:cubicBezTo>
                      <a:pt x="157" y="410"/>
                      <a:pt x="157" y="410"/>
                      <a:pt x="157" y="410"/>
                    </a:cubicBezTo>
                    <a:cubicBezTo>
                      <a:pt x="157" y="410"/>
                      <a:pt x="157" y="410"/>
                      <a:pt x="157" y="410"/>
                    </a:cubicBezTo>
                    <a:cubicBezTo>
                      <a:pt x="157" y="410"/>
                      <a:pt x="157" y="410"/>
                      <a:pt x="157" y="410"/>
                    </a:cubicBezTo>
                    <a:cubicBezTo>
                      <a:pt x="157" y="410"/>
                      <a:pt x="157" y="410"/>
                      <a:pt x="157" y="410"/>
                    </a:cubicBezTo>
                    <a:cubicBezTo>
                      <a:pt x="158" y="411"/>
                      <a:pt x="158" y="411"/>
                      <a:pt x="158" y="411"/>
                    </a:cubicBezTo>
                    <a:cubicBezTo>
                      <a:pt x="158" y="411"/>
                      <a:pt x="158" y="411"/>
                      <a:pt x="158" y="411"/>
                    </a:cubicBezTo>
                    <a:cubicBezTo>
                      <a:pt x="161" y="412"/>
                      <a:pt x="161" y="412"/>
                      <a:pt x="161" y="412"/>
                    </a:cubicBezTo>
                    <a:cubicBezTo>
                      <a:pt x="161" y="412"/>
                      <a:pt x="161" y="412"/>
                      <a:pt x="161" y="412"/>
                    </a:cubicBezTo>
                    <a:cubicBezTo>
                      <a:pt x="165" y="412"/>
                      <a:pt x="165" y="412"/>
                      <a:pt x="165" y="412"/>
                    </a:cubicBezTo>
                    <a:cubicBezTo>
                      <a:pt x="165" y="412"/>
                      <a:pt x="165" y="412"/>
                      <a:pt x="165" y="412"/>
                    </a:cubicBezTo>
                    <a:cubicBezTo>
                      <a:pt x="168" y="411"/>
                      <a:pt x="168" y="411"/>
                      <a:pt x="168" y="411"/>
                    </a:cubicBezTo>
                    <a:cubicBezTo>
                      <a:pt x="168" y="411"/>
                      <a:pt x="168" y="411"/>
                      <a:pt x="168" y="411"/>
                    </a:cubicBezTo>
                    <a:cubicBezTo>
                      <a:pt x="172" y="410"/>
                      <a:pt x="172" y="410"/>
                      <a:pt x="172" y="410"/>
                    </a:cubicBezTo>
                    <a:cubicBezTo>
                      <a:pt x="172" y="410"/>
                      <a:pt x="172" y="410"/>
                      <a:pt x="172" y="410"/>
                    </a:cubicBezTo>
                    <a:cubicBezTo>
                      <a:pt x="175" y="409"/>
                      <a:pt x="175" y="409"/>
                      <a:pt x="175" y="409"/>
                    </a:cubicBezTo>
                    <a:cubicBezTo>
                      <a:pt x="175" y="409"/>
                      <a:pt x="175" y="409"/>
                      <a:pt x="175" y="409"/>
                    </a:cubicBezTo>
                    <a:cubicBezTo>
                      <a:pt x="178" y="406"/>
                      <a:pt x="178" y="406"/>
                      <a:pt x="178" y="406"/>
                    </a:cubicBezTo>
                    <a:cubicBezTo>
                      <a:pt x="178" y="406"/>
                      <a:pt x="178" y="406"/>
                      <a:pt x="178" y="406"/>
                    </a:cubicBezTo>
                    <a:cubicBezTo>
                      <a:pt x="181" y="404"/>
                      <a:pt x="181" y="404"/>
                      <a:pt x="181" y="404"/>
                    </a:cubicBezTo>
                    <a:cubicBezTo>
                      <a:pt x="181" y="404"/>
                      <a:pt x="181" y="404"/>
                      <a:pt x="181" y="404"/>
                    </a:cubicBezTo>
                    <a:cubicBezTo>
                      <a:pt x="185" y="401"/>
                      <a:pt x="185" y="401"/>
                      <a:pt x="185" y="401"/>
                    </a:cubicBezTo>
                    <a:cubicBezTo>
                      <a:pt x="185" y="401"/>
                      <a:pt x="185" y="401"/>
                      <a:pt x="185" y="401"/>
                    </a:cubicBezTo>
                    <a:cubicBezTo>
                      <a:pt x="212" y="386"/>
                      <a:pt x="212" y="386"/>
                      <a:pt x="212" y="386"/>
                    </a:cubicBezTo>
                    <a:cubicBezTo>
                      <a:pt x="212" y="386"/>
                      <a:pt x="212" y="386"/>
                      <a:pt x="212" y="386"/>
                    </a:cubicBezTo>
                    <a:cubicBezTo>
                      <a:pt x="205" y="394"/>
                      <a:pt x="205" y="394"/>
                      <a:pt x="205" y="394"/>
                    </a:cubicBezTo>
                    <a:cubicBezTo>
                      <a:pt x="205" y="394"/>
                      <a:pt x="205" y="394"/>
                      <a:pt x="205" y="394"/>
                    </a:cubicBezTo>
                    <a:cubicBezTo>
                      <a:pt x="198" y="400"/>
                      <a:pt x="198" y="400"/>
                      <a:pt x="198" y="400"/>
                    </a:cubicBezTo>
                    <a:cubicBezTo>
                      <a:pt x="198" y="400"/>
                      <a:pt x="198" y="400"/>
                      <a:pt x="198" y="400"/>
                    </a:cubicBezTo>
                    <a:cubicBezTo>
                      <a:pt x="190" y="407"/>
                      <a:pt x="190" y="407"/>
                      <a:pt x="190" y="407"/>
                    </a:cubicBezTo>
                    <a:cubicBezTo>
                      <a:pt x="190" y="407"/>
                      <a:pt x="190" y="407"/>
                      <a:pt x="190" y="407"/>
                    </a:cubicBezTo>
                    <a:cubicBezTo>
                      <a:pt x="182" y="412"/>
                      <a:pt x="182" y="412"/>
                      <a:pt x="182" y="412"/>
                    </a:cubicBezTo>
                    <a:cubicBezTo>
                      <a:pt x="182" y="412"/>
                      <a:pt x="182" y="412"/>
                      <a:pt x="182" y="412"/>
                    </a:cubicBezTo>
                    <a:cubicBezTo>
                      <a:pt x="174" y="419"/>
                      <a:pt x="174" y="419"/>
                      <a:pt x="174" y="419"/>
                    </a:cubicBezTo>
                    <a:cubicBezTo>
                      <a:pt x="174" y="419"/>
                      <a:pt x="174" y="419"/>
                      <a:pt x="174" y="419"/>
                    </a:cubicBezTo>
                    <a:cubicBezTo>
                      <a:pt x="166" y="424"/>
                      <a:pt x="166" y="424"/>
                      <a:pt x="166" y="424"/>
                    </a:cubicBezTo>
                    <a:cubicBezTo>
                      <a:pt x="166" y="424"/>
                      <a:pt x="166" y="424"/>
                      <a:pt x="166" y="424"/>
                    </a:cubicBezTo>
                    <a:cubicBezTo>
                      <a:pt x="156" y="430"/>
                      <a:pt x="156" y="430"/>
                      <a:pt x="156" y="430"/>
                    </a:cubicBezTo>
                    <a:cubicBezTo>
                      <a:pt x="156" y="430"/>
                      <a:pt x="156" y="430"/>
                      <a:pt x="156" y="430"/>
                    </a:cubicBezTo>
                    <a:cubicBezTo>
                      <a:pt x="149" y="436"/>
                      <a:pt x="149" y="436"/>
                      <a:pt x="149" y="436"/>
                    </a:cubicBezTo>
                    <a:cubicBezTo>
                      <a:pt x="149" y="436"/>
                      <a:pt x="149" y="436"/>
                      <a:pt x="149" y="436"/>
                    </a:cubicBezTo>
                    <a:cubicBezTo>
                      <a:pt x="147" y="437"/>
                      <a:pt x="147" y="437"/>
                      <a:pt x="147" y="437"/>
                    </a:cubicBezTo>
                    <a:cubicBezTo>
                      <a:pt x="147" y="437"/>
                      <a:pt x="147" y="437"/>
                      <a:pt x="147" y="437"/>
                    </a:cubicBezTo>
                    <a:cubicBezTo>
                      <a:pt x="146" y="437"/>
                      <a:pt x="146" y="437"/>
                      <a:pt x="146" y="437"/>
                    </a:cubicBezTo>
                    <a:cubicBezTo>
                      <a:pt x="146" y="437"/>
                      <a:pt x="146" y="437"/>
                      <a:pt x="146" y="437"/>
                    </a:cubicBezTo>
                    <a:cubicBezTo>
                      <a:pt x="144" y="437"/>
                      <a:pt x="144" y="437"/>
                      <a:pt x="144" y="437"/>
                    </a:cubicBezTo>
                    <a:cubicBezTo>
                      <a:pt x="144" y="437"/>
                      <a:pt x="144" y="437"/>
                      <a:pt x="144" y="437"/>
                    </a:cubicBezTo>
                    <a:cubicBezTo>
                      <a:pt x="142" y="437"/>
                      <a:pt x="142" y="437"/>
                      <a:pt x="142" y="437"/>
                    </a:cubicBezTo>
                    <a:cubicBezTo>
                      <a:pt x="142" y="437"/>
                      <a:pt x="142" y="437"/>
                      <a:pt x="142" y="437"/>
                    </a:cubicBezTo>
                    <a:cubicBezTo>
                      <a:pt x="140" y="437"/>
                      <a:pt x="140" y="437"/>
                      <a:pt x="140" y="437"/>
                    </a:cubicBezTo>
                    <a:cubicBezTo>
                      <a:pt x="140" y="437"/>
                      <a:pt x="140" y="437"/>
                      <a:pt x="140" y="437"/>
                    </a:cubicBezTo>
                    <a:cubicBezTo>
                      <a:pt x="139" y="436"/>
                      <a:pt x="139" y="436"/>
                      <a:pt x="139" y="436"/>
                    </a:cubicBezTo>
                    <a:cubicBezTo>
                      <a:pt x="139" y="436"/>
                      <a:pt x="139" y="436"/>
                      <a:pt x="139" y="436"/>
                    </a:cubicBezTo>
                    <a:cubicBezTo>
                      <a:pt x="137" y="436"/>
                      <a:pt x="137" y="436"/>
                      <a:pt x="137" y="436"/>
                    </a:cubicBezTo>
                    <a:cubicBezTo>
                      <a:pt x="137" y="436"/>
                      <a:pt x="137" y="436"/>
                      <a:pt x="137" y="436"/>
                    </a:cubicBezTo>
                    <a:cubicBezTo>
                      <a:pt x="137" y="434"/>
                      <a:pt x="137" y="434"/>
                      <a:pt x="137" y="434"/>
                    </a:cubicBezTo>
                    <a:cubicBezTo>
                      <a:pt x="137" y="434"/>
                      <a:pt x="137" y="434"/>
                      <a:pt x="137" y="434"/>
                    </a:cubicBezTo>
                    <a:cubicBezTo>
                      <a:pt x="136" y="432"/>
                      <a:pt x="136" y="432"/>
                      <a:pt x="136" y="432"/>
                    </a:cubicBezTo>
                    <a:cubicBezTo>
                      <a:pt x="136" y="432"/>
                      <a:pt x="136" y="432"/>
                      <a:pt x="136" y="432"/>
                    </a:cubicBezTo>
                    <a:cubicBezTo>
                      <a:pt x="135" y="430"/>
                      <a:pt x="135" y="430"/>
                      <a:pt x="135" y="430"/>
                    </a:cubicBezTo>
                    <a:cubicBezTo>
                      <a:pt x="135" y="430"/>
                      <a:pt x="135" y="430"/>
                      <a:pt x="135" y="430"/>
                    </a:cubicBezTo>
                    <a:cubicBezTo>
                      <a:pt x="133" y="427"/>
                      <a:pt x="133" y="427"/>
                      <a:pt x="133" y="427"/>
                    </a:cubicBezTo>
                    <a:cubicBezTo>
                      <a:pt x="133" y="427"/>
                      <a:pt x="133" y="427"/>
                      <a:pt x="133" y="427"/>
                    </a:cubicBezTo>
                    <a:cubicBezTo>
                      <a:pt x="131" y="424"/>
                      <a:pt x="131" y="424"/>
                      <a:pt x="131" y="424"/>
                    </a:cubicBezTo>
                    <a:cubicBezTo>
                      <a:pt x="131" y="424"/>
                      <a:pt x="131" y="424"/>
                      <a:pt x="131" y="424"/>
                    </a:cubicBezTo>
                    <a:cubicBezTo>
                      <a:pt x="129" y="423"/>
                      <a:pt x="129" y="423"/>
                      <a:pt x="129" y="423"/>
                    </a:cubicBezTo>
                    <a:cubicBezTo>
                      <a:pt x="129" y="423"/>
                      <a:pt x="129" y="423"/>
                      <a:pt x="129" y="423"/>
                    </a:cubicBezTo>
                    <a:cubicBezTo>
                      <a:pt x="129" y="420"/>
                      <a:pt x="129" y="420"/>
                      <a:pt x="129" y="420"/>
                    </a:cubicBezTo>
                    <a:cubicBezTo>
                      <a:pt x="129" y="420"/>
                      <a:pt x="129" y="420"/>
                      <a:pt x="129" y="420"/>
                    </a:cubicBezTo>
                    <a:cubicBezTo>
                      <a:pt x="129" y="417"/>
                      <a:pt x="129" y="417"/>
                      <a:pt x="129" y="417"/>
                    </a:cubicBezTo>
                    <a:cubicBezTo>
                      <a:pt x="129" y="417"/>
                      <a:pt x="129" y="417"/>
                      <a:pt x="129" y="417"/>
                    </a:cubicBezTo>
                    <a:cubicBezTo>
                      <a:pt x="132" y="414"/>
                      <a:pt x="132" y="414"/>
                      <a:pt x="132" y="414"/>
                    </a:cubicBezTo>
                    <a:cubicBezTo>
                      <a:pt x="132" y="414"/>
                      <a:pt x="132" y="414"/>
                      <a:pt x="132" y="414"/>
                    </a:cubicBezTo>
                    <a:cubicBezTo>
                      <a:pt x="187" y="380"/>
                      <a:pt x="187" y="380"/>
                      <a:pt x="187" y="380"/>
                    </a:cubicBezTo>
                    <a:cubicBezTo>
                      <a:pt x="187" y="380"/>
                      <a:pt x="187" y="380"/>
                      <a:pt x="187" y="380"/>
                    </a:cubicBezTo>
                    <a:cubicBezTo>
                      <a:pt x="187" y="380"/>
                      <a:pt x="187" y="380"/>
                      <a:pt x="187" y="380"/>
                    </a:cubicBezTo>
                    <a:cubicBezTo>
                      <a:pt x="187" y="380"/>
                      <a:pt x="187" y="380"/>
                      <a:pt x="187" y="380"/>
                    </a:cubicBezTo>
                    <a:cubicBezTo>
                      <a:pt x="188" y="380"/>
                      <a:pt x="188" y="380"/>
                      <a:pt x="188" y="380"/>
                    </a:cubicBezTo>
                    <a:cubicBezTo>
                      <a:pt x="188" y="380"/>
                      <a:pt x="188" y="380"/>
                      <a:pt x="188" y="380"/>
                    </a:cubicBezTo>
                    <a:cubicBezTo>
                      <a:pt x="189" y="379"/>
                      <a:pt x="189" y="379"/>
                      <a:pt x="189" y="379"/>
                    </a:cubicBezTo>
                    <a:cubicBezTo>
                      <a:pt x="189" y="379"/>
                      <a:pt x="189" y="379"/>
                      <a:pt x="189" y="379"/>
                    </a:cubicBezTo>
                    <a:cubicBezTo>
                      <a:pt x="191" y="378"/>
                      <a:pt x="191" y="378"/>
                      <a:pt x="191" y="378"/>
                    </a:cubicBezTo>
                    <a:cubicBezTo>
                      <a:pt x="191" y="378"/>
                      <a:pt x="191" y="378"/>
                      <a:pt x="191" y="378"/>
                    </a:cubicBezTo>
                    <a:cubicBezTo>
                      <a:pt x="191" y="378"/>
                      <a:pt x="191" y="378"/>
                      <a:pt x="191" y="378"/>
                    </a:cubicBezTo>
                    <a:cubicBezTo>
                      <a:pt x="191" y="378"/>
                      <a:pt x="191" y="378"/>
                      <a:pt x="191" y="378"/>
                    </a:cubicBezTo>
                    <a:cubicBezTo>
                      <a:pt x="193" y="376"/>
                      <a:pt x="193" y="376"/>
                      <a:pt x="193" y="376"/>
                    </a:cubicBezTo>
                    <a:cubicBezTo>
                      <a:pt x="193" y="376"/>
                      <a:pt x="193" y="376"/>
                      <a:pt x="193" y="376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6" y="374"/>
                      <a:pt x="196" y="374"/>
                      <a:pt x="196" y="374"/>
                    </a:cubicBezTo>
                    <a:cubicBezTo>
                      <a:pt x="196" y="374"/>
                      <a:pt x="196" y="374"/>
                      <a:pt x="196" y="374"/>
                    </a:cubicBezTo>
                    <a:cubicBezTo>
                      <a:pt x="196" y="374"/>
                      <a:pt x="196" y="374"/>
                      <a:pt x="196" y="374"/>
                    </a:cubicBezTo>
                    <a:cubicBezTo>
                      <a:pt x="196" y="374"/>
                      <a:pt x="196" y="374"/>
                      <a:pt x="196" y="374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7" y="370"/>
                      <a:pt x="197" y="370"/>
                      <a:pt x="197" y="370"/>
                    </a:cubicBezTo>
                    <a:cubicBezTo>
                      <a:pt x="197" y="370"/>
                      <a:pt x="197" y="370"/>
                      <a:pt x="197" y="370"/>
                    </a:cubicBezTo>
                    <a:cubicBezTo>
                      <a:pt x="196" y="369"/>
                      <a:pt x="196" y="369"/>
                      <a:pt x="196" y="369"/>
                    </a:cubicBezTo>
                    <a:cubicBezTo>
                      <a:pt x="196" y="369"/>
                      <a:pt x="196" y="369"/>
                      <a:pt x="196" y="369"/>
                    </a:cubicBezTo>
                    <a:cubicBezTo>
                      <a:pt x="196" y="367"/>
                      <a:pt x="196" y="367"/>
                      <a:pt x="196" y="367"/>
                    </a:cubicBezTo>
                    <a:cubicBezTo>
                      <a:pt x="196" y="367"/>
                      <a:pt x="196" y="367"/>
                      <a:pt x="196" y="367"/>
                    </a:cubicBezTo>
                    <a:cubicBezTo>
                      <a:pt x="196" y="367"/>
                      <a:pt x="196" y="367"/>
                      <a:pt x="196" y="367"/>
                    </a:cubicBezTo>
                    <a:cubicBezTo>
                      <a:pt x="196" y="367"/>
                      <a:pt x="196" y="367"/>
                      <a:pt x="196" y="367"/>
                    </a:cubicBezTo>
                    <a:cubicBezTo>
                      <a:pt x="196" y="365"/>
                      <a:pt x="196" y="365"/>
                      <a:pt x="196" y="365"/>
                    </a:cubicBezTo>
                    <a:cubicBezTo>
                      <a:pt x="196" y="365"/>
                      <a:pt x="196" y="365"/>
                      <a:pt x="196" y="365"/>
                    </a:cubicBezTo>
                    <a:cubicBezTo>
                      <a:pt x="191" y="365"/>
                      <a:pt x="191" y="365"/>
                      <a:pt x="191" y="365"/>
                    </a:cubicBezTo>
                    <a:cubicBezTo>
                      <a:pt x="191" y="365"/>
                      <a:pt x="191" y="365"/>
                      <a:pt x="191" y="365"/>
                    </a:cubicBezTo>
                    <a:cubicBezTo>
                      <a:pt x="189" y="363"/>
                      <a:pt x="189" y="363"/>
                      <a:pt x="189" y="363"/>
                    </a:cubicBezTo>
                    <a:cubicBezTo>
                      <a:pt x="189" y="363"/>
                      <a:pt x="189" y="363"/>
                      <a:pt x="189" y="363"/>
                    </a:cubicBezTo>
                    <a:cubicBezTo>
                      <a:pt x="186" y="361"/>
                      <a:pt x="186" y="361"/>
                      <a:pt x="186" y="361"/>
                    </a:cubicBezTo>
                    <a:cubicBezTo>
                      <a:pt x="186" y="361"/>
                      <a:pt x="186" y="361"/>
                      <a:pt x="186" y="361"/>
                    </a:cubicBezTo>
                    <a:cubicBezTo>
                      <a:pt x="185" y="358"/>
                      <a:pt x="185" y="358"/>
                      <a:pt x="185" y="358"/>
                    </a:cubicBezTo>
                    <a:cubicBezTo>
                      <a:pt x="185" y="358"/>
                      <a:pt x="185" y="358"/>
                      <a:pt x="185" y="358"/>
                    </a:cubicBezTo>
                    <a:cubicBezTo>
                      <a:pt x="183" y="355"/>
                      <a:pt x="183" y="355"/>
                      <a:pt x="183" y="355"/>
                    </a:cubicBezTo>
                    <a:cubicBezTo>
                      <a:pt x="183" y="355"/>
                      <a:pt x="183" y="355"/>
                      <a:pt x="183" y="355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1"/>
                      <a:pt x="182" y="350"/>
                      <a:pt x="181" y="349"/>
                    </a:cubicBezTo>
                    <a:cubicBezTo>
                      <a:pt x="181" y="349"/>
                      <a:pt x="181" y="349"/>
                      <a:pt x="181" y="349"/>
                    </a:cubicBezTo>
                    <a:cubicBezTo>
                      <a:pt x="181" y="348"/>
                      <a:pt x="181" y="346"/>
                      <a:pt x="180" y="345"/>
                    </a:cubicBezTo>
                    <a:cubicBezTo>
                      <a:pt x="180" y="345"/>
                      <a:pt x="180" y="345"/>
                      <a:pt x="180" y="345"/>
                    </a:cubicBezTo>
                    <a:cubicBezTo>
                      <a:pt x="179" y="341"/>
                      <a:pt x="178" y="338"/>
                      <a:pt x="177" y="334"/>
                    </a:cubicBezTo>
                    <a:cubicBezTo>
                      <a:pt x="177" y="334"/>
                      <a:pt x="177" y="334"/>
                      <a:pt x="177" y="334"/>
                    </a:cubicBezTo>
                    <a:cubicBezTo>
                      <a:pt x="177" y="326"/>
                      <a:pt x="178" y="319"/>
                      <a:pt x="178" y="311"/>
                    </a:cubicBezTo>
                    <a:cubicBezTo>
                      <a:pt x="178" y="311"/>
                      <a:pt x="178" y="311"/>
                      <a:pt x="178" y="311"/>
                    </a:cubicBezTo>
                    <a:cubicBezTo>
                      <a:pt x="180" y="308"/>
                      <a:pt x="181" y="304"/>
                      <a:pt x="182" y="300"/>
                    </a:cubicBezTo>
                    <a:cubicBezTo>
                      <a:pt x="182" y="300"/>
                      <a:pt x="182" y="300"/>
                      <a:pt x="182" y="300"/>
                    </a:cubicBezTo>
                    <a:cubicBezTo>
                      <a:pt x="184" y="297"/>
                      <a:pt x="185" y="293"/>
                      <a:pt x="187" y="290"/>
                    </a:cubicBezTo>
                    <a:cubicBezTo>
                      <a:pt x="187" y="290"/>
                      <a:pt x="187" y="290"/>
                      <a:pt x="187" y="290"/>
                    </a:cubicBezTo>
                    <a:cubicBezTo>
                      <a:pt x="189" y="287"/>
                      <a:pt x="191" y="283"/>
                      <a:pt x="193" y="280"/>
                    </a:cubicBezTo>
                    <a:cubicBezTo>
                      <a:pt x="193" y="280"/>
                      <a:pt x="193" y="280"/>
                      <a:pt x="193" y="280"/>
                    </a:cubicBezTo>
                    <a:cubicBezTo>
                      <a:pt x="195" y="276"/>
                      <a:pt x="197" y="273"/>
                      <a:pt x="199" y="269"/>
                    </a:cubicBezTo>
                    <a:cubicBezTo>
                      <a:pt x="199" y="269"/>
                      <a:pt x="199" y="269"/>
                      <a:pt x="199" y="26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194" y="268"/>
                      <a:pt x="181" y="276"/>
                      <a:pt x="168" y="284"/>
                    </a:cubicBezTo>
                    <a:cubicBezTo>
                      <a:pt x="168" y="284"/>
                      <a:pt x="168" y="284"/>
                      <a:pt x="168" y="284"/>
                    </a:cubicBezTo>
                    <a:cubicBezTo>
                      <a:pt x="163" y="288"/>
                      <a:pt x="160" y="289"/>
                      <a:pt x="154" y="285"/>
                    </a:cubicBezTo>
                    <a:cubicBezTo>
                      <a:pt x="154" y="285"/>
                      <a:pt x="154" y="285"/>
                      <a:pt x="154" y="285"/>
                    </a:cubicBezTo>
                    <a:cubicBezTo>
                      <a:pt x="153" y="285"/>
                      <a:pt x="152" y="285"/>
                      <a:pt x="151" y="285"/>
                    </a:cubicBezTo>
                    <a:cubicBezTo>
                      <a:pt x="151" y="285"/>
                      <a:pt x="151" y="285"/>
                      <a:pt x="151" y="285"/>
                    </a:cubicBezTo>
                    <a:cubicBezTo>
                      <a:pt x="150" y="285"/>
                      <a:pt x="150" y="284"/>
                      <a:pt x="149" y="283"/>
                    </a:cubicBezTo>
                    <a:cubicBezTo>
                      <a:pt x="149" y="283"/>
                      <a:pt x="149" y="283"/>
                      <a:pt x="149" y="283"/>
                    </a:cubicBezTo>
                    <a:cubicBezTo>
                      <a:pt x="148" y="283"/>
                      <a:pt x="147" y="282"/>
                      <a:pt x="146" y="282"/>
                    </a:cubicBezTo>
                    <a:cubicBezTo>
                      <a:pt x="146" y="282"/>
                      <a:pt x="146" y="282"/>
                      <a:pt x="146" y="282"/>
                    </a:cubicBezTo>
                    <a:cubicBezTo>
                      <a:pt x="145" y="281"/>
                      <a:pt x="145" y="280"/>
                      <a:pt x="145" y="279"/>
                    </a:cubicBezTo>
                    <a:cubicBezTo>
                      <a:pt x="145" y="279"/>
                      <a:pt x="145" y="279"/>
                      <a:pt x="145" y="279"/>
                    </a:cubicBezTo>
                    <a:cubicBezTo>
                      <a:pt x="142" y="278"/>
                      <a:pt x="140" y="276"/>
                      <a:pt x="138" y="274"/>
                    </a:cubicBezTo>
                    <a:cubicBezTo>
                      <a:pt x="138" y="274"/>
                      <a:pt x="138" y="274"/>
                      <a:pt x="138" y="274"/>
                    </a:cubicBezTo>
                    <a:cubicBezTo>
                      <a:pt x="138" y="274"/>
                      <a:pt x="137" y="273"/>
                      <a:pt x="136" y="273"/>
                    </a:cubicBezTo>
                    <a:cubicBezTo>
                      <a:pt x="136" y="273"/>
                      <a:pt x="136" y="273"/>
                      <a:pt x="136" y="273"/>
                    </a:cubicBezTo>
                    <a:cubicBezTo>
                      <a:pt x="136" y="273"/>
                      <a:pt x="135" y="273"/>
                      <a:pt x="134" y="272"/>
                    </a:cubicBezTo>
                    <a:cubicBezTo>
                      <a:pt x="134" y="272"/>
                      <a:pt x="134" y="272"/>
                      <a:pt x="134" y="272"/>
                    </a:cubicBezTo>
                    <a:cubicBezTo>
                      <a:pt x="133" y="272"/>
                      <a:pt x="133" y="272"/>
                      <a:pt x="132" y="271"/>
                    </a:cubicBezTo>
                    <a:cubicBezTo>
                      <a:pt x="132" y="271"/>
                      <a:pt x="132" y="271"/>
                      <a:pt x="132" y="271"/>
                    </a:cubicBezTo>
                    <a:cubicBezTo>
                      <a:pt x="132" y="271"/>
                      <a:pt x="131" y="270"/>
                      <a:pt x="131" y="269"/>
                    </a:cubicBezTo>
                    <a:cubicBezTo>
                      <a:pt x="131" y="269"/>
                      <a:pt x="131" y="269"/>
                      <a:pt x="131" y="269"/>
                    </a:cubicBezTo>
                    <a:cubicBezTo>
                      <a:pt x="130" y="270"/>
                      <a:pt x="129" y="270"/>
                      <a:pt x="128" y="270"/>
                    </a:cubicBezTo>
                    <a:cubicBezTo>
                      <a:pt x="128" y="270"/>
                      <a:pt x="128" y="270"/>
                      <a:pt x="128" y="270"/>
                    </a:cubicBezTo>
                    <a:cubicBezTo>
                      <a:pt x="127" y="271"/>
                      <a:pt x="126" y="271"/>
                      <a:pt x="126" y="271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5" y="272"/>
                      <a:pt x="125" y="273"/>
                      <a:pt x="125" y="273"/>
                    </a:cubicBezTo>
                    <a:cubicBezTo>
                      <a:pt x="125" y="273"/>
                      <a:pt x="125" y="273"/>
                      <a:pt x="125" y="273"/>
                    </a:cubicBezTo>
                    <a:cubicBezTo>
                      <a:pt x="124" y="274"/>
                      <a:pt x="124" y="274"/>
                      <a:pt x="123" y="275"/>
                    </a:cubicBezTo>
                    <a:cubicBezTo>
                      <a:pt x="123" y="275"/>
                      <a:pt x="123" y="275"/>
                      <a:pt x="123" y="275"/>
                    </a:cubicBezTo>
                    <a:cubicBezTo>
                      <a:pt x="123" y="276"/>
                      <a:pt x="123" y="277"/>
                      <a:pt x="122" y="278"/>
                    </a:cubicBezTo>
                    <a:cubicBezTo>
                      <a:pt x="122" y="278"/>
                      <a:pt x="122" y="278"/>
                      <a:pt x="122" y="278"/>
                    </a:cubicBezTo>
                    <a:cubicBezTo>
                      <a:pt x="122" y="279"/>
                      <a:pt x="122" y="279"/>
                      <a:pt x="122" y="280"/>
                    </a:cubicBezTo>
                    <a:cubicBezTo>
                      <a:pt x="122" y="280"/>
                      <a:pt x="122" y="280"/>
                      <a:pt x="122" y="280"/>
                    </a:cubicBezTo>
                    <a:cubicBezTo>
                      <a:pt x="121" y="280"/>
                      <a:pt x="120" y="280"/>
                      <a:pt x="119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9" y="281"/>
                      <a:pt x="119" y="281"/>
                      <a:pt x="118" y="281"/>
                    </a:cubicBezTo>
                    <a:cubicBezTo>
                      <a:pt x="118" y="281"/>
                      <a:pt x="118" y="281"/>
                      <a:pt x="118" y="281"/>
                    </a:cubicBezTo>
                    <a:cubicBezTo>
                      <a:pt x="94" y="324"/>
                      <a:pt x="94" y="324"/>
                      <a:pt x="94" y="324"/>
                    </a:cubicBezTo>
                    <a:cubicBezTo>
                      <a:pt x="94" y="324"/>
                      <a:pt x="94" y="324"/>
                      <a:pt x="94" y="324"/>
                    </a:cubicBezTo>
                    <a:cubicBezTo>
                      <a:pt x="63" y="378"/>
                      <a:pt x="63" y="378"/>
                      <a:pt x="63" y="378"/>
                    </a:cubicBezTo>
                    <a:cubicBezTo>
                      <a:pt x="63" y="378"/>
                      <a:pt x="63" y="378"/>
                      <a:pt x="63" y="378"/>
                    </a:cubicBezTo>
                    <a:cubicBezTo>
                      <a:pt x="20" y="459"/>
                      <a:pt x="20" y="459"/>
                      <a:pt x="20" y="459"/>
                    </a:cubicBezTo>
                    <a:lnTo>
                      <a:pt x="19" y="460"/>
                    </a:lnTo>
                    <a:close/>
                    <a:moveTo>
                      <a:pt x="1093" y="454"/>
                    </a:moveTo>
                    <a:cubicBezTo>
                      <a:pt x="1090" y="452"/>
                      <a:pt x="1090" y="452"/>
                      <a:pt x="1090" y="452"/>
                    </a:cubicBezTo>
                    <a:cubicBezTo>
                      <a:pt x="1090" y="452"/>
                      <a:pt x="1090" y="452"/>
                      <a:pt x="1090" y="452"/>
                    </a:cubicBezTo>
                    <a:cubicBezTo>
                      <a:pt x="1088" y="450"/>
                      <a:pt x="1088" y="450"/>
                      <a:pt x="1088" y="450"/>
                    </a:cubicBezTo>
                    <a:cubicBezTo>
                      <a:pt x="1088" y="450"/>
                      <a:pt x="1088" y="450"/>
                      <a:pt x="1088" y="450"/>
                    </a:cubicBezTo>
                    <a:cubicBezTo>
                      <a:pt x="1086" y="447"/>
                      <a:pt x="1086" y="447"/>
                      <a:pt x="1086" y="447"/>
                    </a:cubicBezTo>
                    <a:cubicBezTo>
                      <a:pt x="1086" y="447"/>
                      <a:pt x="1086" y="447"/>
                      <a:pt x="1086" y="447"/>
                    </a:cubicBezTo>
                    <a:cubicBezTo>
                      <a:pt x="1086" y="443"/>
                      <a:pt x="1086" y="443"/>
                      <a:pt x="1086" y="443"/>
                    </a:cubicBezTo>
                    <a:cubicBezTo>
                      <a:pt x="1086" y="443"/>
                      <a:pt x="1086" y="443"/>
                      <a:pt x="1086" y="443"/>
                    </a:cubicBezTo>
                    <a:cubicBezTo>
                      <a:pt x="1086" y="440"/>
                      <a:pt x="1086" y="440"/>
                      <a:pt x="1086" y="440"/>
                    </a:cubicBezTo>
                    <a:cubicBezTo>
                      <a:pt x="1086" y="440"/>
                      <a:pt x="1086" y="440"/>
                      <a:pt x="1086" y="440"/>
                    </a:cubicBezTo>
                    <a:cubicBezTo>
                      <a:pt x="1086" y="436"/>
                      <a:pt x="1086" y="436"/>
                      <a:pt x="1086" y="436"/>
                    </a:cubicBezTo>
                    <a:cubicBezTo>
                      <a:pt x="1086" y="436"/>
                      <a:pt x="1086" y="436"/>
                      <a:pt x="1086" y="436"/>
                    </a:cubicBezTo>
                    <a:cubicBezTo>
                      <a:pt x="1086" y="433"/>
                      <a:pt x="1086" y="433"/>
                      <a:pt x="1086" y="433"/>
                    </a:cubicBezTo>
                    <a:cubicBezTo>
                      <a:pt x="1086" y="433"/>
                      <a:pt x="1086" y="433"/>
                      <a:pt x="1086" y="433"/>
                    </a:cubicBezTo>
                    <a:cubicBezTo>
                      <a:pt x="1089" y="428"/>
                      <a:pt x="1089" y="428"/>
                      <a:pt x="1089" y="428"/>
                    </a:cubicBezTo>
                    <a:cubicBezTo>
                      <a:pt x="1089" y="428"/>
                      <a:pt x="1089" y="428"/>
                      <a:pt x="1089" y="428"/>
                    </a:cubicBezTo>
                    <a:cubicBezTo>
                      <a:pt x="1095" y="425"/>
                      <a:pt x="1095" y="425"/>
                      <a:pt x="1095" y="425"/>
                    </a:cubicBezTo>
                    <a:cubicBezTo>
                      <a:pt x="1095" y="425"/>
                      <a:pt x="1095" y="425"/>
                      <a:pt x="1095" y="425"/>
                    </a:cubicBezTo>
                    <a:cubicBezTo>
                      <a:pt x="1102" y="421"/>
                      <a:pt x="1102" y="421"/>
                      <a:pt x="1102" y="421"/>
                    </a:cubicBezTo>
                    <a:cubicBezTo>
                      <a:pt x="1102" y="421"/>
                      <a:pt x="1102" y="421"/>
                      <a:pt x="1102" y="421"/>
                    </a:cubicBezTo>
                    <a:cubicBezTo>
                      <a:pt x="1109" y="417"/>
                      <a:pt x="1109" y="417"/>
                      <a:pt x="1109" y="417"/>
                    </a:cubicBezTo>
                    <a:cubicBezTo>
                      <a:pt x="1109" y="417"/>
                      <a:pt x="1109" y="417"/>
                      <a:pt x="1109" y="417"/>
                    </a:cubicBezTo>
                    <a:cubicBezTo>
                      <a:pt x="1115" y="411"/>
                      <a:pt x="1115" y="411"/>
                      <a:pt x="1115" y="411"/>
                    </a:cubicBezTo>
                    <a:cubicBezTo>
                      <a:pt x="1115" y="411"/>
                      <a:pt x="1115" y="411"/>
                      <a:pt x="1115" y="411"/>
                    </a:cubicBezTo>
                    <a:cubicBezTo>
                      <a:pt x="1121" y="407"/>
                      <a:pt x="1121" y="407"/>
                      <a:pt x="1121" y="407"/>
                    </a:cubicBezTo>
                    <a:cubicBezTo>
                      <a:pt x="1121" y="407"/>
                      <a:pt x="1121" y="407"/>
                      <a:pt x="1121" y="407"/>
                    </a:cubicBezTo>
                    <a:cubicBezTo>
                      <a:pt x="1128" y="402"/>
                      <a:pt x="1128" y="402"/>
                      <a:pt x="1128" y="402"/>
                    </a:cubicBezTo>
                    <a:cubicBezTo>
                      <a:pt x="1128" y="402"/>
                      <a:pt x="1128" y="402"/>
                      <a:pt x="1128" y="402"/>
                    </a:cubicBezTo>
                    <a:cubicBezTo>
                      <a:pt x="1134" y="398"/>
                      <a:pt x="1134" y="398"/>
                      <a:pt x="1134" y="398"/>
                    </a:cubicBezTo>
                    <a:cubicBezTo>
                      <a:pt x="1134" y="398"/>
                      <a:pt x="1134" y="398"/>
                      <a:pt x="1134" y="398"/>
                    </a:cubicBezTo>
                    <a:cubicBezTo>
                      <a:pt x="1142" y="394"/>
                      <a:pt x="1142" y="394"/>
                      <a:pt x="1142" y="394"/>
                    </a:cubicBezTo>
                    <a:cubicBezTo>
                      <a:pt x="1142" y="394"/>
                      <a:pt x="1142" y="394"/>
                      <a:pt x="1142" y="394"/>
                    </a:cubicBezTo>
                    <a:cubicBezTo>
                      <a:pt x="1169" y="374"/>
                      <a:pt x="1169" y="374"/>
                      <a:pt x="1169" y="374"/>
                    </a:cubicBezTo>
                    <a:cubicBezTo>
                      <a:pt x="1169" y="374"/>
                      <a:pt x="1169" y="374"/>
                      <a:pt x="1169" y="374"/>
                    </a:cubicBezTo>
                    <a:cubicBezTo>
                      <a:pt x="1171" y="371"/>
                      <a:pt x="1171" y="371"/>
                      <a:pt x="1171" y="371"/>
                    </a:cubicBezTo>
                    <a:cubicBezTo>
                      <a:pt x="1171" y="371"/>
                      <a:pt x="1171" y="371"/>
                      <a:pt x="1171" y="371"/>
                    </a:cubicBezTo>
                    <a:cubicBezTo>
                      <a:pt x="1174" y="367"/>
                      <a:pt x="1174" y="367"/>
                      <a:pt x="1174" y="367"/>
                    </a:cubicBezTo>
                    <a:cubicBezTo>
                      <a:pt x="1174" y="367"/>
                      <a:pt x="1174" y="367"/>
                      <a:pt x="1174" y="367"/>
                    </a:cubicBezTo>
                    <a:cubicBezTo>
                      <a:pt x="1177" y="364"/>
                      <a:pt x="1177" y="364"/>
                      <a:pt x="1177" y="364"/>
                    </a:cubicBezTo>
                    <a:cubicBezTo>
                      <a:pt x="1177" y="364"/>
                      <a:pt x="1177" y="364"/>
                      <a:pt x="1177" y="364"/>
                    </a:cubicBezTo>
                    <a:cubicBezTo>
                      <a:pt x="1180" y="358"/>
                      <a:pt x="1180" y="358"/>
                      <a:pt x="1180" y="358"/>
                    </a:cubicBezTo>
                    <a:cubicBezTo>
                      <a:pt x="1180" y="358"/>
                      <a:pt x="1180" y="358"/>
                      <a:pt x="1180" y="358"/>
                    </a:cubicBezTo>
                    <a:cubicBezTo>
                      <a:pt x="1182" y="354"/>
                      <a:pt x="1182" y="354"/>
                      <a:pt x="1182" y="354"/>
                    </a:cubicBezTo>
                    <a:cubicBezTo>
                      <a:pt x="1182" y="354"/>
                      <a:pt x="1182" y="354"/>
                      <a:pt x="1182" y="354"/>
                    </a:cubicBezTo>
                    <a:cubicBezTo>
                      <a:pt x="1184" y="349"/>
                      <a:pt x="1184" y="349"/>
                      <a:pt x="1184" y="349"/>
                    </a:cubicBezTo>
                    <a:cubicBezTo>
                      <a:pt x="1184" y="349"/>
                      <a:pt x="1184" y="349"/>
                      <a:pt x="1184" y="349"/>
                    </a:cubicBezTo>
                    <a:cubicBezTo>
                      <a:pt x="1183" y="344"/>
                      <a:pt x="1183" y="344"/>
                      <a:pt x="1183" y="344"/>
                    </a:cubicBezTo>
                    <a:cubicBezTo>
                      <a:pt x="1183" y="344"/>
                      <a:pt x="1183" y="344"/>
                      <a:pt x="1183" y="344"/>
                    </a:cubicBezTo>
                    <a:cubicBezTo>
                      <a:pt x="1183" y="338"/>
                      <a:pt x="1183" y="338"/>
                      <a:pt x="1183" y="338"/>
                    </a:cubicBezTo>
                    <a:cubicBezTo>
                      <a:pt x="1183" y="338"/>
                      <a:pt x="1183" y="338"/>
                      <a:pt x="1183" y="338"/>
                    </a:cubicBezTo>
                    <a:cubicBezTo>
                      <a:pt x="1177" y="338"/>
                      <a:pt x="1177" y="338"/>
                      <a:pt x="1177" y="338"/>
                    </a:cubicBezTo>
                    <a:cubicBezTo>
                      <a:pt x="1177" y="338"/>
                      <a:pt x="1177" y="338"/>
                      <a:pt x="1177" y="338"/>
                    </a:cubicBezTo>
                    <a:cubicBezTo>
                      <a:pt x="1175" y="340"/>
                      <a:pt x="1175" y="340"/>
                      <a:pt x="1175" y="340"/>
                    </a:cubicBezTo>
                    <a:cubicBezTo>
                      <a:pt x="1175" y="340"/>
                      <a:pt x="1175" y="340"/>
                      <a:pt x="1175" y="340"/>
                    </a:cubicBezTo>
                    <a:cubicBezTo>
                      <a:pt x="1174" y="343"/>
                      <a:pt x="1174" y="343"/>
                      <a:pt x="1174" y="343"/>
                    </a:cubicBezTo>
                    <a:cubicBezTo>
                      <a:pt x="1174" y="343"/>
                      <a:pt x="1174" y="343"/>
                      <a:pt x="1174" y="343"/>
                    </a:cubicBezTo>
                    <a:cubicBezTo>
                      <a:pt x="1172" y="345"/>
                      <a:pt x="1172" y="345"/>
                      <a:pt x="1172" y="345"/>
                    </a:cubicBezTo>
                    <a:cubicBezTo>
                      <a:pt x="1172" y="345"/>
                      <a:pt x="1172" y="345"/>
                      <a:pt x="1172" y="345"/>
                    </a:cubicBezTo>
                    <a:cubicBezTo>
                      <a:pt x="1171" y="347"/>
                      <a:pt x="1171" y="347"/>
                      <a:pt x="1171" y="347"/>
                    </a:cubicBezTo>
                    <a:cubicBezTo>
                      <a:pt x="1171" y="347"/>
                      <a:pt x="1171" y="347"/>
                      <a:pt x="1171" y="347"/>
                    </a:cubicBezTo>
                    <a:cubicBezTo>
                      <a:pt x="1168" y="349"/>
                      <a:pt x="1168" y="349"/>
                      <a:pt x="1168" y="349"/>
                    </a:cubicBezTo>
                    <a:cubicBezTo>
                      <a:pt x="1168" y="349"/>
                      <a:pt x="1168" y="349"/>
                      <a:pt x="1168" y="349"/>
                    </a:cubicBezTo>
                    <a:cubicBezTo>
                      <a:pt x="1166" y="350"/>
                      <a:pt x="1166" y="350"/>
                      <a:pt x="1166" y="350"/>
                    </a:cubicBezTo>
                    <a:cubicBezTo>
                      <a:pt x="1166" y="350"/>
                      <a:pt x="1166" y="350"/>
                      <a:pt x="1166" y="350"/>
                    </a:cubicBezTo>
                    <a:cubicBezTo>
                      <a:pt x="1162" y="352"/>
                      <a:pt x="1162" y="352"/>
                      <a:pt x="1162" y="352"/>
                    </a:cubicBezTo>
                    <a:cubicBezTo>
                      <a:pt x="1162" y="352"/>
                      <a:pt x="1162" y="352"/>
                      <a:pt x="1162" y="352"/>
                    </a:cubicBezTo>
                    <a:cubicBezTo>
                      <a:pt x="1160" y="353"/>
                      <a:pt x="1160" y="353"/>
                      <a:pt x="1160" y="353"/>
                    </a:cubicBezTo>
                    <a:cubicBezTo>
                      <a:pt x="1160" y="353"/>
                      <a:pt x="1160" y="353"/>
                      <a:pt x="1160" y="353"/>
                    </a:cubicBezTo>
                    <a:cubicBezTo>
                      <a:pt x="1158" y="353"/>
                      <a:pt x="1158" y="353"/>
                      <a:pt x="1158" y="353"/>
                    </a:cubicBezTo>
                    <a:cubicBezTo>
                      <a:pt x="1158" y="353"/>
                      <a:pt x="1158" y="353"/>
                      <a:pt x="1158" y="353"/>
                    </a:cubicBezTo>
                    <a:cubicBezTo>
                      <a:pt x="1156" y="353"/>
                      <a:pt x="1156" y="353"/>
                      <a:pt x="1156" y="353"/>
                    </a:cubicBezTo>
                    <a:cubicBezTo>
                      <a:pt x="1156" y="353"/>
                      <a:pt x="1156" y="353"/>
                      <a:pt x="1156" y="353"/>
                    </a:cubicBezTo>
                    <a:cubicBezTo>
                      <a:pt x="1154" y="353"/>
                      <a:pt x="1154" y="353"/>
                      <a:pt x="1154" y="353"/>
                    </a:cubicBezTo>
                    <a:cubicBezTo>
                      <a:pt x="1154" y="353"/>
                      <a:pt x="1154" y="353"/>
                      <a:pt x="1154" y="353"/>
                    </a:cubicBezTo>
                    <a:cubicBezTo>
                      <a:pt x="1153" y="353"/>
                      <a:pt x="1153" y="353"/>
                      <a:pt x="1153" y="353"/>
                    </a:cubicBezTo>
                    <a:cubicBezTo>
                      <a:pt x="1153" y="353"/>
                      <a:pt x="1153" y="353"/>
                      <a:pt x="1153" y="353"/>
                    </a:cubicBezTo>
                    <a:cubicBezTo>
                      <a:pt x="1151" y="353"/>
                      <a:pt x="1151" y="353"/>
                      <a:pt x="1151" y="353"/>
                    </a:cubicBezTo>
                    <a:cubicBezTo>
                      <a:pt x="1151" y="353"/>
                      <a:pt x="1151" y="353"/>
                      <a:pt x="1151" y="353"/>
                    </a:cubicBezTo>
                    <a:cubicBezTo>
                      <a:pt x="1149" y="353"/>
                      <a:pt x="1149" y="353"/>
                      <a:pt x="1149" y="353"/>
                    </a:cubicBezTo>
                    <a:cubicBezTo>
                      <a:pt x="1149" y="353"/>
                      <a:pt x="1149" y="353"/>
                      <a:pt x="1149" y="353"/>
                    </a:cubicBezTo>
                    <a:cubicBezTo>
                      <a:pt x="1147" y="353"/>
                      <a:pt x="1147" y="353"/>
                      <a:pt x="1147" y="353"/>
                    </a:cubicBezTo>
                    <a:cubicBezTo>
                      <a:pt x="1147" y="353"/>
                      <a:pt x="1147" y="353"/>
                      <a:pt x="1147" y="353"/>
                    </a:cubicBezTo>
                    <a:cubicBezTo>
                      <a:pt x="1146" y="352"/>
                      <a:pt x="1146" y="352"/>
                      <a:pt x="1146" y="352"/>
                    </a:cubicBezTo>
                    <a:cubicBezTo>
                      <a:pt x="1146" y="352"/>
                      <a:pt x="1146" y="352"/>
                      <a:pt x="1146" y="352"/>
                    </a:cubicBezTo>
                    <a:cubicBezTo>
                      <a:pt x="1145" y="352"/>
                      <a:pt x="1145" y="352"/>
                      <a:pt x="1145" y="352"/>
                    </a:cubicBezTo>
                    <a:cubicBezTo>
                      <a:pt x="1145" y="352"/>
                      <a:pt x="1145" y="352"/>
                      <a:pt x="1145" y="352"/>
                    </a:cubicBezTo>
                    <a:cubicBezTo>
                      <a:pt x="1143" y="351"/>
                      <a:pt x="1143" y="351"/>
                      <a:pt x="1143" y="351"/>
                    </a:cubicBezTo>
                    <a:cubicBezTo>
                      <a:pt x="1143" y="351"/>
                      <a:pt x="1143" y="351"/>
                      <a:pt x="1143" y="351"/>
                    </a:cubicBezTo>
                    <a:cubicBezTo>
                      <a:pt x="1142" y="350"/>
                      <a:pt x="1142" y="350"/>
                      <a:pt x="1142" y="350"/>
                    </a:cubicBezTo>
                    <a:cubicBezTo>
                      <a:pt x="1142" y="350"/>
                      <a:pt x="1142" y="350"/>
                      <a:pt x="1142" y="350"/>
                    </a:cubicBezTo>
                    <a:cubicBezTo>
                      <a:pt x="1142" y="348"/>
                      <a:pt x="1142" y="348"/>
                      <a:pt x="1142" y="348"/>
                    </a:cubicBezTo>
                    <a:cubicBezTo>
                      <a:pt x="1142" y="348"/>
                      <a:pt x="1142" y="348"/>
                      <a:pt x="1142" y="348"/>
                    </a:cubicBezTo>
                    <a:cubicBezTo>
                      <a:pt x="1142" y="347"/>
                      <a:pt x="1142" y="347"/>
                      <a:pt x="1142" y="347"/>
                    </a:cubicBezTo>
                    <a:cubicBezTo>
                      <a:pt x="1142" y="347"/>
                      <a:pt x="1142" y="347"/>
                      <a:pt x="1142" y="347"/>
                    </a:cubicBezTo>
                    <a:cubicBezTo>
                      <a:pt x="1142" y="345"/>
                      <a:pt x="1142" y="345"/>
                      <a:pt x="1142" y="345"/>
                    </a:cubicBezTo>
                    <a:cubicBezTo>
                      <a:pt x="1142" y="345"/>
                      <a:pt x="1142" y="345"/>
                      <a:pt x="1142" y="345"/>
                    </a:cubicBezTo>
                    <a:cubicBezTo>
                      <a:pt x="1142" y="343"/>
                      <a:pt x="1142" y="343"/>
                      <a:pt x="1142" y="343"/>
                    </a:cubicBezTo>
                    <a:cubicBezTo>
                      <a:pt x="1142" y="343"/>
                      <a:pt x="1142" y="343"/>
                      <a:pt x="1142" y="343"/>
                    </a:cubicBezTo>
                    <a:cubicBezTo>
                      <a:pt x="1142" y="341"/>
                      <a:pt x="1142" y="341"/>
                      <a:pt x="1142" y="341"/>
                    </a:cubicBezTo>
                    <a:cubicBezTo>
                      <a:pt x="1142" y="341"/>
                      <a:pt x="1142" y="341"/>
                      <a:pt x="1142" y="341"/>
                    </a:cubicBezTo>
                    <a:cubicBezTo>
                      <a:pt x="1170" y="322"/>
                      <a:pt x="1170" y="322"/>
                      <a:pt x="1170" y="322"/>
                    </a:cubicBezTo>
                    <a:cubicBezTo>
                      <a:pt x="1170" y="322"/>
                      <a:pt x="1170" y="322"/>
                      <a:pt x="1170" y="322"/>
                    </a:cubicBezTo>
                    <a:cubicBezTo>
                      <a:pt x="1169" y="322"/>
                      <a:pt x="1169" y="322"/>
                      <a:pt x="1169" y="322"/>
                    </a:cubicBezTo>
                    <a:cubicBezTo>
                      <a:pt x="1169" y="322"/>
                      <a:pt x="1169" y="322"/>
                      <a:pt x="1169" y="322"/>
                    </a:cubicBezTo>
                    <a:cubicBezTo>
                      <a:pt x="1168" y="320"/>
                      <a:pt x="1168" y="320"/>
                      <a:pt x="1168" y="320"/>
                    </a:cubicBezTo>
                    <a:cubicBezTo>
                      <a:pt x="1168" y="320"/>
                      <a:pt x="1168" y="320"/>
                      <a:pt x="1168" y="320"/>
                    </a:cubicBezTo>
                    <a:cubicBezTo>
                      <a:pt x="1168" y="319"/>
                      <a:pt x="1168" y="319"/>
                      <a:pt x="1168" y="319"/>
                    </a:cubicBezTo>
                    <a:cubicBezTo>
                      <a:pt x="1168" y="319"/>
                      <a:pt x="1168" y="319"/>
                      <a:pt x="1168" y="319"/>
                    </a:cubicBezTo>
                    <a:cubicBezTo>
                      <a:pt x="1168" y="317"/>
                      <a:pt x="1168" y="317"/>
                      <a:pt x="1168" y="317"/>
                    </a:cubicBezTo>
                    <a:cubicBezTo>
                      <a:pt x="1168" y="317"/>
                      <a:pt x="1168" y="317"/>
                      <a:pt x="1168" y="317"/>
                    </a:cubicBezTo>
                    <a:cubicBezTo>
                      <a:pt x="1168" y="316"/>
                      <a:pt x="1168" y="316"/>
                      <a:pt x="1168" y="316"/>
                    </a:cubicBezTo>
                    <a:cubicBezTo>
                      <a:pt x="1168" y="316"/>
                      <a:pt x="1168" y="316"/>
                      <a:pt x="1168" y="316"/>
                    </a:cubicBezTo>
                    <a:cubicBezTo>
                      <a:pt x="1168" y="314"/>
                      <a:pt x="1168" y="314"/>
                      <a:pt x="1168" y="314"/>
                    </a:cubicBezTo>
                    <a:cubicBezTo>
                      <a:pt x="1168" y="314"/>
                      <a:pt x="1168" y="314"/>
                      <a:pt x="1168" y="314"/>
                    </a:cubicBezTo>
                    <a:cubicBezTo>
                      <a:pt x="1168" y="312"/>
                      <a:pt x="1168" y="312"/>
                      <a:pt x="1168" y="312"/>
                    </a:cubicBezTo>
                    <a:cubicBezTo>
                      <a:pt x="1168" y="312"/>
                      <a:pt x="1168" y="312"/>
                      <a:pt x="1168" y="312"/>
                    </a:cubicBezTo>
                    <a:cubicBezTo>
                      <a:pt x="1170" y="310"/>
                      <a:pt x="1170" y="310"/>
                      <a:pt x="1170" y="310"/>
                    </a:cubicBezTo>
                    <a:cubicBezTo>
                      <a:pt x="1170" y="310"/>
                      <a:pt x="1170" y="310"/>
                      <a:pt x="1170" y="310"/>
                    </a:cubicBezTo>
                    <a:cubicBezTo>
                      <a:pt x="1171" y="310"/>
                      <a:pt x="1171" y="310"/>
                      <a:pt x="1171" y="310"/>
                    </a:cubicBezTo>
                    <a:cubicBezTo>
                      <a:pt x="1171" y="310"/>
                      <a:pt x="1171" y="310"/>
                      <a:pt x="1171" y="310"/>
                    </a:cubicBezTo>
                    <a:cubicBezTo>
                      <a:pt x="1172" y="308"/>
                      <a:pt x="1172" y="308"/>
                      <a:pt x="1172" y="308"/>
                    </a:cubicBezTo>
                    <a:cubicBezTo>
                      <a:pt x="1172" y="308"/>
                      <a:pt x="1172" y="308"/>
                      <a:pt x="1172" y="308"/>
                    </a:cubicBezTo>
                    <a:cubicBezTo>
                      <a:pt x="1173" y="306"/>
                      <a:pt x="1173" y="306"/>
                      <a:pt x="1173" y="306"/>
                    </a:cubicBezTo>
                    <a:cubicBezTo>
                      <a:pt x="1173" y="306"/>
                      <a:pt x="1173" y="306"/>
                      <a:pt x="1173" y="306"/>
                    </a:cubicBezTo>
                    <a:cubicBezTo>
                      <a:pt x="1175" y="303"/>
                      <a:pt x="1175" y="303"/>
                      <a:pt x="1175" y="303"/>
                    </a:cubicBezTo>
                    <a:cubicBezTo>
                      <a:pt x="1175" y="303"/>
                      <a:pt x="1175" y="303"/>
                      <a:pt x="1175" y="303"/>
                    </a:cubicBezTo>
                    <a:cubicBezTo>
                      <a:pt x="1174" y="301"/>
                      <a:pt x="1174" y="301"/>
                      <a:pt x="1174" y="301"/>
                    </a:cubicBezTo>
                    <a:cubicBezTo>
                      <a:pt x="1174" y="301"/>
                      <a:pt x="1174" y="301"/>
                      <a:pt x="1174" y="301"/>
                    </a:cubicBezTo>
                    <a:cubicBezTo>
                      <a:pt x="1174" y="298"/>
                      <a:pt x="1174" y="298"/>
                      <a:pt x="1174" y="298"/>
                    </a:cubicBezTo>
                    <a:cubicBezTo>
                      <a:pt x="1174" y="298"/>
                      <a:pt x="1174" y="298"/>
                      <a:pt x="1174" y="298"/>
                    </a:cubicBezTo>
                    <a:cubicBezTo>
                      <a:pt x="1174" y="296"/>
                      <a:pt x="1174" y="296"/>
                      <a:pt x="1174" y="296"/>
                    </a:cubicBezTo>
                    <a:cubicBezTo>
                      <a:pt x="1174" y="296"/>
                      <a:pt x="1174" y="296"/>
                      <a:pt x="1174" y="296"/>
                    </a:cubicBezTo>
                    <a:cubicBezTo>
                      <a:pt x="1174" y="294"/>
                      <a:pt x="1174" y="294"/>
                      <a:pt x="1174" y="294"/>
                    </a:cubicBezTo>
                    <a:cubicBezTo>
                      <a:pt x="1174" y="294"/>
                      <a:pt x="1174" y="294"/>
                      <a:pt x="1174" y="294"/>
                    </a:cubicBezTo>
                    <a:cubicBezTo>
                      <a:pt x="1172" y="294"/>
                      <a:pt x="1172" y="294"/>
                      <a:pt x="1172" y="294"/>
                    </a:cubicBezTo>
                    <a:cubicBezTo>
                      <a:pt x="1172" y="294"/>
                      <a:pt x="1172" y="294"/>
                      <a:pt x="1172" y="294"/>
                    </a:cubicBezTo>
                    <a:cubicBezTo>
                      <a:pt x="1170" y="294"/>
                      <a:pt x="1170" y="294"/>
                      <a:pt x="1170" y="294"/>
                    </a:cubicBezTo>
                    <a:cubicBezTo>
                      <a:pt x="1170" y="294"/>
                      <a:pt x="1170" y="294"/>
                      <a:pt x="1170" y="294"/>
                    </a:cubicBezTo>
                    <a:cubicBezTo>
                      <a:pt x="1168" y="294"/>
                      <a:pt x="1168" y="294"/>
                      <a:pt x="1168" y="294"/>
                    </a:cubicBezTo>
                    <a:cubicBezTo>
                      <a:pt x="1168" y="294"/>
                      <a:pt x="1168" y="294"/>
                      <a:pt x="1168" y="294"/>
                    </a:cubicBezTo>
                    <a:cubicBezTo>
                      <a:pt x="1166" y="294"/>
                      <a:pt x="1166" y="294"/>
                      <a:pt x="1166" y="294"/>
                    </a:cubicBezTo>
                    <a:cubicBezTo>
                      <a:pt x="1166" y="294"/>
                      <a:pt x="1166" y="294"/>
                      <a:pt x="1166" y="294"/>
                    </a:cubicBezTo>
                    <a:cubicBezTo>
                      <a:pt x="1165" y="294"/>
                      <a:pt x="1165" y="294"/>
                      <a:pt x="1165" y="294"/>
                    </a:cubicBezTo>
                    <a:cubicBezTo>
                      <a:pt x="1165" y="294"/>
                      <a:pt x="1165" y="294"/>
                      <a:pt x="1165" y="294"/>
                    </a:cubicBezTo>
                    <a:cubicBezTo>
                      <a:pt x="1162" y="294"/>
                      <a:pt x="1162" y="294"/>
                      <a:pt x="1162" y="294"/>
                    </a:cubicBezTo>
                    <a:cubicBezTo>
                      <a:pt x="1162" y="294"/>
                      <a:pt x="1162" y="294"/>
                      <a:pt x="1162" y="294"/>
                    </a:cubicBezTo>
                    <a:cubicBezTo>
                      <a:pt x="1160" y="294"/>
                      <a:pt x="1160" y="294"/>
                      <a:pt x="1160" y="294"/>
                    </a:cubicBezTo>
                    <a:cubicBezTo>
                      <a:pt x="1160" y="294"/>
                      <a:pt x="1160" y="294"/>
                      <a:pt x="1160" y="294"/>
                    </a:cubicBezTo>
                    <a:cubicBezTo>
                      <a:pt x="1159" y="293"/>
                      <a:pt x="1159" y="293"/>
                      <a:pt x="1159" y="293"/>
                    </a:cubicBezTo>
                    <a:cubicBezTo>
                      <a:pt x="1159" y="293"/>
                      <a:pt x="1159" y="293"/>
                      <a:pt x="1159" y="293"/>
                    </a:cubicBezTo>
                    <a:cubicBezTo>
                      <a:pt x="1157" y="295"/>
                      <a:pt x="1157" y="295"/>
                      <a:pt x="1157" y="295"/>
                    </a:cubicBezTo>
                    <a:cubicBezTo>
                      <a:pt x="1157" y="295"/>
                      <a:pt x="1157" y="295"/>
                      <a:pt x="1157" y="295"/>
                    </a:cubicBezTo>
                    <a:cubicBezTo>
                      <a:pt x="1156" y="295"/>
                      <a:pt x="1156" y="295"/>
                      <a:pt x="1156" y="295"/>
                    </a:cubicBezTo>
                    <a:cubicBezTo>
                      <a:pt x="1156" y="295"/>
                      <a:pt x="1156" y="295"/>
                      <a:pt x="1156" y="295"/>
                    </a:cubicBezTo>
                    <a:cubicBezTo>
                      <a:pt x="1155" y="296"/>
                      <a:pt x="1155" y="296"/>
                      <a:pt x="1155" y="296"/>
                    </a:cubicBezTo>
                    <a:cubicBezTo>
                      <a:pt x="1155" y="296"/>
                      <a:pt x="1155" y="296"/>
                      <a:pt x="1155" y="296"/>
                    </a:cubicBezTo>
                    <a:cubicBezTo>
                      <a:pt x="1155" y="296"/>
                      <a:pt x="1155" y="296"/>
                      <a:pt x="1155" y="296"/>
                    </a:cubicBezTo>
                    <a:cubicBezTo>
                      <a:pt x="1155" y="296"/>
                      <a:pt x="1155" y="296"/>
                      <a:pt x="1155" y="296"/>
                    </a:cubicBezTo>
                    <a:cubicBezTo>
                      <a:pt x="1153" y="298"/>
                      <a:pt x="1153" y="298"/>
                      <a:pt x="1153" y="298"/>
                    </a:cubicBezTo>
                    <a:cubicBezTo>
                      <a:pt x="1153" y="298"/>
                      <a:pt x="1153" y="298"/>
                      <a:pt x="1153" y="298"/>
                    </a:cubicBezTo>
                    <a:cubicBezTo>
                      <a:pt x="1152" y="299"/>
                      <a:pt x="1152" y="299"/>
                      <a:pt x="1152" y="299"/>
                    </a:cubicBezTo>
                    <a:cubicBezTo>
                      <a:pt x="1152" y="299"/>
                      <a:pt x="1152" y="299"/>
                      <a:pt x="1152" y="299"/>
                    </a:cubicBezTo>
                    <a:cubicBezTo>
                      <a:pt x="1151" y="299"/>
                      <a:pt x="1151" y="299"/>
                      <a:pt x="1151" y="299"/>
                    </a:cubicBezTo>
                    <a:cubicBezTo>
                      <a:pt x="1151" y="299"/>
                      <a:pt x="1151" y="299"/>
                      <a:pt x="1151" y="299"/>
                    </a:cubicBezTo>
                    <a:cubicBezTo>
                      <a:pt x="1150" y="299"/>
                      <a:pt x="1150" y="299"/>
                      <a:pt x="1150" y="299"/>
                    </a:cubicBezTo>
                    <a:cubicBezTo>
                      <a:pt x="1150" y="299"/>
                      <a:pt x="1150" y="299"/>
                      <a:pt x="1150" y="299"/>
                    </a:cubicBezTo>
                    <a:cubicBezTo>
                      <a:pt x="1153" y="295"/>
                      <a:pt x="1153" y="295"/>
                      <a:pt x="1153" y="295"/>
                    </a:cubicBezTo>
                    <a:cubicBezTo>
                      <a:pt x="1153" y="295"/>
                      <a:pt x="1153" y="295"/>
                      <a:pt x="1153" y="295"/>
                    </a:cubicBezTo>
                    <a:cubicBezTo>
                      <a:pt x="1158" y="289"/>
                      <a:pt x="1158" y="289"/>
                      <a:pt x="1158" y="289"/>
                    </a:cubicBezTo>
                    <a:cubicBezTo>
                      <a:pt x="1158" y="289"/>
                      <a:pt x="1158" y="289"/>
                      <a:pt x="1158" y="289"/>
                    </a:cubicBezTo>
                    <a:cubicBezTo>
                      <a:pt x="1165" y="284"/>
                      <a:pt x="1165" y="284"/>
                      <a:pt x="1165" y="284"/>
                    </a:cubicBezTo>
                    <a:cubicBezTo>
                      <a:pt x="1165" y="284"/>
                      <a:pt x="1165" y="284"/>
                      <a:pt x="1165" y="284"/>
                    </a:cubicBezTo>
                    <a:cubicBezTo>
                      <a:pt x="1172" y="280"/>
                      <a:pt x="1172" y="280"/>
                      <a:pt x="1172" y="280"/>
                    </a:cubicBezTo>
                    <a:cubicBezTo>
                      <a:pt x="1172" y="280"/>
                      <a:pt x="1172" y="280"/>
                      <a:pt x="1172" y="280"/>
                    </a:cubicBezTo>
                    <a:cubicBezTo>
                      <a:pt x="1178" y="276"/>
                      <a:pt x="1178" y="276"/>
                      <a:pt x="1178" y="276"/>
                    </a:cubicBezTo>
                    <a:cubicBezTo>
                      <a:pt x="1178" y="276"/>
                      <a:pt x="1178" y="276"/>
                      <a:pt x="1178" y="276"/>
                    </a:cubicBezTo>
                    <a:cubicBezTo>
                      <a:pt x="1185" y="272"/>
                      <a:pt x="1185" y="272"/>
                      <a:pt x="1185" y="272"/>
                    </a:cubicBezTo>
                    <a:cubicBezTo>
                      <a:pt x="1185" y="272"/>
                      <a:pt x="1185" y="272"/>
                      <a:pt x="1185" y="272"/>
                    </a:cubicBezTo>
                    <a:cubicBezTo>
                      <a:pt x="1192" y="268"/>
                      <a:pt x="1192" y="268"/>
                      <a:pt x="1192" y="268"/>
                    </a:cubicBezTo>
                    <a:cubicBezTo>
                      <a:pt x="1192" y="268"/>
                      <a:pt x="1192" y="268"/>
                      <a:pt x="1192" y="268"/>
                    </a:cubicBezTo>
                    <a:cubicBezTo>
                      <a:pt x="1199" y="262"/>
                      <a:pt x="1199" y="262"/>
                      <a:pt x="1199" y="262"/>
                    </a:cubicBezTo>
                    <a:cubicBezTo>
                      <a:pt x="1199" y="262"/>
                      <a:pt x="1199" y="262"/>
                      <a:pt x="1199" y="262"/>
                    </a:cubicBezTo>
                    <a:cubicBezTo>
                      <a:pt x="1203" y="259"/>
                      <a:pt x="1203" y="259"/>
                      <a:pt x="1203" y="259"/>
                    </a:cubicBezTo>
                    <a:cubicBezTo>
                      <a:pt x="1203" y="259"/>
                      <a:pt x="1203" y="259"/>
                      <a:pt x="1203" y="259"/>
                    </a:cubicBezTo>
                    <a:cubicBezTo>
                      <a:pt x="1208" y="256"/>
                      <a:pt x="1208" y="256"/>
                      <a:pt x="1208" y="256"/>
                    </a:cubicBezTo>
                    <a:cubicBezTo>
                      <a:pt x="1208" y="256"/>
                      <a:pt x="1208" y="256"/>
                      <a:pt x="1208" y="256"/>
                    </a:cubicBezTo>
                    <a:cubicBezTo>
                      <a:pt x="1212" y="254"/>
                      <a:pt x="1212" y="254"/>
                      <a:pt x="1212" y="254"/>
                    </a:cubicBezTo>
                    <a:cubicBezTo>
                      <a:pt x="1212" y="254"/>
                      <a:pt x="1212" y="254"/>
                      <a:pt x="1212" y="254"/>
                    </a:cubicBezTo>
                    <a:cubicBezTo>
                      <a:pt x="1217" y="249"/>
                      <a:pt x="1217" y="249"/>
                      <a:pt x="1217" y="249"/>
                    </a:cubicBezTo>
                    <a:cubicBezTo>
                      <a:pt x="1217" y="249"/>
                      <a:pt x="1217" y="249"/>
                      <a:pt x="1217" y="249"/>
                    </a:cubicBezTo>
                    <a:cubicBezTo>
                      <a:pt x="1220" y="245"/>
                      <a:pt x="1220" y="245"/>
                      <a:pt x="1220" y="245"/>
                    </a:cubicBezTo>
                    <a:cubicBezTo>
                      <a:pt x="1220" y="245"/>
                      <a:pt x="1220" y="245"/>
                      <a:pt x="1220" y="245"/>
                    </a:cubicBezTo>
                    <a:cubicBezTo>
                      <a:pt x="1223" y="240"/>
                      <a:pt x="1223" y="240"/>
                      <a:pt x="1223" y="240"/>
                    </a:cubicBezTo>
                    <a:cubicBezTo>
                      <a:pt x="1223" y="240"/>
                      <a:pt x="1223" y="240"/>
                      <a:pt x="1223" y="240"/>
                    </a:cubicBezTo>
                    <a:cubicBezTo>
                      <a:pt x="1225" y="234"/>
                      <a:pt x="1225" y="234"/>
                      <a:pt x="1225" y="234"/>
                    </a:cubicBezTo>
                    <a:cubicBezTo>
                      <a:pt x="1225" y="234"/>
                      <a:pt x="1225" y="234"/>
                      <a:pt x="1225" y="234"/>
                    </a:cubicBezTo>
                    <a:cubicBezTo>
                      <a:pt x="1226" y="228"/>
                      <a:pt x="1226" y="228"/>
                      <a:pt x="1226" y="228"/>
                    </a:cubicBezTo>
                    <a:cubicBezTo>
                      <a:pt x="1226" y="228"/>
                      <a:pt x="1226" y="228"/>
                      <a:pt x="1226" y="228"/>
                    </a:cubicBezTo>
                    <a:cubicBezTo>
                      <a:pt x="1225" y="228"/>
                      <a:pt x="1225" y="228"/>
                      <a:pt x="1225" y="228"/>
                    </a:cubicBezTo>
                    <a:cubicBezTo>
                      <a:pt x="1225" y="228"/>
                      <a:pt x="1225" y="228"/>
                      <a:pt x="1225" y="228"/>
                    </a:cubicBezTo>
                    <a:cubicBezTo>
                      <a:pt x="1225" y="226"/>
                      <a:pt x="1225" y="226"/>
                      <a:pt x="1225" y="226"/>
                    </a:cubicBezTo>
                    <a:cubicBezTo>
                      <a:pt x="1225" y="226"/>
                      <a:pt x="1225" y="226"/>
                      <a:pt x="1225" y="226"/>
                    </a:cubicBezTo>
                    <a:cubicBezTo>
                      <a:pt x="1222" y="223"/>
                      <a:pt x="1221" y="222"/>
                      <a:pt x="1218" y="220"/>
                    </a:cubicBezTo>
                    <a:cubicBezTo>
                      <a:pt x="1218" y="220"/>
                      <a:pt x="1218" y="220"/>
                      <a:pt x="1218" y="220"/>
                    </a:cubicBezTo>
                    <a:cubicBezTo>
                      <a:pt x="1217" y="218"/>
                      <a:pt x="1217" y="218"/>
                      <a:pt x="1217" y="218"/>
                    </a:cubicBezTo>
                    <a:cubicBezTo>
                      <a:pt x="1217" y="218"/>
                      <a:pt x="1217" y="218"/>
                      <a:pt x="1217" y="218"/>
                    </a:cubicBezTo>
                    <a:cubicBezTo>
                      <a:pt x="1213" y="218"/>
                      <a:pt x="1213" y="218"/>
                      <a:pt x="1213" y="218"/>
                    </a:cubicBezTo>
                    <a:cubicBezTo>
                      <a:pt x="1213" y="218"/>
                      <a:pt x="1213" y="218"/>
                      <a:pt x="1213" y="218"/>
                    </a:cubicBezTo>
                    <a:cubicBezTo>
                      <a:pt x="1206" y="224"/>
                      <a:pt x="1206" y="224"/>
                      <a:pt x="1206" y="224"/>
                    </a:cubicBezTo>
                    <a:cubicBezTo>
                      <a:pt x="1206" y="224"/>
                      <a:pt x="1206" y="224"/>
                      <a:pt x="1206" y="224"/>
                    </a:cubicBezTo>
                    <a:cubicBezTo>
                      <a:pt x="1200" y="229"/>
                      <a:pt x="1200" y="229"/>
                      <a:pt x="1200" y="229"/>
                    </a:cubicBezTo>
                    <a:cubicBezTo>
                      <a:pt x="1200" y="229"/>
                      <a:pt x="1200" y="229"/>
                      <a:pt x="1200" y="229"/>
                    </a:cubicBezTo>
                    <a:cubicBezTo>
                      <a:pt x="1194" y="237"/>
                      <a:pt x="1194" y="237"/>
                      <a:pt x="1194" y="237"/>
                    </a:cubicBezTo>
                    <a:cubicBezTo>
                      <a:pt x="1194" y="237"/>
                      <a:pt x="1194" y="237"/>
                      <a:pt x="1194" y="237"/>
                    </a:cubicBezTo>
                    <a:cubicBezTo>
                      <a:pt x="1189" y="243"/>
                      <a:pt x="1189" y="243"/>
                      <a:pt x="1189" y="243"/>
                    </a:cubicBezTo>
                    <a:cubicBezTo>
                      <a:pt x="1189" y="243"/>
                      <a:pt x="1189" y="243"/>
                      <a:pt x="1189" y="243"/>
                    </a:cubicBezTo>
                    <a:cubicBezTo>
                      <a:pt x="1181" y="248"/>
                      <a:pt x="1181" y="248"/>
                      <a:pt x="1181" y="248"/>
                    </a:cubicBezTo>
                    <a:cubicBezTo>
                      <a:pt x="1181" y="248"/>
                      <a:pt x="1181" y="248"/>
                      <a:pt x="1181" y="248"/>
                    </a:cubicBezTo>
                    <a:cubicBezTo>
                      <a:pt x="1175" y="252"/>
                      <a:pt x="1175" y="252"/>
                      <a:pt x="1175" y="252"/>
                    </a:cubicBezTo>
                    <a:cubicBezTo>
                      <a:pt x="1175" y="252"/>
                      <a:pt x="1175" y="252"/>
                      <a:pt x="1175" y="252"/>
                    </a:cubicBezTo>
                    <a:cubicBezTo>
                      <a:pt x="1168" y="253"/>
                      <a:pt x="1168" y="253"/>
                      <a:pt x="1168" y="253"/>
                    </a:cubicBezTo>
                    <a:cubicBezTo>
                      <a:pt x="1168" y="253"/>
                      <a:pt x="1168" y="253"/>
                      <a:pt x="1168" y="253"/>
                    </a:cubicBezTo>
                    <a:cubicBezTo>
                      <a:pt x="1159" y="250"/>
                      <a:pt x="1159" y="250"/>
                      <a:pt x="1159" y="250"/>
                    </a:cubicBezTo>
                    <a:cubicBezTo>
                      <a:pt x="1159" y="250"/>
                      <a:pt x="1159" y="250"/>
                      <a:pt x="1159" y="250"/>
                    </a:cubicBezTo>
                    <a:cubicBezTo>
                      <a:pt x="1159" y="247"/>
                      <a:pt x="1159" y="247"/>
                      <a:pt x="1159" y="247"/>
                    </a:cubicBezTo>
                    <a:cubicBezTo>
                      <a:pt x="1159" y="247"/>
                      <a:pt x="1159" y="247"/>
                      <a:pt x="1159" y="247"/>
                    </a:cubicBezTo>
                    <a:cubicBezTo>
                      <a:pt x="1160" y="244"/>
                      <a:pt x="1160" y="244"/>
                      <a:pt x="1160" y="244"/>
                    </a:cubicBezTo>
                    <a:cubicBezTo>
                      <a:pt x="1160" y="244"/>
                      <a:pt x="1160" y="244"/>
                      <a:pt x="1160" y="244"/>
                    </a:cubicBezTo>
                    <a:cubicBezTo>
                      <a:pt x="1160" y="241"/>
                      <a:pt x="1160" y="241"/>
                      <a:pt x="1160" y="241"/>
                    </a:cubicBezTo>
                    <a:cubicBezTo>
                      <a:pt x="1160" y="241"/>
                      <a:pt x="1160" y="241"/>
                      <a:pt x="1160" y="241"/>
                    </a:cubicBezTo>
                    <a:cubicBezTo>
                      <a:pt x="1162" y="237"/>
                      <a:pt x="1162" y="237"/>
                      <a:pt x="1162" y="237"/>
                    </a:cubicBezTo>
                    <a:cubicBezTo>
                      <a:pt x="1162" y="237"/>
                      <a:pt x="1162" y="237"/>
                      <a:pt x="1162" y="237"/>
                    </a:cubicBezTo>
                    <a:cubicBezTo>
                      <a:pt x="1162" y="234"/>
                      <a:pt x="1162" y="234"/>
                      <a:pt x="1162" y="234"/>
                    </a:cubicBezTo>
                    <a:cubicBezTo>
                      <a:pt x="1162" y="234"/>
                      <a:pt x="1162" y="234"/>
                      <a:pt x="1162" y="234"/>
                    </a:cubicBezTo>
                    <a:cubicBezTo>
                      <a:pt x="1164" y="230"/>
                      <a:pt x="1164" y="230"/>
                      <a:pt x="1164" y="230"/>
                    </a:cubicBezTo>
                    <a:cubicBezTo>
                      <a:pt x="1164" y="230"/>
                      <a:pt x="1164" y="230"/>
                      <a:pt x="1164" y="230"/>
                    </a:cubicBezTo>
                    <a:cubicBezTo>
                      <a:pt x="1162" y="227"/>
                      <a:pt x="1162" y="227"/>
                      <a:pt x="1162" y="227"/>
                    </a:cubicBezTo>
                    <a:cubicBezTo>
                      <a:pt x="1162" y="227"/>
                      <a:pt x="1162" y="227"/>
                      <a:pt x="1162" y="227"/>
                    </a:cubicBezTo>
                    <a:cubicBezTo>
                      <a:pt x="1162" y="223"/>
                      <a:pt x="1162" y="223"/>
                      <a:pt x="1162" y="223"/>
                    </a:cubicBezTo>
                    <a:cubicBezTo>
                      <a:pt x="1162" y="223"/>
                      <a:pt x="1162" y="223"/>
                      <a:pt x="1162" y="223"/>
                    </a:cubicBezTo>
                    <a:cubicBezTo>
                      <a:pt x="1137" y="232"/>
                      <a:pt x="1137" y="232"/>
                      <a:pt x="1137" y="232"/>
                    </a:cubicBezTo>
                    <a:cubicBezTo>
                      <a:pt x="1137" y="232"/>
                      <a:pt x="1137" y="232"/>
                      <a:pt x="1137" y="232"/>
                    </a:cubicBezTo>
                    <a:cubicBezTo>
                      <a:pt x="1106" y="254"/>
                      <a:pt x="1106" y="254"/>
                      <a:pt x="1106" y="254"/>
                    </a:cubicBezTo>
                    <a:cubicBezTo>
                      <a:pt x="1106" y="254"/>
                      <a:pt x="1106" y="254"/>
                      <a:pt x="1106" y="254"/>
                    </a:cubicBezTo>
                    <a:cubicBezTo>
                      <a:pt x="1099" y="256"/>
                      <a:pt x="1099" y="256"/>
                      <a:pt x="1099" y="256"/>
                    </a:cubicBezTo>
                    <a:cubicBezTo>
                      <a:pt x="1099" y="256"/>
                      <a:pt x="1099" y="256"/>
                      <a:pt x="1099" y="256"/>
                    </a:cubicBezTo>
                    <a:cubicBezTo>
                      <a:pt x="1093" y="256"/>
                      <a:pt x="1093" y="256"/>
                      <a:pt x="1093" y="256"/>
                    </a:cubicBezTo>
                    <a:cubicBezTo>
                      <a:pt x="1093" y="256"/>
                      <a:pt x="1093" y="256"/>
                      <a:pt x="1093" y="256"/>
                    </a:cubicBezTo>
                    <a:cubicBezTo>
                      <a:pt x="1088" y="256"/>
                      <a:pt x="1088" y="256"/>
                      <a:pt x="1088" y="256"/>
                    </a:cubicBezTo>
                    <a:cubicBezTo>
                      <a:pt x="1088" y="256"/>
                      <a:pt x="1088" y="256"/>
                      <a:pt x="1088" y="256"/>
                    </a:cubicBezTo>
                    <a:cubicBezTo>
                      <a:pt x="1082" y="253"/>
                      <a:pt x="1082" y="253"/>
                      <a:pt x="1082" y="253"/>
                    </a:cubicBezTo>
                    <a:cubicBezTo>
                      <a:pt x="1082" y="253"/>
                      <a:pt x="1082" y="253"/>
                      <a:pt x="1082" y="253"/>
                    </a:cubicBezTo>
                    <a:cubicBezTo>
                      <a:pt x="1076" y="251"/>
                      <a:pt x="1076" y="251"/>
                      <a:pt x="1076" y="251"/>
                    </a:cubicBezTo>
                    <a:cubicBezTo>
                      <a:pt x="1076" y="251"/>
                      <a:pt x="1076" y="251"/>
                      <a:pt x="1076" y="251"/>
                    </a:cubicBezTo>
                    <a:cubicBezTo>
                      <a:pt x="1071" y="248"/>
                      <a:pt x="1071" y="248"/>
                      <a:pt x="1071" y="248"/>
                    </a:cubicBezTo>
                    <a:cubicBezTo>
                      <a:pt x="1071" y="248"/>
                      <a:pt x="1071" y="248"/>
                      <a:pt x="1071" y="248"/>
                    </a:cubicBezTo>
                    <a:cubicBezTo>
                      <a:pt x="1066" y="245"/>
                      <a:pt x="1066" y="245"/>
                      <a:pt x="1066" y="245"/>
                    </a:cubicBezTo>
                    <a:cubicBezTo>
                      <a:pt x="1066" y="245"/>
                      <a:pt x="1066" y="245"/>
                      <a:pt x="1066" y="245"/>
                    </a:cubicBezTo>
                    <a:cubicBezTo>
                      <a:pt x="1060" y="242"/>
                      <a:pt x="1060" y="242"/>
                      <a:pt x="1060" y="242"/>
                    </a:cubicBezTo>
                    <a:cubicBezTo>
                      <a:pt x="1060" y="242"/>
                      <a:pt x="1060" y="242"/>
                      <a:pt x="1060" y="242"/>
                    </a:cubicBezTo>
                    <a:cubicBezTo>
                      <a:pt x="1058" y="241"/>
                      <a:pt x="1058" y="241"/>
                      <a:pt x="1058" y="241"/>
                    </a:cubicBezTo>
                    <a:cubicBezTo>
                      <a:pt x="1058" y="241"/>
                      <a:pt x="1058" y="241"/>
                      <a:pt x="1058" y="241"/>
                    </a:cubicBezTo>
                    <a:cubicBezTo>
                      <a:pt x="1058" y="239"/>
                      <a:pt x="1058" y="239"/>
                      <a:pt x="1058" y="239"/>
                    </a:cubicBezTo>
                    <a:cubicBezTo>
                      <a:pt x="1058" y="239"/>
                      <a:pt x="1058" y="239"/>
                      <a:pt x="1058" y="239"/>
                    </a:cubicBezTo>
                    <a:cubicBezTo>
                      <a:pt x="1056" y="238"/>
                      <a:pt x="1056" y="238"/>
                      <a:pt x="1056" y="238"/>
                    </a:cubicBezTo>
                    <a:cubicBezTo>
                      <a:pt x="1056" y="238"/>
                      <a:pt x="1056" y="238"/>
                      <a:pt x="1056" y="238"/>
                    </a:cubicBezTo>
                    <a:cubicBezTo>
                      <a:pt x="1056" y="235"/>
                      <a:pt x="1056" y="235"/>
                      <a:pt x="1056" y="235"/>
                    </a:cubicBezTo>
                    <a:cubicBezTo>
                      <a:pt x="1056" y="235"/>
                      <a:pt x="1056" y="235"/>
                      <a:pt x="1056" y="235"/>
                    </a:cubicBezTo>
                    <a:cubicBezTo>
                      <a:pt x="1055" y="234"/>
                      <a:pt x="1055" y="234"/>
                      <a:pt x="1055" y="234"/>
                    </a:cubicBezTo>
                    <a:cubicBezTo>
                      <a:pt x="1055" y="234"/>
                      <a:pt x="1055" y="234"/>
                      <a:pt x="1055" y="234"/>
                    </a:cubicBezTo>
                    <a:cubicBezTo>
                      <a:pt x="1055" y="232"/>
                      <a:pt x="1055" y="232"/>
                      <a:pt x="1055" y="232"/>
                    </a:cubicBezTo>
                    <a:cubicBezTo>
                      <a:pt x="1055" y="232"/>
                      <a:pt x="1055" y="232"/>
                      <a:pt x="1055" y="232"/>
                    </a:cubicBezTo>
                    <a:cubicBezTo>
                      <a:pt x="1055" y="230"/>
                      <a:pt x="1055" y="230"/>
                      <a:pt x="1055" y="230"/>
                    </a:cubicBezTo>
                    <a:cubicBezTo>
                      <a:pt x="1055" y="230"/>
                      <a:pt x="1055" y="230"/>
                      <a:pt x="1055" y="230"/>
                    </a:cubicBezTo>
                    <a:cubicBezTo>
                      <a:pt x="1055" y="228"/>
                      <a:pt x="1055" y="228"/>
                      <a:pt x="1055" y="228"/>
                    </a:cubicBezTo>
                    <a:cubicBezTo>
                      <a:pt x="1055" y="228"/>
                      <a:pt x="1055" y="228"/>
                      <a:pt x="1055" y="228"/>
                    </a:cubicBezTo>
                    <a:cubicBezTo>
                      <a:pt x="1058" y="229"/>
                      <a:pt x="1058" y="229"/>
                      <a:pt x="1058" y="229"/>
                    </a:cubicBezTo>
                    <a:cubicBezTo>
                      <a:pt x="1058" y="229"/>
                      <a:pt x="1058" y="229"/>
                      <a:pt x="1058" y="229"/>
                    </a:cubicBezTo>
                    <a:cubicBezTo>
                      <a:pt x="1063" y="229"/>
                      <a:pt x="1063" y="229"/>
                      <a:pt x="1063" y="229"/>
                    </a:cubicBezTo>
                    <a:cubicBezTo>
                      <a:pt x="1063" y="229"/>
                      <a:pt x="1063" y="229"/>
                      <a:pt x="1063" y="229"/>
                    </a:cubicBezTo>
                    <a:cubicBezTo>
                      <a:pt x="1067" y="229"/>
                      <a:pt x="1067" y="229"/>
                      <a:pt x="1067" y="229"/>
                    </a:cubicBezTo>
                    <a:cubicBezTo>
                      <a:pt x="1067" y="229"/>
                      <a:pt x="1067" y="229"/>
                      <a:pt x="1067" y="229"/>
                    </a:cubicBezTo>
                    <a:cubicBezTo>
                      <a:pt x="1072" y="229"/>
                      <a:pt x="1072" y="229"/>
                      <a:pt x="1072" y="229"/>
                    </a:cubicBezTo>
                    <a:cubicBezTo>
                      <a:pt x="1072" y="229"/>
                      <a:pt x="1072" y="229"/>
                      <a:pt x="1072" y="229"/>
                    </a:cubicBezTo>
                    <a:cubicBezTo>
                      <a:pt x="1076" y="229"/>
                      <a:pt x="1076" y="229"/>
                      <a:pt x="1076" y="229"/>
                    </a:cubicBezTo>
                    <a:cubicBezTo>
                      <a:pt x="1076" y="229"/>
                      <a:pt x="1076" y="229"/>
                      <a:pt x="1076" y="229"/>
                    </a:cubicBezTo>
                    <a:cubicBezTo>
                      <a:pt x="1081" y="229"/>
                      <a:pt x="1081" y="229"/>
                      <a:pt x="1081" y="229"/>
                    </a:cubicBezTo>
                    <a:cubicBezTo>
                      <a:pt x="1081" y="229"/>
                      <a:pt x="1081" y="229"/>
                      <a:pt x="1081" y="229"/>
                    </a:cubicBezTo>
                    <a:cubicBezTo>
                      <a:pt x="1086" y="229"/>
                      <a:pt x="1086" y="229"/>
                      <a:pt x="1086" y="229"/>
                    </a:cubicBezTo>
                    <a:cubicBezTo>
                      <a:pt x="1086" y="229"/>
                      <a:pt x="1086" y="229"/>
                      <a:pt x="1086" y="229"/>
                    </a:cubicBezTo>
                    <a:cubicBezTo>
                      <a:pt x="1092" y="227"/>
                      <a:pt x="1092" y="227"/>
                      <a:pt x="1092" y="227"/>
                    </a:cubicBezTo>
                    <a:cubicBezTo>
                      <a:pt x="1092" y="227"/>
                      <a:pt x="1092" y="227"/>
                      <a:pt x="1092" y="227"/>
                    </a:cubicBezTo>
                    <a:cubicBezTo>
                      <a:pt x="1098" y="227"/>
                      <a:pt x="1098" y="227"/>
                      <a:pt x="1098" y="227"/>
                    </a:cubicBezTo>
                    <a:cubicBezTo>
                      <a:pt x="1098" y="227"/>
                      <a:pt x="1098" y="227"/>
                      <a:pt x="1098" y="227"/>
                    </a:cubicBezTo>
                    <a:cubicBezTo>
                      <a:pt x="1105" y="227"/>
                      <a:pt x="1105" y="227"/>
                      <a:pt x="1105" y="227"/>
                    </a:cubicBezTo>
                    <a:cubicBezTo>
                      <a:pt x="1105" y="227"/>
                      <a:pt x="1105" y="227"/>
                      <a:pt x="1105" y="227"/>
                    </a:cubicBezTo>
                    <a:cubicBezTo>
                      <a:pt x="1111" y="227"/>
                      <a:pt x="1111" y="227"/>
                      <a:pt x="1111" y="227"/>
                    </a:cubicBezTo>
                    <a:cubicBezTo>
                      <a:pt x="1111" y="227"/>
                      <a:pt x="1111" y="227"/>
                      <a:pt x="1111" y="227"/>
                    </a:cubicBezTo>
                    <a:cubicBezTo>
                      <a:pt x="1118" y="225"/>
                      <a:pt x="1118" y="225"/>
                      <a:pt x="1118" y="225"/>
                    </a:cubicBezTo>
                    <a:cubicBezTo>
                      <a:pt x="1118" y="225"/>
                      <a:pt x="1118" y="225"/>
                      <a:pt x="1118" y="225"/>
                    </a:cubicBezTo>
                    <a:cubicBezTo>
                      <a:pt x="1124" y="224"/>
                      <a:pt x="1124" y="224"/>
                      <a:pt x="1124" y="224"/>
                    </a:cubicBezTo>
                    <a:cubicBezTo>
                      <a:pt x="1124" y="224"/>
                      <a:pt x="1124" y="224"/>
                      <a:pt x="1124" y="224"/>
                    </a:cubicBezTo>
                    <a:cubicBezTo>
                      <a:pt x="1131" y="222"/>
                      <a:pt x="1131" y="222"/>
                      <a:pt x="1131" y="222"/>
                    </a:cubicBezTo>
                    <a:cubicBezTo>
                      <a:pt x="1131" y="222"/>
                      <a:pt x="1131" y="222"/>
                      <a:pt x="1131" y="222"/>
                    </a:cubicBezTo>
                    <a:cubicBezTo>
                      <a:pt x="1137" y="219"/>
                      <a:pt x="1137" y="219"/>
                      <a:pt x="1137" y="219"/>
                    </a:cubicBezTo>
                    <a:cubicBezTo>
                      <a:pt x="1137" y="219"/>
                      <a:pt x="1137" y="219"/>
                      <a:pt x="1137" y="219"/>
                    </a:cubicBezTo>
                    <a:cubicBezTo>
                      <a:pt x="1143" y="215"/>
                      <a:pt x="1143" y="215"/>
                      <a:pt x="1143" y="215"/>
                    </a:cubicBezTo>
                    <a:cubicBezTo>
                      <a:pt x="1143" y="215"/>
                      <a:pt x="1143" y="215"/>
                      <a:pt x="1143" y="215"/>
                    </a:cubicBezTo>
                    <a:cubicBezTo>
                      <a:pt x="1199" y="192"/>
                      <a:pt x="1199" y="192"/>
                      <a:pt x="1199" y="192"/>
                    </a:cubicBezTo>
                    <a:cubicBezTo>
                      <a:pt x="1199" y="192"/>
                      <a:pt x="1199" y="192"/>
                      <a:pt x="1199" y="192"/>
                    </a:cubicBezTo>
                    <a:cubicBezTo>
                      <a:pt x="1197" y="191"/>
                      <a:pt x="1197" y="191"/>
                      <a:pt x="1197" y="191"/>
                    </a:cubicBezTo>
                    <a:cubicBezTo>
                      <a:pt x="1197" y="191"/>
                      <a:pt x="1197" y="191"/>
                      <a:pt x="1197" y="191"/>
                    </a:cubicBezTo>
                    <a:cubicBezTo>
                      <a:pt x="1196" y="189"/>
                      <a:pt x="1196" y="189"/>
                      <a:pt x="1196" y="189"/>
                    </a:cubicBezTo>
                    <a:cubicBezTo>
                      <a:pt x="1196" y="189"/>
                      <a:pt x="1196" y="189"/>
                      <a:pt x="1196" y="189"/>
                    </a:cubicBezTo>
                    <a:cubicBezTo>
                      <a:pt x="1194" y="188"/>
                      <a:pt x="1194" y="188"/>
                      <a:pt x="1194" y="188"/>
                    </a:cubicBezTo>
                    <a:cubicBezTo>
                      <a:pt x="1194" y="188"/>
                      <a:pt x="1194" y="188"/>
                      <a:pt x="1194" y="188"/>
                    </a:cubicBezTo>
                    <a:cubicBezTo>
                      <a:pt x="1193" y="186"/>
                      <a:pt x="1193" y="186"/>
                      <a:pt x="1193" y="186"/>
                    </a:cubicBezTo>
                    <a:cubicBezTo>
                      <a:pt x="1193" y="186"/>
                      <a:pt x="1193" y="186"/>
                      <a:pt x="1193" y="186"/>
                    </a:cubicBezTo>
                    <a:cubicBezTo>
                      <a:pt x="1191" y="185"/>
                      <a:pt x="1191" y="185"/>
                      <a:pt x="1191" y="185"/>
                    </a:cubicBezTo>
                    <a:cubicBezTo>
                      <a:pt x="1191" y="185"/>
                      <a:pt x="1191" y="185"/>
                      <a:pt x="1191" y="185"/>
                    </a:cubicBezTo>
                    <a:cubicBezTo>
                      <a:pt x="1189" y="184"/>
                      <a:pt x="1189" y="184"/>
                      <a:pt x="1189" y="184"/>
                    </a:cubicBezTo>
                    <a:cubicBezTo>
                      <a:pt x="1189" y="184"/>
                      <a:pt x="1189" y="184"/>
                      <a:pt x="1189" y="184"/>
                    </a:cubicBezTo>
                    <a:cubicBezTo>
                      <a:pt x="1187" y="183"/>
                      <a:pt x="1187" y="183"/>
                      <a:pt x="1187" y="183"/>
                    </a:cubicBezTo>
                    <a:cubicBezTo>
                      <a:pt x="1187" y="183"/>
                      <a:pt x="1187" y="183"/>
                      <a:pt x="1187" y="183"/>
                    </a:cubicBezTo>
                    <a:cubicBezTo>
                      <a:pt x="1184" y="181"/>
                      <a:pt x="1184" y="181"/>
                      <a:pt x="1184" y="181"/>
                    </a:cubicBezTo>
                    <a:cubicBezTo>
                      <a:pt x="1184" y="181"/>
                      <a:pt x="1184" y="181"/>
                      <a:pt x="1184" y="181"/>
                    </a:cubicBezTo>
                    <a:cubicBezTo>
                      <a:pt x="1181" y="180"/>
                      <a:pt x="1181" y="180"/>
                      <a:pt x="1181" y="180"/>
                    </a:cubicBezTo>
                    <a:cubicBezTo>
                      <a:pt x="1181" y="180"/>
                      <a:pt x="1181" y="180"/>
                      <a:pt x="1181" y="180"/>
                    </a:cubicBezTo>
                    <a:cubicBezTo>
                      <a:pt x="1181" y="177"/>
                      <a:pt x="1181" y="177"/>
                      <a:pt x="1181" y="177"/>
                    </a:cubicBezTo>
                    <a:cubicBezTo>
                      <a:pt x="1181" y="177"/>
                      <a:pt x="1181" y="177"/>
                      <a:pt x="1181" y="177"/>
                    </a:cubicBezTo>
                    <a:cubicBezTo>
                      <a:pt x="1181" y="174"/>
                      <a:pt x="1181" y="174"/>
                      <a:pt x="1181" y="174"/>
                    </a:cubicBezTo>
                    <a:cubicBezTo>
                      <a:pt x="1181" y="174"/>
                      <a:pt x="1181" y="174"/>
                      <a:pt x="1181" y="174"/>
                    </a:cubicBezTo>
                    <a:cubicBezTo>
                      <a:pt x="1181" y="171"/>
                      <a:pt x="1181" y="171"/>
                      <a:pt x="1181" y="171"/>
                    </a:cubicBezTo>
                    <a:cubicBezTo>
                      <a:pt x="1181" y="171"/>
                      <a:pt x="1181" y="171"/>
                      <a:pt x="1181" y="171"/>
                    </a:cubicBezTo>
                    <a:cubicBezTo>
                      <a:pt x="1180" y="168"/>
                      <a:pt x="1180" y="168"/>
                      <a:pt x="1180" y="168"/>
                    </a:cubicBezTo>
                    <a:cubicBezTo>
                      <a:pt x="1180" y="168"/>
                      <a:pt x="1180" y="168"/>
                      <a:pt x="1180" y="168"/>
                    </a:cubicBezTo>
                    <a:cubicBezTo>
                      <a:pt x="1180" y="164"/>
                      <a:pt x="1180" y="164"/>
                      <a:pt x="1180" y="164"/>
                    </a:cubicBezTo>
                    <a:cubicBezTo>
                      <a:pt x="1180" y="164"/>
                      <a:pt x="1180" y="164"/>
                      <a:pt x="1180" y="164"/>
                    </a:cubicBezTo>
                    <a:cubicBezTo>
                      <a:pt x="1179" y="161"/>
                      <a:pt x="1179" y="161"/>
                      <a:pt x="1179" y="161"/>
                    </a:cubicBezTo>
                    <a:cubicBezTo>
                      <a:pt x="1179" y="161"/>
                      <a:pt x="1179" y="161"/>
                      <a:pt x="1179" y="161"/>
                    </a:cubicBezTo>
                    <a:cubicBezTo>
                      <a:pt x="1179" y="158"/>
                      <a:pt x="1179" y="158"/>
                      <a:pt x="1179" y="158"/>
                    </a:cubicBezTo>
                    <a:cubicBezTo>
                      <a:pt x="1179" y="158"/>
                      <a:pt x="1179" y="158"/>
                      <a:pt x="1179" y="158"/>
                    </a:cubicBezTo>
                    <a:cubicBezTo>
                      <a:pt x="1175" y="158"/>
                      <a:pt x="1175" y="158"/>
                      <a:pt x="1175" y="158"/>
                    </a:cubicBezTo>
                    <a:cubicBezTo>
                      <a:pt x="1175" y="158"/>
                      <a:pt x="1175" y="158"/>
                      <a:pt x="1175" y="158"/>
                    </a:cubicBezTo>
                    <a:cubicBezTo>
                      <a:pt x="1171" y="162"/>
                      <a:pt x="1171" y="162"/>
                      <a:pt x="1171" y="162"/>
                    </a:cubicBezTo>
                    <a:cubicBezTo>
                      <a:pt x="1171" y="162"/>
                      <a:pt x="1171" y="162"/>
                      <a:pt x="1171" y="162"/>
                    </a:cubicBezTo>
                    <a:cubicBezTo>
                      <a:pt x="1168" y="165"/>
                      <a:pt x="1168" y="165"/>
                      <a:pt x="1168" y="165"/>
                    </a:cubicBezTo>
                    <a:cubicBezTo>
                      <a:pt x="1168" y="165"/>
                      <a:pt x="1168" y="165"/>
                      <a:pt x="1168" y="165"/>
                    </a:cubicBezTo>
                    <a:cubicBezTo>
                      <a:pt x="1164" y="168"/>
                      <a:pt x="1164" y="168"/>
                      <a:pt x="1164" y="168"/>
                    </a:cubicBezTo>
                    <a:cubicBezTo>
                      <a:pt x="1164" y="168"/>
                      <a:pt x="1164" y="168"/>
                      <a:pt x="1164" y="168"/>
                    </a:cubicBezTo>
                    <a:cubicBezTo>
                      <a:pt x="1159" y="170"/>
                      <a:pt x="1159" y="170"/>
                      <a:pt x="1159" y="170"/>
                    </a:cubicBezTo>
                    <a:cubicBezTo>
                      <a:pt x="1159" y="170"/>
                      <a:pt x="1159" y="170"/>
                      <a:pt x="1159" y="170"/>
                    </a:cubicBezTo>
                    <a:cubicBezTo>
                      <a:pt x="1154" y="171"/>
                      <a:pt x="1154" y="171"/>
                      <a:pt x="1154" y="171"/>
                    </a:cubicBezTo>
                    <a:cubicBezTo>
                      <a:pt x="1154" y="171"/>
                      <a:pt x="1154" y="171"/>
                      <a:pt x="1154" y="171"/>
                    </a:cubicBezTo>
                    <a:cubicBezTo>
                      <a:pt x="1150" y="171"/>
                      <a:pt x="1150" y="171"/>
                      <a:pt x="1150" y="171"/>
                    </a:cubicBezTo>
                    <a:cubicBezTo>
                      <a:pt x="1150" y="171"/>
                      <a:pt x="1150" y="171"/>
                      <a:pt x="1150" y="171"/>
                    </a:cubicBezTo>
                    <a:cubicBezTo>
                      <a:pt x="1146" y="171"/>
                      <a:pt x="1146" y="171"/>
                      <a:pt x="1146" y="171"/>
                    </a:cubicBezTo>
                    <a:cubicBezTo>
                      <a:pt x="1146" y="171"/>
                      <a:pt x="1146" y="171"/>
                      <a:pt x="1146" y="171"/>
                    </a:cubicBezTo>
                    <a:cubicBezTo>
                      <a:pt x="1141" y="169"/>
                      <a:pt x="1141" y="169"/>
                      <a:pt x="1141" y="169"/>
                    </a:cubicBezTo>
                    <a:cubicBezTo>
                      <a:pt x="1141" y="169"/>
                      <a:pt x="1141" y="169"/>
                      <a:pt x="1141" y="169"/>
                    </a:cubicBezTo>
                    <a:cubicBezTo>
                      <a:pt x="1140" y="166"/>
                      <a:pt x="1140" y="166"/>
                      <a:pt x="1140" y="166"/>
                    </a:cubicBezTo>
                    <a:cubicBezTo>
                      <a:pt x="1140" y="166"/>
                      <a:pt x="1140" y="166"/>
                      <a:pt x="1140" y="166"/>
                    </a:cubicBezTo>
                    <a:cubicBezTo>
                      <a:pt x="1139" y="162"/>
                      <a:pt x="1139" y="162"/>
                      <a:pt x="1139" y="162"/>
                    </a:cubicBezTo>
                    <a:cubicBezTo>
                      <a:pt x="1139" y="162"/>
                      <a:pt x="1139" y="162"/>
                      <a:pt x="1139" y="162"/>
                    </a:cubicBezTo>
                    <a:cubicBezTo>
                      <a:pt x="1137" y="159"/>
                      <a:pt x="1137" y="159"/>
                      <a:pt x="1137" y="159"/>
                    </a:cubicBezTo>
                    <a:cubicBezTo>
                      <a:pt x="1137" y="159"/>
                      <a:pt x="1137" y="159"/>
                      <a:pt x="1137" y="159"/>
                    </a:cubicBezTo>
                    <a:cubicBezTo>
                      <a:pt x="1136" y="155"/>
                      <a:pt x="1136" y="155"/>
                      <a:pt x="1136" y="155"/>
                    </a:cubicBezTo>
                    <a:cubicBezTo>
                      <a:pt x="1136" y="155"/>
                      <a:pt x="1136" y="155"/>
                      <a:pt x="1136" y="155"/>
                    </a:cubicBezTo>
                    <a:cubicBezTo>
                      <a:pt x="1134" y="151"/>
                      <a:pt x="1134" y="151"/>
                      <a:pt x="1134" y="151"/>
                    </a:cubicBezTo>
                    <a:cubicBezTo>
                      <a:pt x="1134" y="151"/>
                      <a:pt x="1134" y="151"/>
                      <a:pt x="1134" y="151"/>
                    </a:cubicBezTo>
                    <a:cubicBezTo>
                      <a:pt x="1134" y="147"/>
                      <a:pt x="1134" y="147"/>
                      <a:pt x="1134" y="147"/>
                    </a:cubicBezTo>
                    <a:cubicBezTo>
                      <a:pt x="1134" y="147"/>
                      <a:pt x="1134" y="147"/>
                      <a:pt x="1134" y="147"/>
                    </a:cubicBezTo>
                    <a:cubicBezTo>
                      <a:pt x="1135" y="144"/>
                      <a:pt x="1135" y="144"/>
                      <a:pt x="1135" y="144"/>
                    </a:cubicBezTo>
                    <a:cubicBezTo>
                      <a:pt x="1135" y="144"/>
                      <a:pt x="1135" y="144"/>
                      <a:pt x="1135" y="144"/>
                    </a:cubicBezTo>
                    <a:cubicBezTo>
                      <a:pt x="1139" y="141"/>
                      <a:pt x="1139" y="141"/>
                      <a:pt x="1139" y="141"/>
                    </a:cubicBezTo>
                    <a:cubicBezTo>
                      <a:pt x="1139" y="141"/>
                      <a:pt x="1139" y="141"/>
                      <a:pt x="1139" y="141"/>
                    </a:cubicBezTo>
                    <a:cubicBezTo>
                      <a:pt x="1139" y="143"/>
                      <a:pt x="1139" y="143"/>
                      <a:pt x="1139" y="143"/>
                    </a:cubicBezTo>
                    <a:cubicBezTo>
                      <a:pt x="1139" y="143"/>
                      <a:pt x="1139" y="143"/>
                      <a:pt x="1139" y="143"/>
                    </a:cubicBezTo>
                    <a:cubicBezTo>
                      <a:pt x="1140" y="144"/>
                      <a:pt x="1140" y="144"/>
                      <a:pt x="1140" y="144"/>
                    </a:cubicBezTo>
                    <a:cubicBezTo>
                      <a:pt x="1140" y="144"/>
                      <a:pt x="1140" y="144"/>
                      <a:pt x="1140" y="144"/>
                    </a:cubicBezTo>
                    <a:cubicBezTo>
                      <a:pt x="1141" y="146"/>
                      <a:pt x="1141" y="146"/>
                      <a:pt x="1141" y="146"/>
                    </a:cubicBezTo>
                    <a:cubicBezTo>
                      <a:pt x="1141" y="146"/>
                      <a:pt x="1141" y="146"/>
                      <a:pt x="1141" y="146"/>
                    </a:cubicBezTo>
                    <a:cubicBezTo>
                      <a:pt x="1145" y="147"/>
                      <a:pt x="1145" y="147"/>
                      <a:pt x="1145" y="147"/>
                    </a:cubicBezTo>
                    <a:cubicBezTo>
                      <a:pt x="1145" y="147"/>
                      <a:pt x="1145" y="147"/>
                      <a:pt x="1145" y="147"/>
                    </a:cubicBezTo>
                    <a:cubicBezTo>
                      <a:pt x="1147" y="148"/>
                      <a:pt x="1147" y="148"/>
                      <a:pt x="1147" y="148"/>
                    </a:cubicBezTo>
                    <a:cubicBezTo>
                      <a:pt x="1147" y="148"/>
                      <a:pt x="1147" y="148"/>
                      <a:pt x="1147" y="148"/>
                    </a:cubicBezTo>
                    <a:cubicBezTo>
                      <a:pt x="1150" y="149"/>
                      <a:pt x="1150" y="149"/>
                      <a:pt x="1150" y="149"/>
                    </a:cubicBezTo>
                    <a:cubicBezTo>
                      <a:pt x="1150" y="149"/>
                      <a:pt x="1150" y="149"/>
                      <a:pt x="1150" y="149"/>
                    </a:cubicBezTo>
                    <a:cubicBezTo>
                      <a:pt x="1152" y="149"/>
                      <a:pt x="1152" y="149"/>
                      <a:pt x="1152" y="149"/>
                    </a:cubicBezTo>
                    <a:cubicBezTo>
                      <a:pt x="1152" y="149"/>
                      <a:pt x="1152" y="149"/>
                      <a:pt x="1152" y="149"/>
                    </a:cubicBezTo>
                    <a:cubicBezTo>
                      <a:pt x="1155" y="148"/>
                      <a:pt x="1155" y="148"/>
                      <a:pt x="1155" y="148"/>
                    </a:cubicBezTo>
                    <a:cubicBezTo>
                      <a:pt x="1155" y="148"/>
                      <a:pt x="1155" y="148"/>
                      <a:pt x="1155" y="148"/>
                    </a:cubicBezTo>
                    <a:cubicBezTo>
                      <a:pt x="1158" y="147"/>
                      <a:pt x="1158" y="147"/>
                      <a:pt x="1158" y="147"/>
                    </a:cubicBezTo>
                    <a:cubicBezTo>
                      <a:pt x="1158" y="147"/>
                      <a:pt x="1158" y="147"/>
                      <a:pt x="1158" y="147"/>
                    </a:cubicBezTo>
                    <a:cubicBezTo>
                      <a:pt x="1161" y="146"/>
                      <a:pt x="1161" y="146"/>
                      <a:pt x="1161" y="146"/>
                    </a:cubicBezTo>
                    <a:cubicBezTo>
                      <a:pt x="1161" y="146"/>
                      <a:pt x="1161" y="146"/>
                      <a:pt x="1161" y="146"/>
                    </a:cubicBezTo>
                    <a:cubicBezTo>
                      <a:pt x="1165" y="145"/>
                      <a:pt x="1165" y="145"/>
                      <a:pt x="1165" y="145"/>
                    </a:cubicBezTo>
                    <a:cubicBezTo>
                      <a:pt x="1165" y="145"/>
                      <a:pt x="1165" y="145"/>
                      <a:pt x="1165" y="145"/>
                    </a:cubicBezTo>
                    <a:cubicBezTo>
                      <a:pt x="1169" y="143"/>
                      <a:pt x="1169" y="143"/>
                      <a:pt x="1169" y="143"/>
                    </a:cubicBezTo>
                    <a:cubicBezTo>
                      <a:pt x="1169" y="143"/>
                      <a:pt x="1169" y="143"/>
                      <a:pt x="1169" y="143"/>
                    </a:cubicBezTo>
                    <a:cubicBezTo>
                      <a:pt x="1171" y="142"/>
                      <a:pt x="1171" y="142"/>
                      <a:pt x="1171" y="142"/>
                    </a:cubicBezTo>
                    <a:cubicBezTo>
                      <a:pt x="1171" y="142"/>
                      <a:pt x="1171" y="142"/>
                      <a:pt x="1171" y="142"/>
                    </a:cubicBezTo>
                    <a:cubicBezTo>
                      <a:pt x="1174" y="140"/>
                      <a:pt x="1174" y="140"/>
                      <a:pt x="1174" y="140"/>
                    </a:cubicBezTo>
                    <a:cubicBezTo>
                      <a:pt x="1174" y="140"/>
                      <a:pt x="1174" y="140"/>
                      <a:pt x="1174" y="140"/>
                    </a:cubicBezTo>
                    <a:cubicBezTo>
                      <a:pt x="1176" y="138"/>
                      <a:pt x="1176" y="138"/>
                      <a:pt x="1176" y="138"/>
                    </a:cubicBezTo>
                    <a:cubicBezTo>
                      <a:pt x="1176" y="138"/>
                      <a:pt x="1176" y="138"/>
                      <a:pt x="1176" y="138"/>
                    </a:cubicBezTo>
                    <a:cubicBezTo>
                      <a:pt x="1179" y="133"/>
                      <a:pt x="1179" y="133"/>
                      <a:pt x="1179" y="133"/>
                    </a:cubicBezTo>
                    <a:cubicBezTo>
                      <a:pt x="1179" y="133"/>
                      <a:pt x="1179" y="133"/>
                      <a:pt x="1179" y="133"/>
                    </a:cubicBezTo>
                    <a:cubicBezTo>
                      <a:pt x="1178" y="101"/>
                      <a:pt x="1178" y="101"/>
                      <a:pt x="1178" y="101"/>
                    </a:cubicBezTo>
                    <a:cubicBezTo>
                      <a:pt x="1178" y="99"/>
                      <a:pt x="1178" y="99"/>
                      <a:pt x="1178" y="99"/>
                    </a:cubicBezTo>
                    <a:cubicBezTo>
                      <a:pt x="1179" y="73"/>
                      <a:pt x="1179" y="73"/>
                      <a:pt x="1179" y="73"/>
                    </a:cubicBezTo>
                    <a:cubicBezTo>
                      <a:pt x="1179" y="73"/>
                      <a:pt x="1179" y="73"/>
                      <a:pt x="1179" y="73"/>
                    </a:cubicBezTo>
                    <a:cubicBezTo>
                      <a:pt x="1181" y="75"/>
                      <a:pt x="1181" y="75"/>
                      <a:pt x="1181" y="75"/>
                    </a:cubicBezTo>
                    <a:cubicBezTo>
                      <a:pt x="1181" y="75"/>
                      <a:pt x="1181" y="75"/>
                      <a:pt x="1181" y="75"/>
                    </a:cubicBezTo>
                    <a:cubicBezTo>
                      <a:pt x="1184" y="77"/>
                      <a:pt x="1184" y="77"/>
                      <a:pt x="1184" y="77"/>
                    </a:cubicBezTo>
                    <a:cubicBezTo>
                      <a:pt x="1184" y="77"/>
                      <a:pt x="1184" y="77"/>
                      <a:pt x="1184" y="77"/>
                    </a:cubicBezTo>
                    <a:cubicBezTo>
                      <a:pt x="1187" y="79"/>
                      <a:pt x="1187" y="79"/>
                      <a:pt x="1187" y="79"/>
                    </a:cubicBezTo>
                    <a:cubicBezTo>
                      <a:pt x="1187" y="79"/>
                      <a:pt x="1187" y="79"/>
                      <a:pt x="1187" y="79"/>
                    </a:cubicBezTo>
                    <a:cubicBezTo>
                      <a:pt x="1190" y="80"/>
                      <a:pt x="1190" y="80"/>
                      <a:pt x="1190" y="80"/>
                    </a:cubicBezTo>
                    <a:cubicBezTo>
                      <a:pt x="1190" y="80"/>
                      <a:pt x="1190" y="80"/>
                      <a:pt x="1190" y="80"/>
                    </a:cubicBezTo>
                    <a:cubicBezTo>
                      <a:pt x="1192" y="83"/>
                      <a:pt x="1192" y="83"/>
                      <a:pt x="1192" y="83"/>
                    </a:cubicBezTo>
                    <a:cubicBezTo>
                      <a:pt x="1192" y="83"/>
                      <a:pt x="1192" y="83"/>
                      <a:pt x="1192" y="83"/>
                    </a:cubicBezTo>
                    <a:cubicBezTo>
                      <a:pt x="1195" y="85"/>
                      <a:pt x="1195" y="85"/>
                      <a:pt x="1195" y="85"/>
                    </a:cubicBezTo>
                    <a:cubicBezTo>
                      <a:pt x="1195" y="85"/>
                      <a:pt x="1195" y="85"/>
                      <a:pt x="1195" y="85"/>
                    </a:cubicBezTo>
                    <a:cubicBezTo>
                      <a:pt x="1198" y="87"/>
                      <a:pt x="1198" y="87"/>
                      <a:pt x="1198" y="87"/>
                    </a:cubicBezTo>
                    <a:cubicBezTo>
                      <a:pt x="1198" y="87"/>
                      <a:pt x="1198" y="87"/>
                      <a:pt x="1198" y="87"/>
                    </a:cubicBezTo>
                    <a:cubicBezTo>
                      <a:pt x="1201" y="89"/>
                      <a:pt x="1201" y="89"/>
                      <a:pt x="1201" y="89"/>
                    </a:cubicBezTo>
                    <a:cubicBezTo>
                      <a:pt x="1201" y="89"/>
                      <a:pt x="1201" y="89"/>
                      <a:pt x="1201" y="89"/>
                    </a:cubicBezTo>
                    <a:cubicBezTo>
                      <a:pt x="1204" y="97"/>
                      <a:pt x="1204" y="97"/>
                      <a:pt x="1204" y="97"/>
                    </a:cubicBezTo>
                    <a:cubicBezTo>
                      <a:pt x="1204" y="97"/>
                      <a:pt x="1204" y="97"/>
                      <a:pt x="1204" y="97"/>
                    </a:cubicBezTo>
                    <a:cubicBezTo>
                      <a:pt x="1206" y="103"/>
                      <a:pt x="1206" y="103"/>
                      <a:pt x="1206" y="103"/>
                    </a:cubicBezTo>
                    <a:cubicBezTo>
                      <a:pt x="1206" y="103"/>
                      <a:pt x="1206" y="103"/>
                      <a:pt x="1206" y="103"/>
                    </a:cubicBezTo>
                    <a:cubicBezTo>
                      <a:pt x="1204" y="111"/>
                      <a:pt x="1204" y="111"/>
                      <a:pt x="1204" y="111"/>
                    </a:cubicBezTo>
                    <a:cubicBezTo>
                      <a:pt x="1204" y="111"/>
                      <a:pt x="1204" y="111"/>
                      <a:pt x="1204" y="111"/>
                    </a:cubicBezTo>
                    <a:cubicBezTo>
                      <a:pt x="1203" y="118"/>
                      <a:pt x="1203" y="118"/>
                      <a:pt x="1203" y="118"/>
                    </a:cubicBezTo>
                    <a:cubicBezTo>
                      <a:pt x="1203" y="118"/>
                      <a:pt x="1203" y="118"/>
                      <a:pt x="1203" y="118"/>
                    </a:cubicBezTo>
                    <a:cubicBezTo>
                      <a:pt x="1201" y="127"/>
                      <a:pt x="1201" y="127"/>
                      <a:pt x="1201" y="127"/>
                    </a:cubicBezTo>
                    <a:cubicBezTo>
                      <a:pt x="1201" y="127"/>
                      <a:pt x="1201" y="127"/>
                      <a:pt x="1201" y="127"/>
                    </a:cubicBezTo>
                    <a:cubicBezTo>
                      <a:pt x="1201" y="134"/>
                      <a:pt x="1201" y="134"/>
                      <a:pt x="1201" y="134"/>
                    </a:cubicBezTo>
                    <a:cubicBezTo>
                      <a:pt x="1201" y="134"/>
                      <a:pt x="1201" y="134"/>
                      <a:pt x="1201" y="134"/>
                    </a:cubicBezTo>
                    <a:cubicBezTo>
                      <a:pt x="1202" y="141"/>
                      <a:pt x="1202" y="141"/>
                      <a:pt x="1202" y="141"/>
                    </a:cubicBezTo>
                    <a:cubicBezTo>
                      <a:pt x="1202" y="141"/>
                      <a:pt x="1202" y="141"/>
                      <a:pt x="1202" y="141"/>
                    </a:cubicBezTo>
                    <a:cubicBezTo>
                      <a:pt x="1207" y="146"/>
                      <a:pt x="1207" y="146"/>
                      <a:pt x="1207" y="146"/>
                    </a:cubicBezTo>
                    <a:cubicBezTo>
                      <a:pt x="1207" y="146"/>
                      <a:pt x="1207" y="146"/>
                      <a:pt x="1207" y="146"/>
                    </a:cubicBezTo>
                    <a:cubicBezTo>
                      <a:pt x="1211" y="145"/>
                      <a:pt x="1211" y="145"/>
                      <a:pt x="1211" y="145"/>
                    </a:cubicBezTo>
                    <a:cubicBezTo>
                      <a:pt x="1211" y="145"/>
                      <a:pt x="1211" y="145"/>
                      <a:pt x="1211" y="145"/>
                    </a:cubicBezTo>
                    <a:cubicBezTo>
                      <a:pt x="1213" y="142"/>
                      <a:pt x="1213" y="142"/>
                      <a:pt x="1213" y="142"/>
                    </a:cubicBezTo>
                    <a:cubicBezTo>
                      <a:pt x="1213" y="142"/>
                      <a:pt x="1213" y="142"/>
                      <a:pt x="1213" y="142"/>
                    </a:cubicBezTo>
                    <a:cubicBezTo>
                      <a:pt x="1215" y="139"/>
                      <a:pt x="1215" y="139"/>
                      <a:pt x="1215" y="139"/>
                    </a:cubicBezTo>
                    <a:cubicBezTo>
                      <a:pt x="1215" y="139"/>
                      <a:pt x="1215" y="139"/>
                      <a:pt x="1215" y="139"/>
                    </a:cubicBezTo>
                    <a:cubicBezTo>
                      <a:pt x="1216" y="136"/>
                      <a:pt x="1216" y="136"/>
                      <a:pt x="1216" y="136"/>
                    </a:cubicBezTo>
                    <a:cubicBezTo>
                      <a:pt x="1216" y="136"/>
                      <a:pt x="1216" y="136"/>
                      <a:pt x="1216" y="136"/>
                    </a:cubicBezTo>
                    <a:cubicBezTo>
                      <a:pt x="1217" y="131"/>
                      <a:pt x="1217" y="131"/>
                      <a:pt x="1217" y="131"/>
                    </a:cubicBezTo>
                    <a:cubicBezTo>
                      <a:pt x="1217" y="131"/>
                      <a:pt x="1217" y="131"/>
                      <a:pt x="1217" y="131"/>
                    </a:cubicBezTo>
                    <a:cubicBezTo>
                      <a:pt x="1216" y="128"/>
                      <a:pt x="1216" y="128"/>
                      <a:pt x="1216" y="128"/>
                    </a:cubicBezTo>
                    <a:cubicBezTo>
                      <a:pt x="1216" y="128"/>
                      <a:pt x="1216" y="128"/>
                      <a:pt x="1216" y="128"/>
                    </a:cubicBezTo>
                    <a:cubicBezTo>
                      <a:pt x="1216" y="123"/>
                      <a:pt x="1216" y="123"/>
                      <a:pt x="1216" y="123"/>
                    </a:cubicBezTo>
                    <a:cubicBezTo>
                      <a:pt x="1216" y="123"/>
                      <a:pt x="1216" y="123"/>
                      <a:pt x="1216" y="123"/>
                    </a:cubicBezTo>
                    <a:cubicBezTo>
                      <a:pt x="1216" y="119"/>
                      <a:pt x="1216" y="119"/>
                      <a:pt x="1216" y="119"/>
                    </a:cubicBezTo>
                    <a:cubicBezTo>
                      <a:pt x="1216" y="119"/>
                      <a:pt x="1216" y="119"/>
                      <a:pt x="1216" y="119"/>
                    </a:cubicBezTo>
                    <a:cubicBezTo>
                      <a:pt x="1216" y="114"/>
                      <a:pt x="1216" y="114"/>
                      <a:pt x="1216" y="114"/>
                    </a:cubicBezTo>
                    <a:cubicBezTo>
                      <a:pt x="1216" y="114"/>
                      <a:pt x="1216" y="114"/>
                      <a:pt x="1216" y="114"/>
                    </a:cubicBezTo>
                    <a:cubicBezTo>
                      <a:pt x="1217" y="115"/>
                      <a:pt x="1217" y="115"/>
                      <a:pt x="1217" y="115"/>
                    </a:cubicBezTo>
                    <a:cubicBezTo>
                      <a:pt x="1217" y="115"/>
                      <a:pt x="1217" y="115"/>
                      <a:pt x="1217" y="115"/>
                    </a:cubicBezTo>
                    <a:cubicBezTo>
                      <a:pt x="1218" y="115"/>
                      <a:pt x="1218" y="115"/>
                      <a:pt x="1218" y="115"/>
                    </a:cubicBezTo>
                    <a:cubicBezTo>
                      <a:pt x="1218" y="115"/>
                      <a:pt x="1218" y="115"/>
                      <a:pt x="1218" y="115"/>
                    </a:cubicBezTo>
                    <a:cubicBezTo>
                      <a:pt x="1219" y="116"/>
                      <a:pt x="1219" y="116"/>
                      <a:pt x="1219" y="116"/>
                    </a:cubicBezTo>
                    <a:cubicBezTo>
                      <a:pt x="1219" y="116"/>
                      <a:pt x="1219" y="116"/>
                      <a:pt x="1219" y="116"/>
                    </a:cubicBezTo>
                    <a:cubicBezTo>
                      <a:pt x="1221" y="116"/>
                      <a:pt x="1221" y="116"/>
                      <a:pt x="1221" y="116"/>
                    </a:cubicBezTo>
                    <a:cubicBezTo>
                      <a:pt x="1221" y="116"/>
                      <a:pt x="1221" y="116"/>
                      <a:pt x="1221" y="116"/>
                    </a:cubicBezTo>
                    <a:cubicBezTo>
                      <a:pt x="1222" y="118"/>
                      <a:pt x="1222" y="118"/>
                      <a:pt x="1222" y="118"/>
                    </a:cubicBezTo>
                    <a:cubicBezTo>
                      <a:pt x="1222" y="118"/>
                      <a:pt x="1222" y="118"/>
                      <a:pt x="1222" y="118"/>
                    </a:cubicBezTo>
                    <a:cubicBezTo>
                      <a:pt x="1225" y="118"/>
                      <a:pt x="1225" y="118"/>
                      <a:pt x="1225" y="118"/>
                    </a:cubicBezTo>
                    <a:cubicBezTo>
                      <a:pt x="1225" y="118"/>
                      <a:pt x="1225" y="118"/>
                      <a:pt x="1225" y="118"/>
                    </a:cubicBezTo>
                    <a:cubicBezTo>
                      <a:pt x="1225" y="119"/>
                      <a:pt x="1225" y="119"/>
                      <a:pt x="1225" y="119"/>
                    </a:cubicBezTo>
                    <a:cubicBezTo>
                      <a:pt x="1225" y="119"/>
                      <a:pt x="1225" y="119"/>
                      <a:pt x="1225" y="119"/>
                    </a:cubicBezTo>
                    <a:cubicBezTo>
                      <a:pt x="1229" y="119"/>
                      <a:pt x="1229" y="119"/>
                      <a:pt x="1229" y="119"/>
                    </a:cubicBezTo>
                    <a:cubicBezTo>
                      <a:pt x="1229" y="119"/>
                      <a:pt x="1229" y="119"/>
                      <a:pt x="1229" y="119"/>
                    </a:cubicBezTo>
                    <a:cubicBezTo>
                      <a:pt x="1234" y="117"/>
                      <a:pt x="1234" y="117"/>
                      <a:pt x="1234" y="117"/>
                    </a:cubicBezTo>
                    <a:cubicBezTo>
                      <a:pt x="1234" y="117"/>
                      <a:pt x="1234" y="117"/>
                      <a:pt x="1234" y="117"/>
                    </a:cubicBezTo>
                    <a:cubicBezTo>
                      <a:pt x="1245" y="102"/>
                      <a:pt x="1245" y="102"/>
                      <a:pt x="1245" y="102"/>
                    </a:cubicBezTo>
                    <a:cubicBezTo>
                      <a:pt x="1245" y="102"/>
                      <a:pt x="1245" y="102"/>
                      <a:pt x="1245" y="102"/>
                    </a:cubicBezTo>
                    <a:cubicBezTo>
                      <a:pt x="1225" y="151"/>
                      <a:pt x="1225" y="151"/>
                      <a:pt x="1225" y="151"/>
                    </a:cubicBezTo>
                    <a:cubicBezTo>
                      <a:pt x="1225" y="151"/>
                      <a:pt x="1225" y="151"/>
                      <a:pt x="1225" y="151"/>
                    </a:cubicBezTo>
                    <a:cubicBezTo>
                      <a:pt x="1222" y="152"/>
                      <a:pt x="1222" y="152"/>
                      <a:pt x="1222" y="152"/>
                    </a:cubicBezTo>
                    <a:cubicBezTo>
                      <a:pt x="1222" y="152"/>
                      <a:pt x="1222" y="152"/>
                      <a:pt x="1222" y="152"/>
                    </a:cubicBezTo>
                    <a:cubicBezTo>
                      <a:pt x="1220" y="153"/>
                      <a:pt x="1220" y="153"/>
                      <a:pt x="1220" y="153"/>
                    </a:cubicBezTo>
                    <a:cubicBezTo>
                      <a:pt x="1220" y="153"/>
                      <a:pt x="1220" y="153"/>
                      <a:pt x="1220" y="153"/>
                    </a:cubicBezTo>
                    <a:cubicBezTo>
                      <a:pt x="1218" y="153"/>
                      <a:pt x="1218" y="153"/>
                      <a:pt x="1218" y="153"/>
                    </a:cubicBezTo>
                    <a:cubicBezTo>
                      <a:pt x="1218" y="153"/>
                      <a:pt x="1218" y="153"/>
                      <a:pt x="1218" y="153"/>
                    </a:cubicBezTo>
                    <a:cubicBezTo>
                      <a:pt x="1217" y="153"/>
                      <a:pt x="1217" y="153"/>
                      <a:pt x="1217" y="153"/>
                    </a:cubicBezTo>
                    <a:cubicBezTo>
                      <a:pt x="1217" y="153"/>
                      <a:pt x="1217" y="153"/>
                      <a:pt x="1217" y="153"/>
                    </a:cubicBezTo>
                    <a:cubicBezTo>
                      <a:pt x="1215" y="153"/>
                      <a:pt x="1215" y="153"/>
                      <a:pt x="1215" y="153"/>
                    </a:cubicBezTo>
                    <a:cubicBezTo>
                      <a:pt x="1215" y="153"/>
                      <a:pt x="1215" y="153"/>
                      <a:pt x="1215" y="153"/>
                    </a:cubicBezTo>
                    <a:cubicBezTo>
                      <a:pt x="1214" y="153"/>
                      <a:pt x="1214" y="153"/>
                      <a:pt x="1214" y="153"/>
                    </a:cubicBezTo>
                    <a:cubicBezTo>
                      <a:pt x="1214" y="153"/>
                      <a:pt x="1214" y="153"/>
                      <a:pt x="1214" y="153"/>
                    </a:cubicBezTo>
                    <a:cubicBezTo>
                      <a:pt x="1212" y="153"/>
                      <a:pt x="1212" y="153"/>
                      <a:pt x="1212" y="153"/>
                    </a:cubicBezTo>
                    <a:cubicBezTo>
                      <a:pt x="1212" y="153"/>
                      <a:pt x="1212" y="153"/>
                      <a:pt x="1212" y="153"/>
                    </a:cubicBezTo>
                    <a:cubicBezTo>
                      <a:pt x="1211" y="153"/>
                      <a:pt x="1211" y="153"/>
                      <a:pt x="1211" y="153"/>
                    </a:cubicBezTo>
                    <a:cubicBezTo>
                      <a:pt x="1211" y="153"/>
                      <a:pt x="1211" y="153"/>
                      <a:pt x="1211" y="153"/>
                    </a:cubicBezTo>
                    <a:cubicBezTo>
                      <a:pt x="1207" y="157"/>
                      <a:pt x="1207" y="157"/>
                      <a:pt x="1207" y="157"/>
                    </a:cubicBezTo>
                    <a:cubicBezTo>
                      <a:pt x="1207" y="157"/>
                      <a:pt x="1207" y="157"/>
                      <a:pt x="1207" y="157"/>
                    </a:cubicBezTo>
                    <a:cubicBezTo>
                      <a:pt x="1204" y="161"/>
                      <a:pt x="1204" y="161"/>
                      <a:pt x="1204" y="161"/>
                    </a:cubicBezTo>
                    <a:cubicBezTo>
                      <a:pt x="1204" y="161"/>
                      <a:pt x="1204" y="161"/>
                      <a:pt x="1204" y="161"/>
                    </a:cubicBezTo>
                    <a:cubicBezTo>
                      <a:pt x="1203" y="166"/>
                      <a:pt x="1203" y="166"/>
                      <a:pt x="1203" y="166"/>
                    </a:cubicBezTo>
                    <a:cubicBezTo>
                      <a:pt x="1203" y="166"/>
                      <a:pt x="1203" y="166"/>
                      <a:pt x="1203" y="166"/>
                    </a:cubicBezTo>
                    <a:cubicBezTo>
                      <a:pt x="1203" y="171"/>
                      <a:pt x="1203" y="171"/>
                      <a:pt x="1203" y="171"/>
                    </a:cubicBezTo>
                    <a:cubicBezTo>
                      <a:pt x="1203" y="171"/>
                      <a:pt x="1203" y="171"/>
                      <a:pt x="1203" y="171"/>
                    </a:cubicBezTo>
                    <a:cubicBezTo>
                      <a:pt x="1202" y="176"/>
                      <a:pt x="1202" y="176"/>
                      <a:pt x="1202" y="176"/>
                    </a:cubicBezTo>
                    <a:cubicBezTo>
                      <a:pt x="1202" y="176"/>
                      <a:pt x="1202" y="176"/>
                      <a:pt x="1202" y="176"/>
                    </a:cubicBezTo>
                    <a:cubicBezTo>
                      <a:pt x="1202" y="181"/>
                      <a:pt x="1202" y="181"/>
                      <a:pt x="1202" y="181"/>
                    </a:cubicBezTo>
                    <a:cubicBezTo>
                      <a:pt x="1202" y="181"/>
                      <a:pt x="1202" y="181"/>
                      <a:pt x="1202" y="181"/>
                    </a:cubicBezTo>
                    <a:cubicBezTo>
                      <a:pt x="1203" y="185"/>
                      <a:pt x="1203" y="185"/>
                      <a:pt x="1203" y="185"/>
                    </a:cubicBezTo>
                    <a:cubicBezTo>
                      <a:pt x="1203" y="185"/>
                      <a:pt x="1203" y="185"/>
                      <a:pt x="1203" y="185"/>
                    </a:cubicBezTo>
                    <a:cubicBezTo>
                      <a:pt x="1206" y="188"/>
                      <a:pt x="1206" y="188"/>
                      <a:pt x="1206" y="188"/>
                    </a:cubicBezTo>
                    <a:cubicBezTo>
                      <a:pt x="1206" y="188"/>
                      <a:pt x="1206" y="188"/>
                      <a:pt x="1206" y="188"/>
                    </a:cubicBezTo>
                    <a:cubicBezTo>
                      <a:pt x="1246" y="170"/>
                      <a:pt x="1246" y="170"/>
                      <a:pt x="1246" y="170"/>
                    </a:cubicBezTo>
                    <a:cubicBezTo>
                      <a:pt x="1246" y="170"/>
                      <a:pt x="1246" y="170"/>
                      <a:pt x="1246" y="170"/>
                    </a:cubicBezTo>
                    <a:cubicBezTo>
                      <a:pt x="1262" y="66"/>
                      <a:pt x="1262" y="66"/>
                      <a:pt x="1262" y="66"/>
                    </a:cubicBezTo>
                    <a:cubicBezTo>
                      <a:pt x="1262" y="66"/>
                      <a:pt x="1262" y="66"/>
                      <a:pt x="1262" y="66"/>
                    </a:cubicBezTo>
                    <a:cubicBezTo>
                      <a:pt x="1260" y="63"/>
                      <a:pt x="1260" y="63"/>
                      <a:pt x="1260" y="63"/>
                    </a:cubicBezTo>
                    <a:cubicBezTo>
                      <a:pt x="1260" y="63"/>
                      <a:pt x="1260" y="63"/>
                      <a:pt x="1260" y="63"/>
                    </a:cubicBezTo>
                    <a:cubicBezTo>
                      <a:pt x="1259" y="60"/>
                      <a:pt x="1259" y="60"/>
                      <a:pt x="1259" y="60"/>
                    </a:cubicBezTo>
                    <a:cubicBezTo>
                      <a:pt x="1259" y="60"/>
                      <a:pt x="1259" y="60"/>
                      <a:pt x="1259" y="60"/>
                    </a:cubicBezTo>
                    <a:cubicBezTo>
                      <a:pt x="1258" y="58"/>
                      <a:pt x="1258" y="58"/>
                      <a:pt x="1258" y="58"/>
                    </a:cubicBezTo>
                    <a:cubicBezTo>
                      <a:pt x="1258" y="58"/>
                      <a:pt x="1258" y="58"/>
                      <a:pt x="1258" y="58"/>
                    </a:cubicBezTo>
                    <a:cubicBezTo>
                      <a:pt x="1258" y="54"/>
                      <a:pt x="1258" y="54"/>
                      <a:pt x="1258" y="54"/>
                    </a:cubicBezTo>
                    <a:cubicBezTo>
                      <a:pt x="1258" y="54"/>
                      <a:pt x="1258" y="54"/>
                      <a:pt x="1258" y="54"/>
                    </a:cubicBezTo>
                    <a:cubicBezTo>
                      <a:pt x="1257" y="51"/>
                      <a:pt x="1257" y="51"/>
                      <a:pt x="1257" y="51"/>
                    </a:cubicBezTo>
                    <a:cubicBezTo>
                      <a:pt x="1257" y="51"/>
                      <a:pt x="1257" y="51"/>
                      <a:pt x="1257" y="51"/>
                    </a:cubicBezTo>
                    <a:cubicBezTo>
                      <a:pt x="1257" y="47"/>
                      <a:pt x="1257" y="47"/>
                      <a:pt x="1257" y="47"/>
                    </a:cubicBezTo>
                    <a:cubicBezTo>
                      <a:pt x="1257" y="47"/>
                      <a:pt x="1257" y="47"/>
                      <a:pt x="1257" y="47"/>
                    </a:cubicBezTo>
                    <a:cubicBezTo>
                      <a:pt x="1257" y="44"/>
                      <a:pt x="1257" y="44"/>
                      <a:pt x="1257" y="44"/>
                    </a:cubicBezTo>
                    <a:cubicBezTo>
                      <a:pt x="1257" y="44"/>
                      <a:pt x="1257" y="44"/>
                      <a:pt x="1257" y="44"/>
                    </a:cubicBezTo>
                    <a:cubicBezTo>
                      <a:pt x="1260" y="40"/>
                      <a:pt x="1260" y="40"/>
                      <a:pt x="1260" y="40"/>
                    </a:cubicBezTo>
                    <a:cubicBezTo>
                      <a:pt x="1260" y="40"/>
                      <a:pt x="1260" y="40"/>
                      <a:pt x="1260" y="40"/>
                    </a:cubicBezTo>
                    <a:cubicBezTo>
                      <a:pt x="1262" y="41"/>
                      <a:pt x="1262" y="41"/>
                      <a:pt x="1262" y="41"/>
                    </a:cubicBezTo>
                    <a:cubicBezTo>
                      <a:pt x="1262" y="41"/>
                      <a:pt x="1262" y="41"/>
                      <a:pt x="1262" y="41"/>
                    </a:cubicBezTo>
                    <a:cubicBezTo>
                      <a:pt x="1264" y="40"/>
                      <a:pt x="1264" y="40"/>
                      <a:pt x="1264" y="40"/>
                    </a:cubicBezTo>
                    <a:cubicBezTo>
                      <a:pt x="1264" y="40"/>
                      <a:pt x="1264" y="40"/>
                      <a:pt x="1264" y="40"/>
                    </a:cubicBezTo>
                    <a:cubicBezTo>
                      <a:pt x="1268" y="40"/>
                      <a:pt x="1268" y="40"/>
                      <a:pt x="1268" y="40"/>
                    </a:cubicBezTo>
                    <a:cubicBezTo>
                      <a:pt x="1268" y="40"/>
                      <a:pt x="1268" y="40"/>
                      <a:pt x="1268" y="40"/>
                    </a:cubicBezTo>
                    <a:cubicBezTo>
                      <a:pt x="1271" y="38"/>
                      <a:pt x="1271" y="38"/>
                      <a:pt x="1271" y="38"/>
                    </a:cubicBezTo>
                    <a:cubicBezTo>
                      <a:pt x="1271" y="38"/>
                      <a:pt x="1271" y="38"/>
                      <a:pt x="1271" y="38"/>
                    </a:cubicBezTo>
                    <a:cubicBezTo>
                      <a:pt x="1273" y="38"/>
                      <a:pt x="1273" y="38"/>
                      <a:pt x="1273" y="38"/>
                    </a:cubicBezTo>
                    <a:cubicBezTo>
                      <a:pt x="1273" y="38"/>
                      <a:pt x="1273" y="38"/>
                      <a:pt x="1273" y="38"/>
                    </a:cubicBezTo>
                    <a:cubicBezTo>
                      <a:pt x="1276" y="37"/>
                      <a:pt x="1276" y="37"/>
                      <a:pt x="1276" y="37"/>
                    </a:cubicBezTo>
                    <a:cubicBezTo>
                      <a:pt x="1276" y="37"/>
                      <a:pt x="1276" y="37"/>
                      <a:pt x="1276" y="37"/>
                    </a:cubicBezTo>
                    <a:cubicBezTo>
                      <a:pt x="1279" y="37"/>
                      <a:pt x="1279" y="37"/>
                      <a:pt x="1279" y="37"/>
                    </a:cubicBezTo>
                    <a:cubicBezTo>
                      <a:pt x="1279" y="37"/>
                      <a:pt x="1279" y="37"/>
                      <a:pt x="1279" y="37"/>
                    </a:cubicBezTo>
                    <a:cubicBezTo>
                      <a:pt x="1282" y="38"/>
                      <a:pt x="1282" y="38"/>
                      <a:pt x="1282" y="38"/>
                    </a:cubicBezTo>
                    <a:cubicBezTo>
                      <a:pt x="1282" y="38"/>
                      <a:pt x="1282" y="38"/>
                      <a:pt x="1282" y="38"/>
                    </a:cubicBezTo>
                    <a:cubicBezTo>
                      <a:pt x="1282" y="54"/>
                      <a:pt x="1282" y="54"/>
                      <a:pt x="1282" y="54"/>
                    </a:cubicBezTo>
                    <a:cubicBezTo>
                      <a:pt x="1282" y="54"/>
                      <a:pt x="1282" y="54"/>
                      <a:pt x="1282" y="54"/>
                    </a:cubicBezTo>
                    <a:cubicBezTo>
                      <a:pt x="1280" y="69"/>
                      <a:pt x="1280" y="69"/>
                      <a:pt x="1280" y="69"/>
                    </a:cubicBezTo>
                    <a:cubicBezTo>
                      <a:pt x="1280" y="69"/>
                      <a:pt x="1280" y="69"/>
                      <a:pt x="1280" y="69"/>
                    </a:cubicBezTo>
                    <a:cubicBezTo>
                      <a:pt x="1276" y="84"/>
                      <a:pt x="1276" y="84"/>
                      <a:pt x="1276" y="84"/>
                    </a:cubicBezTo>
                    <a:cubicBezTo>
                      <a:pt x="1276" y="84"/>
                      <a:pt x="1276" y="84"/>
                      <a:pt x="1276" y="84"/>
                    </a:cubicBezTo>
                    <a:cubicBezTo>
                      <a:pt x="1273" y="99"/>
                      <a:pt x="1273" y="99"/>
                      <a:pt x="1273" y="99"/>
                    </a:cubicBezTo>
                    <a:cubicBezTo>
                      <a:pt x="1273" y="99"/>
                      <a:pt x="1273" y="99"/>
                      <a:pt x="1273" y="99"/>
                    </a:cubicBezTo>
                    <a:cubicBezTo>
                      <a:pt x="1268" y="114"/>
                      <a:pt x="1268" y="114"/>
                      <a:pt x="1268" y="114"/>
                    </a:cubicBezTo>
                    <a:cubicBezTo>
                      <a:pt x="1268" y="114"/>
                      <a:pt x="1268" y="114"/>
                      <a:pt x="1268" y="114"/>
                    </a:cubicBezTo>
                    <a:cubicBezTo>
                      <a:pt x="1264" y="129"/>
                      <a:pt x="1264" y="129"/>
                      <a:pt x="1264" y="129"/>
                    </a:cubicBezTo>
                    <a:cubicBezTo>
                      <a:pt x="1264" y="129"/>
                      <a:pt x="1264" y="129"/>
                      <a:pt x="1264" y="129"/>
                    </a:cubicBezTo>
                    <a:cubicBezTo>
                      <a:pt x="1261" y="144"/>
                      <a:pt x="1261" y="144"/>
                      <a:pt x="1261" y="144"/>
                    </a:cubicBezTo>
                    <a:cubicBezTo>
                      <a:pt x="1261" y="144"/>
                      <a:pt x="1261" y="144"/>
                      <a:pt x="1261" y="144"/>
                    </a:cubicBezTo>
                    <a:cubicBezTo>
                      <a:pt x="1260" y="159"/>
                      <a:pt x="1260" y="159"/>
                      <a:pt x="1260" y="159"/>
                    </a:cubicBezTo>
                    <a:cubicBezTo>
                      <a:pt x="1260" y="159"/>
                      <a:pt x="1260" y="159"/>
                      <a:pt x="1260" y="159"/>
                    </a:cubicBezTo>
                    <a:cubicBezTo>
                      <a:pt x="1263" y="161"/>
                      <a:pt x="1263" y="161"/>
                      <a:pt x="1263" y="161"/>
                    </a:cubicBezTo>
                    <a:cubicBezTo>
                      <a:pt x="1263" y="161"/>
                      <a:pt x="1263" y="161"/>
                      <a:pt x="1263" y="161"/>
                    </a:cubicBezTo>
                    <a:cubicBezTo>
                      <a:pt x="1303" y="152"/>
                      <a:pt x="1303" y="152"/>
                      <a:pt x="1303" y="152"/>
                    </a:cubicBezTo>
                    <a:cubicBezTo>
                      <a:pt x="1303" y="152"/>
                      <a:pt x="1303" y="152"/>
                      <a:pt x="1303" y="152"/>
                    </a:cubicBezTo>
                    <a:cubicBezTo>
                      <a:pt x="1320" y="176"/>
                      <a:pt x="1320" y="176"/>
                      <a:pt x="1320" y="176"/>
                    </a:cubicBezTo>
                    <a:cubicBezTo>
                      <a:pt x="1320" y="176"/>
                      <a:pt x="1320" y="176"/>
                      <a:pt x="1320" y="176"/>
                    </a:cubicBezTo>
                    <a:cubicBezTo>
                      <a:pt x="1311" y="174"/>
                      <a:pt x="1311" y="174"/>
                      <a:pt x="1311" y="174"/>
                    </a:cubicBezTo>
                    <a:cubicBezTo>
                      <a:pt x="1311" y="174"/>
                      <a:pt x="1311" y="174"/>
                      <a:pt x="1311" y="174"/>
                    </a:cubicBezTo>
                    <a:cubicBezTo>
                      <a:pt x="1301" y="172"/>
                      <a:pt x="1301" y="172"/>
                      <a:pt x="1301" y="172"/>
                    </a:cubicBezTo>
                    <a:cubicBezTo>
                      <a:pt x="1301" y="172"/>
                      <a:pt x="1301" y="172"/>
                      <a:pt x="1301" y="172"/>
                    </a:cubicBezTo>
                    <a:cubicBezTo>
                      <a:pt x="1292" y="171"/>
                      <a:pt x="1292" y="171"/>
                      <a:pt x="1292" y="171"/>
                    </a:cubicBezTo>
                    <a:cubicBezTo>
                      <a:pt x="1292" y="171"/>
                      <a:pt x="1292" y="171"/>
                      <a:pt x="1292" y="171"/>
                    </a:cubicBezTo>
                    <a:cubicBezTo>
                      <a:pt x="1283" y="170"/>
                      <a:pt x="1283" y="170"/>
                      <a:pt x="1283" y="170"/>
                    </a:cubicBezTo>
                    <a:cubicBezTo>
                      <a:pt x="1283" y="170"/>
                      <a:pt x="1283" y="170"/>
                      <a:pt x="1283" y="170"/>
                    </a:cubicBezTo>
                    <a:cubicBezTo>
                      <a:pt x="1274" y="171"/>
                      <a:pt x="1274" y="171"/>
                      <a:pt x="1274" y="171"/>
                    </a:cubicBezTo>
                    <a:cubicBezTo>
                      <a:pt x="1274" y="171"/>
                      <a:pt x="1274" y="171"/>
                      <a:pt x="1274" y="171"/>
                    </a:cubicBezTo>
                    <a:cubicBezTo>
                      <a:pt x="1264" y="172"/>
                      <a:pt x="1264" y="172"/>
                      <a:pt x="1264" y="172"/>
                    </a:cubicBezTo>
                    <a:cubicBezTo>
                      <a:pt x="1264" y="172"/>
                      <a:pt x="1264" y="172"/>
                      <a:pt x="1264" y="172"/>
                    </a:cubicBezTo>
                    <a:cubicBezTo>
                      <a:pt x="1255" y="175"/>
                      <a:pt x="1255" y="175"/>
                      <a:pt x="1255" y="175"/>
                    </a:cubicBezTo>
                    <a:cubicBezTo>
                      <a:pt x="1255" y="175"/>
                      <a:pt x="1255" y="175"/>
                      <a:pt x="1255" y="175"/>
                    </a:cubicBezTo>
                    <a:cubicBezTo>
                      <a:pt x="1248" y="180"/>
                      <a:pt x="1248" y="180"/>
                      <a:pt x="1248" y="180"/>
                    </a:cubicBezTo>
                    <a:cubicBezTo>
                      <a:pt x="1248" y="180"/>
                      <a:pt x="1248" y="180"/>
                      <a:pt x="1248" y="180"/>
                    </a:cubicBezTo>
                    <a:cubicBezTo>
                      <a:pt x="1182" y="213"/>
                      <a:pt x="1182" y="213"/>
                      <a:pt x="1182" y="213"/>
                    </a:cubicBezTo>
                    <a:cubicBezTo>
                      <a:pt x="1182" y="213"/>
                      <a:pt x="1182" y="213"/>
                      <a:pt x="1182" y="213"/>
                    </a:cubicBezTo>
                    <a:cubicBezTo>
                      <a:pt x="1181" y="215"/>
                      <a:pt x="1181" y="215"/>
                      <a:pt x="1181" y="215"/>
                    </a:cubicBezTo>
                    <a:cubicBezTo>
                      <a:pt x="1181" y="215"/>
                      <a:pt x="1181" y="215"/>
                      <a:pt x="1181" y="215"/>
                    </a:cubicBezTo>
                    <a:cubicBezTo>
                      <a:pt x="1181" y="217"/>
                      <a:pt x="1181" y="217"/>
                      <a:pt x="1181" y="217"/>
                    </a:cubicBezTo>
                    <a:cubicBezTo>
                      <a:pt x="1181" y="217"/>
                      <a:pt x="1181" y="217"/>
                      <a:pt x="1181" y="217"/>
                    </a:cubicBezTo>
                    <a:cubicBezTo>
                      <a:pt x="1181" y="219"/>
                      <a:pt x="1181" y="219"/>
                      <a:pt x="1181" y="219"/>
                    </a:cubicBezTo>
                    <a:cubicBezTo>
                      <a:pt x="1181" y="219"/>
                      <a:pt x="1181" y="219"/>
                      <a:pt x="1181" y="219"/>
                    </a:cubicBezTo>
                    <a:cubicBezTo>
                      <a:pt x="1181" y="221"/>
                      <a:pt x="1181" y="221"/>
                      <a:pt x="1181" y="221"/>
                    </a:cubicBezTo>
                    <a:cubicBezTo>
                      <a:pt x="1181" y="221"/>
                      <a:pt x="1181" y="221"/>
                      <a:pt x="1181" y="221"/>
                    </a:cubicBezTo>
                    <a:cubicBezTo>
                      <a:pt x="1181" y="224"/>
                      <a:pt x="1181" y="224"/>
                      <a:pt x="1181" y="224"/>
                    </a:cubicBezTo>
                    <a:cubicBezTo>
                      <a:pt x="1181" y="224"/>
                      <a:pt x="1181" y="224"/>
                      <a:pt x="1181" y="224"/>
                    </a:cubicBezTo>
                    <a:cubicBezTo>
                      <a:pt x="1181" y="226"/>
                      <a:pt x="1181" y="226"/>
                      <a:pt x="1181" y="226"/>
                    </a:cubicBezTo>
                    <a:cubicBezTo>
                      <a:pt x="1181" y="226"/>
                      <a:pt x="1181" y="226"/>
                      <a:pt x="1181" y="226"/>
                    </a:cubicBezTo>
                    <a:cubicBezTo>
                      <a:pt x="1181" y="228"/>
                      <a:pt x="1181" y="228"/>
                      <a:pt x="1181" y="228"/>
                    </a:cubicBezTo>
                    <a:cubicBezTo>
                      <a:pt x="1181" y="228"/>
                      <a:pt x="1181" y="228"/>
                      <a:pt x="1181" y="228"/>
                    </a:cubicBezTo>
                    <a:cubicBezTo>
                      <a:pt x="1183" y="229"/>
                      <a:pt x="1183" y="229"/>
                      <a:pt x="1183" y="229"/>
                    </a:cubicBezTo>
                    <a:cubicBezTo>
                      <a:pt x="1183" y="229"/>
                      <a:pt x="1183" y="229"/>
                      <a:pt x="1183" y="229"/>
                    </a:cubicBezTo>
                    <a:cubicBezTo>
                      <a:pt x="1188" y="229"/>
                      <a:pt x="1188" y="229"/>
                      <a:pt x="1188" y="229"/>
                    </a:cubicBezTo>
                    <a:cubicBezTo>
                      <a:pt x="1188" y="229"/>
                      <a:pt x="1188" y="229"/>
                      <a:pt x="1188" y="229"/>
                    </a:cubicBezTo>
                    <a:cubicBezTo>
                      <a:pt x="1225" y="204"/>
                      <a:pt x="1225" y="204"/>
                      <a:pt x="1225" y="204"/>
                    </a:cubicBezTo>
                    <a:cubicBezTo>
                      <a:pt x="1225" y="204"/>
                      <a:pt x="1225" y="204"/>
                      <a:pt x="1225" y="204"/>
                    </a:cubicBezTo>
                    <a:cubicBezTo>
                      <a:pt x="1229" y="204"/>
                      <a:pt x="1229" y="204"/>
                      <a:pt x="1229" y="204"/>
                    </a:cubicBezTo>
                    <a:cubicBezTo>
                      <a:pt x="1229" y="204"/>
                      <a:pt x="1229" y="204"/>
                      <a:pt x="1229" y="204"/>
                    </a:cubicBezTo>
                    <a:cubicBezTo>
                      <a:pt x="1233" y="203"/>
                      <a:pt x="1233" y="203"/>
                      <a:pt x="1233" y="203"/>
                    </a:cubicBezTo>
                    <a:cubicBezTo>
                      <a:pt x="1233" y="203"/>
                      <a:pt x="1233" y="203"/>
                      <a:pt x="1233" y="203"/>
                    </a:cubicBezTo>
                    <a:cubicBezTo>
                      <a:pt x="1237" y="203"/>
                      <a:pt x="1237" y="203"/>
                      <a:pt x="1237" y="203"/>
                    </a:cubicBezTo>
                    <a:cubicBezTo>
                      <a:pt x="1237" y="203"/>
                      <a:pt x="1237" y="203"/>
                      <a:pt x="1237" y="203"/>
                    </a:cubicBezTo>
                    <a:cubicBezTo>
                      <a:pt x="1242" y="202"/>
                      <a:pt x="1242" y="202"/>
                      <a:pt x="1242" y="202"/>
                    </a:cubicBezTo>
                    <a:cubicBezTo>
                      <a:pt x="1242" y="202"/>
                      <a:pt x="1242" y="202"/>
                      <a:pt x="1242" y="202"/>
                    </a:cubicBezTo>
                    <a:cubicBezTo>
                      <a:pt x="1245" y="203"/>
                      <a:pt x="1245" y="203"/>
                      <a:pt x="1245" y="203"/>
                    </a:cubicBezTo>
                    <a:cubicBezTo>
                      <a:pt x="1245" y="203"/>
                      <a:pt x="1245" y="203"/>
                      <a:pt x="1245" y="203"/>
                    </a:cubicBezTo>
                    <a:cubicBezTo>
                      <a:pt x="1251" y="204"/>
                      <a:pt x="1251" y="204"/>
                      <a:pt x="1251" y="204"/>
                    </a:cubicBezTo>
                    <a:cubicBezTo>
                      <a:pt x="1251" y="204"/>
                      <a:pt x="1251" y="204"/>
                      <a:pt x="1251" y="204"/>
                    </a:cubicBezTo>
                    <a:cubicBezTo>
                      <a:pt x="1254" y="206"/>
                      <a:pt x="1254" y="206"/>
                      <a:pt x="1254" y="206"/>
                    </a:cubicBezTo>
                    <a:cubicBezTo>
                      <a:pt x="1254" y="206"/>
                      <a:pt x="1254" y="206"/>
                      <a:pt x="1254" y="206"/>
                    </a:cubicBezTo>
                    <a:cubicBezTo>
                      <a:pt x="1259" y="207"/>
                      <a:pt x="1259" y="207"/>
                      <a:pt x="1259" y="207"/>
                    </a:cubicBezTo>
                    <a:cubicBezTo>
                      <a:pt x="1259" y="207"/>
                      <a:pt x="1259" y="207"/>
                      <a:pt x="1259" y="207"/>
                    </a:cubicBezTo>
                    <a:cubicBezTo>
                      <a:pt x="1244" y="229"/>
                      <a:pt x="1237" y="234"/>
                      <a:pt x="1237" y="235"/>
                    </a:cubicBezTo>
                    <a:cubicBezTo>
                      <a:pt x="1237" y="235"/>
                      <a:pt x="1237" y="235"/>
                      <a:pt x="1237" y="235"/>
                    </a:cubicBezTo>
                    <a:cubicBezTo>
                      <a:pt x="1237" y="236"/>
                      <a:pt x="1237" y="236"/>
                      <a:pt x="1237" y="236"/>
                    </a:cubicBezTo>
                    <a:cubicBezTo>
                      <a:pt x="1234" y="239"/>
                      <a:pt x="1234" y="239"/>
                      <a:pt x="1234" y="239"/>
                    </a:cubicBezTo>
                    <a:cubicBezTo>
                      <a:pt x="1232" y="241"/>
                      <a:pt x="1232" y="241"/>
                      <a:pt x="1232" y="241"/>
                    </a:cubicBezTo>
                    <a:cubicBezTo>
                      <a:pt x="1232" y="241"/>
                      <a:pt x="1232" y="241"/>
                      <a:pt x="1232" y="241"/>
                    </a:cubicBezTo>
                    <a:cubicBezTo>
                      <a:pt x="1231" y="242"/>
                      <a:pt x="1231" y="242"/>
                      <a:pt x="1231" y="242"/>
                    </a:cubicBezTo>
                    <a:cubicBezTo>
                      <a:pt x="1231" y="242"/>
                      <a:pt x="1231" y="242"/>
                      <a:pt x="1231" y="242"/>
                    </a:cubicBezTo>
                    <a:cubicBezTo>
                      <a:pt x="1230" y="243"/>
                      <a:pt x="1230" y="243"/>
                      <a:pt x="1230" y="243"/>
                    </a:cubicBezTo>
                    <a:cubicBezTo>
                      <a:pt x="1230" y="243"/>
                      <a:pt x="1230" y="243"/>
                      <a:pt x="1230" y="243"/>
                    </a:cubicBezTo>
                    <a:cubicBezTo>
                      <a:pt x="1230" y="243"/>
                      <a:pt x="1230" y="243"/>
                      <a:pt x="1230" y="243"/>
                    </a:cubicBezTo>
                    <a:cubicBezTo>
                      <a:pt x="1230" y="243"/>
                      <a:pt x="1230" y="243"/>
                      <a:pt x="1230" y="243"/>
                    </a:cubicBezTo>
                    <a:cubicBezTo>
                      <a:pt x="1230" y="245"/>
                      <a:pt x="1230" y="245"/>
                      <a:pt x="1230" y="245"/>
                    </a:cubicBezTo>
                    <a:cubicBezTo>
                      <a:pt x="1230" y="245"/>
                      <a:pt x="1230" y="245"/>
                      <a:pt x="1230" y="245"/>
                    </a:cubicBezTo>
                    <a:cubicBezTo>
                      <a:pt x="1230" y="246"/>
                      <a:pt x="1230" y="246"/>
                      <a:pt x="1230" y="246"/>
                    </a:cubicBezTo>
                    <a:cubicBezTo>
                      <a:pt x="1230" y="246"/>
                      <a:pt x="1230" y="246"/>
                      <a:pt x="1230" y="246"/>
                    </a:cubicBezTo>
                    <a:cubicBezTo>
                      <a:pt x="1230" y="248"/>
                      <a:pt x="1230" y="248"/>
                      <a:pt x="1230" y="248"/>
                    </a:cubicBezTo>
                    <a:cubicBezTo>
                      <a:pt x="1230" y="248"/>
                      <a:pt x="1230" y="248"/>
                      <a:pt x="1230" y="248"/>
                    </a:cubicBezTo>
                    <a:cubicBezTo>
                      <a:pt x="1230" y="249"/>
                      <a:pt x="1230" y="249"/>
                      <a:pt x="1230" y="249"/>
                    </a:cubicBezTo>
                    <a:cubicBezTo>
                      <a:pt x="1230" y="249"/>
                      <a:pt x="1230" y="249"/>
                      <a:pt x="1230" y="249"/>
                    </a:cubicBezTo>
                    <a:cubicBezTo>
                      <a:pt x="1230" y="251"/>
                      <a:pt x="1230" y="251"/>
                      <a:pt x="1230" y="251"/>
                    </a:cubicBezTo>
                    <a:cubicBezTo>
                      <a:pt x="1230" y="251"/>
                      <a:pt x="1230" y="251"/>
                      <a:pt x="1230" y="251"/>
                    </a:cubicBezTo>
                    <a:cubicBezTo>
                      <a:pt x="1231" y="252"/>
                      <a:pt x="1231" y="252"/>
                      <a:pt x="1231" y="252"/>
                    </a:cubicBezTo>
                    <a:cubicBezTo>
                      <a:pt x="1231" y="252"/>
                      <a:pt x="1231" y="252"/>
                      <a:pt x="1231" y="252"/>
                    </a:cubicBezTo>
                    <a:cubicBezTo>
                      <a:pt x="1232" y="253"/>
                      <a:pt x="1232" y="253"/>
                      <a:pt x="1232" y="253"/>
                    </a:cubicBezTo>
                    <a:cubicBezTo>
                      <a:pt x="1232" y="253"/>
                      <a:pt x="1232" y="253"/>
                      <a:pt x="1232" y="253"/>
                    </a:cubicBezTo>
                    <a:cubicBezTo>
                      <a:pt x="1233" y="253"/>
                      <a:pt x="1233" y="253"/>
                      <a:pt x="1233" y="253"/>
                    </a:cubicBezTo>
                    <a:cubicBezTo>
                      <a:pt x="1233" y="253"/>
                      <a:pt x="1233" y="253"/>
                      <a:pt x="1233" y="253"/>
                    </a:cubicBezTo>
                    <a:cubicBezTo>
                      <a:pt x="1233" y="255"/>
                      <a:pt x="1233" y="255"/>
                      <a:pt x="1233" y="255"/>
                    </a:cubicBezTo>
                    <a:cubicBezTo>
                      <a:pt x="1233" y="255"/>
                      <a:pt x="1233" y="255"/>
                      <a:pt x="1233" y="255"/>
                    </a:cubicBezTo>
                    <a:cubicBezTo>
                      <a:pt x="1235" y="256"/>
                      <a:pt x="1235" y="256"/>
                      <a:pt x="1235" y="256"/>
                    </a:cubicBezTo>
                    <a:cubicBezTo>
                      <a:pt x="1235" y="256"/>
                      <a:pt x="1235" y="256"/>
                      <a:pt x="1235" y="256"/>
                    </a:cubicBezTo>
                    <a:cubicBezTo>
                      <a:pt x="1235" y="256"/>
                      <a:pt x="1235" y="256"/>
                      <a:pt x="1235" y="256"/>
                    </a:cubicBezTo>
                    <a:cubicBezTo>
                      <a:pt x="1235" y="256"/>
                      <a:pt x="1235" y="256"/>
                      <a:pt x="1235" y="256"/>
                    </a:cubicBezTo>
                    <a:cubicBezTo>
                      <a:pt x="1237" y="257"/>
                      <a:pt x="1237" y="257"/>
                      <a:pt x="1237" y="257"/>
                    </a:cubicBezTo>
                    <a:cubicBezTo>
                      <a:pt x="1237" y="257"/>
                      <a:pt x="1237" y="257"/>
                      <a:pt x="1237" y="257"/>
                    </a:cubicBezTo>
                    <a:cubicBezTo>
                      <a:pt x="1236" y="263"/>
                      <a:pt x="1236" y="263"/>
                      <a:pt x="1236" y="263"/>
                    </a:cubicBezTo>
                    <a:cubicBezTo>
                      <a:pt x="1236" y="263"/>
                      <a:pt x="1236" y="263"/>
                      <a:pt x="1236" y="263"/>
                    </a:cubicBezTo>
                    <a:cubicBezTo>
                      <a:pt x="1234" y="266"/>
                      <a:pt x="1234" y="266"/>
                      <a:pt x="1234" y="266"/>
                    </a:cubicBezTo>
                    <a:cubicBezTo>
                      <a:pt x="1234" y="266"/>
                      <a:pt x="1234" y="266"/>
                      <a:pt x="1234" y="266"/>
                    </a:cubicBezTo>
                    <a:cubicBezTo>
                      <a:pt x="1232" y="267"/>
                      <a:pt x="1232" y="267"/>
                      <a:pt x="1232" y="267"/>
                    </a:cubicBezTo>
                    <a:cubicBezTo>
                      <a:pt x="1232" y="267"/>
                      <a:pt x="1232" y="267"/>
                      <a:pt x="1232" y="267"/>
                    </a:cubicBezTo>
                    <a:cubicBezTo>
                      <a:pt x="1230" y="269"/>
                      <a:pt x="1230" y="269"/>
                      <a:pt x="1230" y="269"/>
                    </a:cubicBezTo>
                    <a:cubicBezTo>
                      <a:pt x="1230" y="269"/>
                      <a:pt x="1230" y="269"/>
                      <a:pt x="1230" y="269"/>
                    </a:cubicBezTo>
                    <a:cubicBezTo>
                      <a:pt x="1229" y="269"/>
                      <a:pt x="1229" y="269"/>
                      <a:pt x="1229" y="269"/>
                    </a:cubicBezTo>
                    <a:cubicBezTo>
                      <a:pt x="1229" y="269"/>
                      <a:pt x="1229" y="269"/>
                      <a:pt x="1229" y="269"/>
                    </a:cubicBezTo>
                    <a:cubicBezTo>
                      <a:pt x="1225" y="271"/>
                      <a:pt x="1225" y="271"/>
                      <a:pt x="1225" y="271"/>
                    </a:cubicBezTo>
                    <a:cubicBezTo>
                      <a:pt x="1225" y="271"/>
                      <a:pt x="1225" y="271"/>
                      <a:pt x="1225" y="271"/>
                    </a:cubicBezTo>
                    <a:cubicBezTo>
                      <a:pt x="1223" y="272"/>
                      <a:pt x="1223" y="272"/>
                      <a:pt x="1223" y="272"/>
                    </a:cubicBezTo>
                    <a:cubicBezTo>
                      <a:pt x="1223" y="272"/>
                      <a:pt x="1223" y="272"/>
                      <a:pt x="1223" y="272"/>
                    </a:cubicBezTo>
                    <a:cubicBezTo>
                      <a:pt x="1221" y="274"/>
                      <a:pt x="1221" y="274"/>
                      <a:pt x="1221" y="274"/>
                    </a:cubicBezTo>
                    <a:cubicBezTo>
                      <a:pt x="1221" y="274"/>
                      <a:pt x="1221" y="274"/>
                      <a:pt x="1221" y="274"/>
                    </a:cubicBezTo>
                    <a:cubicBezTo>
                      <a:pt x="1219" y="275"/>
                      <a:pt x="1219" y="275"/>
                      <a:pt x="1219" y="275"/>
                    </a:cubicBezTo>
                    <a:cubicBezTo>
                      <a:pt x="1219" y="275"/>
                      <a:pt x="1219" y="275"/>
                      <a:pt x="1219" y="275"/>
                    </a:cubicBezTo>
                    <a:cubicBezTo>
                      <a:pt x="1217" y="278"/>
                      <a:pt x="1217" y="278"/>
                      <a:pt x="1217" y="278"/>
                    </a:cubicBezTo>
                    <a:cubicBezTo>
                      <a:pt x="1217" y="278"/>
                      <a:pt x="1217" y="278"/>
                      <a:pt x="1217" y="278"/>
                    </a:cubicBezTo>
                    <a:cubicBezTo>
                      <a:pt x="1218" y="280"/>
                      <a:pt x="1218" y="280"/>
                      <a:pt x="1218" y="280"/>
                    </a:cubicBezTo>
                    <a:cubicBezTo>
                      <a:pt x="1218" y="280"/>
                      <a:pt x="1218" y="280"/>
                      <a:pt x="1218" y="280"/>
                    </a:cubicBezTo>
                    <a:cubicBezTo>
                      <a:pt x="1218" y="282"/>
                      <a:pt x="1218" y="282"/>
                      <a:pt x="1218" y="282"/>
                    </a:cubicBezTo>
                    <a:cubicBezTo>
                      <a:pt x="1218" y="282"/>
                      <a:pt x="1218" y="282"/>
                      <a:pt x="1218" y="282"/>
                    </a:cubicBezTo>
                    <a:cubicBezTo>
                      <a:pt x="1221" y="282"/>
                      <a:pt x="1221" y="282"/>
                      <a:pt x="1221" y="282"/>
                    </a:cubicBezTo>
                    <a:cubicBezTo>
                      <a:pt x="1221" y="282"/>
                      <a:pt x="1221" y="282"/>
                      <a:pt x="1221" y="282"/>
                    </a:cubicBezTo>
                    <a:cubicBezTo>
                      <a:pt x="1222" y="284"/>
                      <a:pt x="1222" y="284"/>
                      <a:pt x="1222" y="284"/>
                    </a:cubicBezTo>
                    <a:cubicBezTo>
                      <a:pt x="1222" y="284"/>
                      <a:pt x="1222" y="284"/>
                      <a:pt x="1222" y="284"/>
                    </a:cubicBezTo>
                    <a:cubicBezTo>
                      <a:pt x="1225" y="285"/>
                      <a:pt x="1225" y="285"/>
                      <a:pt x="1225" y="285"/>
                    </a:cubicBezTo>
                    <a:cubicBezTo>
                      <a:pt x="1225" y="285"/>
                      <a:pt x="1225" y="285"/>
                      <a:pt x="1225" y="285"/>
                    </a:cubicBezTo>
                    <a:cubicBezTo>
                      <a:pt x="1226" y="286"/>
                      <a:pt x="1226" y="286"/>
                      <a:pt x="1226" y="286"/>
                    </a:cubicBezTo>
                    <a:cubicBezTo>
                      <a:pt x="1226" y="286"/>
                      <a:pt x="1226" y="286"/>
                      <a:pt x="1226" y="286"/>
                    </a:cubicBezTo>
                    <a:cubicBezTo>
                      <a:pt x="1230" y="287"/>
                      <a:pt x="1230" y="287"/>
                      <a:pt x="1230" y="287"/>
                    </a:cubicBezTo>
                    <a:cubicBezTo>
                      <a:pt x="1230" y="287"/>
                      <a:pt x="1230" y="287"/>
                      <a:pt x="1230" y="287"/>
                    </a:cubicBezTo>
                    <a:cubicBezTo>
                      <a:pt x="1230" y="289"/>
                      <a:pt x="1230" y="289"/>
                      <a:pt x="1230" y="289"/>
                    </a:cubicBezTo>
                    <a:cubicBezTo>
                      <a:pt x="1230" y="289"/>
                      <a:pt x="1230" y="289"/>
                      <a:pt x="1230" y="289"/>
                    </a:cubicBezTo>
                    <a:cubicBezTo>
                      <a:pt x="1230" y="290"/>
                      <a:pt x="1230" y="290"/>
                      <a:pt x="1230" y="290"/>
                    </a:cubicBezTo>
                    <a:cubicBezTo>
                      <a:pt x="1230" y="290"/>
                      <a:pt x="1230" y="290"/>
                      <a:pt x="1230" y="290"/>
                    </a:cubicBezTo>
                    <a:cubicBezTo>
                      <a:pt x="1230" y="291"/>
                      <a:pt x="1230" y="291"/>
                      <a:pt x="1230" y="291"/>
                    </a:cubicBezTo>
                    <a:cubicBezTo>
                      <a:pt x="1230" y="291"/>
                      <a:pt x="1230" y="291"/>
                      <a:pt x="1230" y="291"/>
                    </a:cubicBezTo>
                    <a:cubicBezTo>
                      <a:pt x="1231" y="292"/>
                      <a:pt x="1231" y="292"/>
                      <a:pt x="1231" y="292"/>
                    </a:cubicBezTo>
                    <a:cubicBezTo>
                      <a:pt x="1231" y="292"/>
                      <a:pt x="1231" y="292"/>
                      <a:pt x="1231" y="292"/>
                    </a:cubicBezTo>
                    <a:cubicBezTo>
                      <a:pt x="1231" y="294"/>
                      <a:pt x="1231" y="294"/>
                      <a:pt x="1231" y="294"/>
                    </a:cubicBezTo>
                    <a:cubicBezTo>
                      <a:pt x="1231" y="294"/>
                      <a:pt x="1231" y="294"/>
                      <a:pt x="1231" y="294"/>
                    </a:cubicBezTo>
                    <a:cubicBezTo>
                      <a:pt x="1231" y="295"/>
                      <a:pt x="1231" y="295"/>
                      <a:pt x="1231" y="295"/>
                    </a:cubicBezTo>
                    <a:cubicBezTo>
                      <a:pt x="1231" y="295"/>
                      <a:pt x="1231" y="295"/>
                      <a:pt x="1231" y="295"/>
                    </a:cubicBezTo>
                    <a:cubicBezTo>
                      <a:pt x="1231" y="295"/>
                      <a:pt x="1231" y="295"/>
                      <a:pt x="1231" y="295"/>
                    </a:cubicBezTo>
                    <a:cubicBezTo>
                      <a:pt x="1231" y="295"/>
                      <a:pt x="1231" y="295"/>
                      <a:pt x="1231" y="295"/>
                    </a:cubicBezTo>
                    <a:cubicBezTo>
                      <a:pt x="1231" y="296"/>
                      <a:pt x="1231" y="296"/>
                      <a:pt x="1231" y="296"/>
                    </a:cubicBezTo>
                    <a:cubicBezTo>
                      <a:pt x="1231" y="296"/>
                      <a:pt x="1231" y="296"/>
                      <a:pt x="1231" y="296"/>
                    </a:cubicBezTo>
                    <a:cubicBezTo>
                      <a:pt x="1225" y="298"/>
                      <a:pt x="1225" y="298"/>
                      <a:pt x="1225" y="298"/>
                    </a:cubicBezTo>
                    <a:cubicBezTo>
                      <a:pt x="1225" y="298"/>
                      <a:pt x="1225" y="298"/>
                      <a:pt x="1225" y="298"/>
                    </a:cubicBezTo>
                    <a:cubicBezTo>
                      <a:pt x="1223" y="301"/>
                      <a:pt x="1223" y="301"/>
                      <a:pt x="1223" y="301"/>
                    </a:cubicBezTo>
                    <a:cubicBezTo>
                      <a:pt x="1223" y="301"/>
                      <a:pt x="1223" y="301"/>
                      <a:pt x="1223" y="301"/>
                    </a:cubicBezTo>
                    <a:cubicBezTo>
                      <a:pt x="1223" y="302"/>
                      <a:pt x="1223" y="302"/>
                      <a:pt x="1223" y="302"/>
                    </a:cubicBezTo>
                    <a:cubicBezTo>
                      <a:pt x="1223" y="302"/>
                      <a:pt x="1223" y="302"/>
                      <a:pt x="1223" y="302"/>
                    </a:cubicBezTo>
                    <a:cubicBezTo>
                      <a:pt x="1225" y="305"/>
                      <a:pt x="1225" y="305"/>
                      <a:pt x="1225" y="305"/>
                    </a:cubicBezTo>
                    <a:cubicBezTo>
                      <a:pt x="1225" y="305"/>
                      <a:pt x="1225" y="305"/>
                      <a:pt x="1225" y="305"/>
                    </a:cubicBezTo>
                    <a:cubicBezTo>
                      <a:pt x="1225" y="306"/>
                      <a:pt x="1225" y="306"/>
                      <a:pt x="1225" y="306"/>
                    </a:cubicBezTo>
                    <a:cubicBezTo>
                      <a:pt x="1225" y="306"/>
                      <a:pt x="1225" y="306"/>
                      <a:pt x="1225" y="306"/>
                    </a:cubicBezTo>
                    <a:cubicBezTo>
                      <a:pt x="1226" y="309"/>
                      <a:pt x="1226" y="309"/>
                      <a:pt x="1226" y="309"/>
                    </a:cubicBezTo>
                    <a:cubicBezTo>
                      <a:pt x="1226" y="309"/>
                      <a:pt x="1226" y="309"/>
                      <a:pt x="1226" y="309"/>
                    </a:cubicBezTo>
                    <a:cubicBezTo>
                      <a:pt x="1227" y="310"/>
                      <a:pt x="1227" y="310"/>
                      <a:pt x="1227" y="310"/>
                    </a:cubicBezTo>
                    <a:cubicBezTo>
                      <a:pt x="1227" y="310"/>
                      <a:pt x="1227" y="310"/>
                      <a:pt x="1227" y="310"/>
                    </a:cubicBezTo>
                    <a:cubicBezTo>
                      <a:pt x="1227" y="312"/>
                      <a:pt x="1227" y="312"/>
                      <a:pt x="1227" y="312"/>
                    </a:cubicBezTo>
                    <a:cubicBezTo>
                      <a:pt x="1227" y="312"/>
                      <a:pt x="1227" y="312"/>
                      <a:pt x="1227" y="312"/>
                    </a:cubicBezTo>
                    <a:cubicBezTo>
                      <a:pt x="1227" y="313"/>
                      <a:pt x="1227" y="313"/>
                      <a:pt x="1227" y="313"/>
                    </a:cubicBezTo>
                    <a:cubicBezTo>
                      <a:pt x="1227" y="313"/>
                      <a:pt x="1227" y="313"/>
                      <a:pt x="1227" y="313"/>
                    </a:cubicBezTo>
                    <a:cubicBezTo>
                      <a:pt x="1225" y="316"/>
                      <a:pt x="1225" y="316"/>
                      <a:pt x="1225" y="316"/>
                    </a:cubicBezTo>
                    <a:cubicBezTo>
                      <a:pt x="1225" y="316"/>
                      <a:pt x="1225" y="316"/>
                      <a:pt x="1225" y="316"/>
                    </a:cubicBezTo>
                    <a:cubicBezTo>
                      <a:pt x="1222" y="317"/>
                      <a:pt x="1222" y="317"/>
                      <a:pt x="1222" y="317"/>
                    </a:cubicBezTo>
                    <a:cubicBezTo>
                      <a:pt x="1222" y="317"/>
                      <a:pt x="1222" y="317"/>
                      <a:pt x="1222" y="317"/>
                    </a:cubicBezTo>
                    <a:cubicBezTo>
                      <a:pt x="1220" y="318"/>
                      <a:pt x="1220" y="318"/>
                      <a:pt x="1220" y="318"/>
                    </a:cubicBezTo>
                    <a:cubicBezTo>
                      <a:pt x="1220" y="318"/>
                      <a:pt x="1220" y="318"/>
                      <a:pt x="1220" y="318"/>
                    </a:cubicBezTo>
                    <a:cubicBezTo>
                      <a:pt x="1218" y="318"/>
                      <a:pt x="1218" y="318"/>
                      <a:pt x="1218" y="318"/>
                    </a:cubicBezTo>
                    <a:cubicBezTo>
                      <a:pt x="1218" y="318"/>
                      <a:pt x="1218" y="318"/>
                      <a:pt x="1218" y="318"/>
                    </a:cubicBezTo>
                    <a:cubicBezTo>
                      <a:pt x="1215" y="319"/>
                      <a:pt x="1215" y="319"/>
                      <a:pt x="1215" y="319"/>
                    </a:cubicBezTo>
                    <a:cubicBezTo>
                      <a:pt x="1215" y="319"/>
                      <a:pt x="1215" y="319"/>
                      <a:pt x="1215" y="319"/>
                    </a:cubicBezTo>
                    <a:cubicBezTo>
                      <a:pt x="1213" y="320"/>
                      <a:pt x="1213" y="320"/>
                      <a:pt x="1213" y="320"/>
                    </a:cubicBezTo>
                    <a:cubicBezTo>
                      <a:pt x="1213" y="320"/>
                      <a:pt x="1213" y="320"/>
                      <a:pt x="1213" y="320"/>
                    </a:cubicBezTo>
                    <a:cubicBezTo>
                      <a:pt x="1210" y="321"/>
                      <a:pt x="1210" y="321"/>
                      <a:pt x="1210" y="321"/>
                    </a:cubicBezTo>
                    <a:cubicBezTo>
                      <a:pt x="1210" y="321"/>
                      <a:pt x="1210" y="321"/>
                      <a:pt x="1210" y="321"/>
                    </a:cubicBezTo>
                    <a:cubicBezTo>
                      <a:pt x="1209" y="322"/>
                      <a:pt x="1209" y="322"/>
                      <a:pt x="1209" y="322"/>
                    </a:cubicBezTo>
                    <a:cubicBezTo>
                      <a:pt x="1209" y="322"/>
                      <a:pt x="1209" y="322"/>
                      <a:pt x="1209" y="322"/>
                    </a:cubicBezTo>
                    <a:cubicBezTo>
                      <a:pt x="1207" y="406"/>
                      <a:pt x="1207" y="406"/>
                      <a:pt x="1207" y="406"/>
                    </a:cubicBezTo>
                    <a:cubicBezTo>
                      <a:pt x="1207" y="406"/>
                      <a:pt x="1207" y="406"/>
                      <a:pt x="1207" y="406"/>
                    </a:cubicBezTo>
                    <a:cubicBezTo>
                      <a:pt x="1199" y="407"/>
                      <a:pt x="1199" y="407"/>
                      <a:pt x="1199" y="407"/>
                    </a:cubicBezTo>
                    <a:cubicBezTo>
                      <a:pt x="1199" y="407"/>
                      <a:pt x="1199" y="407"/>
                      <a:pt x="1199" y="407"/>
                    </a:cubicBezTo>
                    <a:cubicBezTo>
                      <a:pt x="1195" y="404"/>
                      <a:pt x="1195" y="404"/>
                      <a:pt x="1195" y="404"/>
                    </a:cubicBezTo>
                    <a:cubicBezTo>
                      <a:pt x="1195" y="404"/>
                      <a:pt x="1195" y="404"/>
                      <a:pt x="1195" y="404"/>
                    </a:cubicBezTo>
                    <a:cubicBezTo>
                      <a:pt x="1192" y="400"/>
                      <a:pt x="1192" y="400"/>
                      <a:pt x="1192" y="400"/>
                    </a:cubicBezTo>
                    <a:cubicBezTo>
                      <a:pt x="1192" y="400"/>
                      <a:pt x="1192" y="400"/>
                      <a:pt x="1192" y="400"/>
                    </a:cubicBezTo>
                    <a:cubicBezTo>
                      <a:pt x="1187" y="398"/>
                      <a:pt x="1187" y="398"/>
                      <a:pt x="1187" y="398"/>
                    </a:cubicBezTo>
                    <a:cubicBezTo>
                      <a:pt x="1187" y="398"/>
                      <a:pt x="1187" y="398"/>
                      <a:pt x="1187" y="398"/>
                    </a:cubicBezTo>
                    <a:cubicBezTo>
                      <a:pt x="1182" y="396"/>
                      <a:pt x="1182" y="396"/>
                      <a:pt x="1182" y="396"/>
                    </a:cubicBezTo>
                    <a:cubicBezTo>
                      <a:pt x="1182" y="396"/>
                      <a:pt x="1182" y="396"/>
                      <a:pt x="1182" y="396"/>
                    </a:cubicBezTo>
                    <a:cubicBezTo>
                      <a:pt x="1176" y="396"/>
                      <a:pt x="1176" y="396"/>
                      <a:pt x="1176" y="396"/>
                    </a:cubicBezTo>
                    <a:cubicBezTo>
                      <a:pt x="1176" y="396"/>
                      <a:pt x="1176" y="396"/>
                      <a:pt x="1176" y="396"/>
                    </a:cubicBezTo>
                    <a:cubicBezTo>
                      <a:pt x="1171" y="394"/>
                      <a:pt x="1171" y="394"/>
                      <a:pt x="1171" y="394"/>
                    </a:cubicBezTo>
                    <a:cubicBezTo>
                      <a:pt x="1171" y="394"/>
                      <a:pt x="1171" y="394"/>
                      <a:pt x="1171" y="394"/>
                    </a:cubicBezTo>
                    <a:cubicBezTo>
                      <a:pt x="1166" y="392"/>
                      <a:pt x="1166" y="392"/>
                      <a:pt x="1166" y="392"/>
                    </a:cubicBezTo>
                    <a:cubicBezTo>
                      <a:pt x="1166" y="392"/>
                      <a:pt x="1166" y="392"/>
                      <a:pt x="1166" y="392"/>
                    </a:cubicBezTo>
                    <a:cubicBezTo>
                      <a:pt x="1161" y="389"/>
                      <a:pt x="1161" y="389"/>
                      <a:pt x="1161" y="389"/>
                    </a:cubicBezTo>
                    <a:cubicBezTo>
                      <a:pt x="1161" y="389"/>
                      <a:pt x="1161" y="389"/>
                      <a:pt x="1161" y="389"/>
                    </a:cubicBezTo>
                    <a:cubicBezTo>
                      <a:pt x="1155" y="390"/>
                      <a:pt x="1155" y="390"/>
                      <a:pt x="1155" y="390"/>
                    </a:cubicBezTo>
                    <a:cubicBezTo>
                      <a:pt x="1155" y="390"/>
                      <a:pt x="1155" y="390"/>
                      <a:pt x="1155" y="390"/>
                    </a:cubicBezTo>
                    <a:cubicBezTo>
                      <a:pt x="1132" y="409"/>
                      <a:pt x="1132" y="409"/>
                      <a:pt x="1132" y="409"/>
                    </a:cubicBezTo>
                    <a:cubicBezTo>
                      <a:pt x="1132" y="409"/>
                      <a:pt x="1132" y="409"/>
                      <a:pt x="1132" y="409"/>
                    </a:cubicBezTo>
                    <a:cubicBezTo>
                      <a:pt x="1124" y="414"/>
                      <a:pt x="1124" y="414"/>
                      <a:pt x="1124" y="414"/>
                    </a:cubicBezTo>
                    <a:cubicBezTo>
                      <a:pt x="1124" y="414"/>
                      <a:pt x="1124" y="414"/>
                      <a:pt x="1124" y="414"/>
                    </a:cubicBezTo>
                    <a:cubicBezTo>
                      <a:pt x="1120" y="420"/>
                      <a:pt x="1120" y="420"/>
                      <a:pt x="1120" y="420"/>
                    </a:cubicBezTo>
                    <a:cubicBezTo>
                      <a:pt x="1120" y="420"/>
                      <a:pt x="1120" y="420"/>
                      <a:pt x="1120" y="420"/>
                    </a:cubicBezTo>
                    <a:cubicBezTo>
                      <a:pt x="1117" y="426"/>
                      <a:pt x="1117" y="426"/>
                      <a:pt x="1117" y="426"/>
                    </a:cubicBezTo>
                    <a:cubicBezTo>
                      <a:pt x="1117" y="426"/>
                      <a:pt x="1117" y="426"/>
                      <a:pt x="1117" y="426"/>
                    </a:cubicBezTo>
                    <a:cubicBezTo>
                      <a:pt x="1114" y="432"/>
                      <a:pt x="1114" y="432"/>
                      <a:pt x="1114" y="432"/>
                    </a:cubicBezTo>
                    <a:cubicBezTo>
                      <a:pt x="1114" y="432"/>
                      <a:pt x="1114" y="432"/>
                      <a:pt x="1114" y="432"/>
                    </a:cubicBezTo>
                    <a:cubicBezTo>
                      <a:pt x="1110" y="439"/>
                      <a:pt x="1110" y="439"/>
                      <a:pt x="1110" y="439"/>
                    </a:cubicBezTo>
                    <a:cubicBezTo>
                      <a:pt x="1110" y="439"/>
                      <a:pt x="1110" y="439"/>
                      <a:pt x="1110" y="439"/>
                    </a:cubicBezTo>
                    <a:cubicBezTo>
                      <a:pt x="1106" y="445"/>
                      <a:pt x="1106" y="445"/>
                      <a:pt x="1106" y="445"/>
                    </a:cubicBezTo>
                    <a:cubicBezTo>
                      <a:pt x="1106" y="445"/>
                      <a:pt x="1106" y="445"/>
                      <a:pt x="1106" y="445"/>
                    </a:cubicBezTo>
                    <a:cubicBezTo>
                      <a:pt x="1101" y="451"/>
                      <a:pt x="1101" y="451"/>
                      <a:pt x="1101" y="451"/>
                    </a:cubicBezTo>
                    <a:cubicBezTo>
                      <a:pt x="1101" y="451"/>
                      <a:pt x="1101" y="451"/>
                      <a:pt x="1101" y="451"/>
                    </a:cubicBezTo>
                    <a:cubicBezTo>
                      <a:pt x="1096" y="454"/>
                      <a:pt x="1096" y="454"/>
                      <a:pt x="1096" y="454"/>
                    </a:cubicBezTo>
                    <a:lnTo>
                      <a:pt x="1093" y="454"/>
                    </a:lnTo>
                    <a:close/>
                    <a:moveTo>
                      <a:pt x="425" y="424"/>
                    </a:moveTo>
                    <a:cubicBezTo>
                      <a:pt x="422" y="424"/>
                      <a:pt x="422" y="424"/>
                      <a:pt x="422" y="424"/>
                    </a:cubicBezTo>
                    <a:cubicBezTo>
                      <a:pt x="422" y="424"/>
                      <a:pt x="422" y="424"/>
                      <a:pt x="422" y="424"/>
                    </a:cubicBezTo>
                    <a:cubicBezTo>
                      <a:pt x="421" y="424"/>
                      <a:pt x="421" y="424"/>
                      <a:pt x="421" y="424"/>
                    </a:cubicBezTo>
                    <a:cubicBezTo>
                      <a:pt x="421" y="424"/>
                      <a:pt x="421" y="424"/>
                      <a:pt x="421" y="424"/>
                    </a:cubicBezTo>
                    <a:cubicBezTo>
                      <a:pt x="419" y="424"/>
                      <a:pt x="419" y="424"/>
                      <a:pt x="419" y="424"/>
                    </a:cubicBezTo>
                    <a:cubicBezTo>
                      <a:pt x="419" y="424"/>
                      <a:pt x="419" y="424"/>
                      <a:pt x="419" y="424"/>
                    </a:cubicBezTo>
                    <a:cubicBezTo>
                      <a:pt x="418" y="423"/>
                      <a:pt x="418" y="423"/>
                      <a:pt x="418" y="423"/>
                    </a:cubicBezTo>
                    <a:cubicBezTo>
                      <a:pt x="418" y="423"/>
                      <a:pt x="418" y="423"/>
                      <a:pt x="418" y="423"/>
                    </a:cubicBezTo>
                    <a:cubicBezTo>
                      <a:pt x="416" y="423"/>
                      <a:pt x="416" y="423"/>
                      <a:pt x="416" y="423"/>
                    </a:cubicBezTo>
                    <a:cubicBezTo>
                      <a:pt x="416" y="423"/>
                      <a:pt x="416" y="423"/>
                      <a:pt x="416" y="423"/>
                    </a:cubicBezTo>
                    <a:cubicBezTo>
                      <a:pt x="415" y="421"/>
                      <a:pt x="415" y="421"/>
                      <a:pt x="415" y="421"/>
                    </a:cubicBezTo>
                    <a:cubicBezTo>
                      <a:pt x="415" y="421"/>
                      <a:pt x="415" y="421"/>
                      <a:pt x="415" y="421"/>
                    </a:cubicBezTo>
                    <a:cubicBezTo>
                      <a:pt x="413" y="420"/>
                      <a:pt x="413" y="420"/>
                      <a:pt x="413" y="420"/>
                    </a:cubicBezTo>
                    <a:cubicBezTo>
                      <a:pt x="413" y="420"/>
                      <a:pt x="413" y="420"/>
                      <a:pt x="413" y="420"/>
                    </a:cubicBezTo>
                    <a:cubicBezTo>
                      <a:pt x="412" y="418"/>
                      <a:pt x="412" y="418"/>
                      <a:pt x="412" y="418"/>
                    </a:cubicBezTo>
                    <a:cubicBezTo>
                      <a:pt x="412" y="418"/>
                      <a:pt x="412" y="418"/>
                      <a:pt x="412" y="418"/>
                    </a:cubicBezTo>
                    <a:cubicBezTo>
                      <a:pt x="411" y="417"/>
                      <a:pt x="411" y="417"/>
                      <a:pt x="411" y="417"/>
                    </a:cubicBezTo>
                    <a:cubicBezTo>
                      <a:pt x="411" y="417"/>
                      <a:pt x="411" y="417"/>
                      <a:pt x="411" y="417"/>
                    </a:cubicBezTo>
                    <a:cubicBezTo>
                      <a:pt x="410" y="416"/>
                      <a:pt x="410" y="416"/>
                      <a:pt x="410" y="416"/>
                    </a:cubicBezTo>
                    <a:cubicBezTo>
                      <a:pt x="410" y="416"/>
                      <a:pt x="410" y="416"/>
                      <a:pt x="410" y="416"/>
                    </a:cubicBezTo>
                    <a:cubicBezTo>
                      <a:pt x="409" y="415"/>
                      <a:pt x="409" y="415"/>
                      <a:pt x="409" y="415"/>
                    </a:cubicBezTo>
                    <a:cubicBezTo>
                      <a:pt x="409" y="415"/>
                      <a:pt x="409" y="415"/>
                      <a:pt x="409" y="415"/>
                    </a:cubicBezTo>
                    <a:cubicBezTo>
                      <a:pt x="409" y="414"/>
                      <a:pt x="409" y="414"/>
                      <a:pt x="409" y="414"/>
                    </a:cubicBezTo>
                    <a:cubicBezTo>
                      <a:pt x="409" y="414"/>
                      <a:pt x="409" y="414"/>
                      <a:pt x="409" y="414"/>
                    </a:cubicBezTo>
                    <a:cubicBezTo>
                      <a:pt x="406" y="413"/>
                      <a:pt x="406" y="413"/>
                      <a:pt x="406" y="413"/>
                    </a:cubicBezTo>
                    <a:cubicBezTo>
                      <a:pt x="406" y="413"/>
                      <a:pt x="406" y="413"/>
                      <a:pt x="406" y="413"/>
                    </a:cubicBezTo>
                    <a:cubicBezTo>
                      <a:pt x="405" y="412"/>
                      <a:pt x="405" y="412"/>
                      <a:pt x="405" y="412"/>
                    </a:cubicBezTo>
                    <a:cubicBezTo>
                      <a:pt x="405" y="412"/>
                      <a:pt x="405" y="412"/>
                      <a:pt x="405" y="412"/>
                    </a:cubicBezTo>
                    <a:cubicBezTo>
                      <a:pt x="404" y="411"/>
                      <a:pt x="404" y="411"/>
                      <a:pt x="404" y="411"/>
                    </a:cubicBezTo>
                    <a:cubicBezTo>
                      <a:pt x="404" y="411"/>
                      <a:pt x="404" y="411"/>
                      <a:pt x="404" y="411"/>
                    </a:cubicBezTo>
                    <a:cubicBezTo>
                      <a:pt x="403" y="410"/>
                      <a:pt x="403" y="410"/>
                      <a:pt x="403" y="410"/>
                    </a:cubicBezTo>
                    <a:cubicBezTo>
                      <a:pt x="403" y="410"/>
                      <a:pt x="403" y="410"/>
                      <a:pt x="403" y="410"/>
                    </a:cubicBezTo>
                    <a:cubicBezTo>
                      <a:pt x="402" y="410"/>
                      <a:pt x="402" y="410"/>
                      <a:pt x="402" y="410"/>
                    </a:cubicBezTo>
                    <a:cubicBezTo>
                      <a:pt x="402" y="410"/>
                      <a:pt x="402" y="410"/>
                      <a:pt x="402" y="410"/>
                    </a:cubicBezTo>
                    <a:cubicBezTo>
                      <a:pt x="402" y="410"/>
                      <a:pt x="402" y="410"/>
                      <a:pt x="402" y="410"/>
                    </a:cubicBezTo>
                    <a:cubicBezTo>
                      <a:pt x="402" y="410"/>
                      <a:pt x="402" y="410"/>
                      <a:pt x="402" y="410"/>
                    </a:cubicBezTo>
                    <a:cubicBezTo>
                      <a:pt x="401" y="409"/>
                      <a:pt x="401" y="409"/>
                      <a:pt x="401" y="409"/>
                    </a:cubicBezTo>
                    <a:cubicBezTo>
                      <a:pt x="401" y="409"/>
                      <a:pt x="401" y="409"/>
                      <a:pt x="401" y="409"/>
                    </a:cubicBezTo>
                    <a:cubicBezTo>
                      <a:pt x="401" y="408"/>
                      <a:pt x="401" y="408"/>
                      <a:pt x="401" y="408"/>
                    </a:cubicBezTo>
                    <a:cubicBezTo>
                      <a:pt x="401" y="408"/>
                      <a:pt x="401" y="408"/>
                      <a:pt x="401" y="408"/>
                    </a:cubicBezTo>
                    <a:cubicBezTo>
                      <a:pt x="400" y="408"/>
                      <a:pt x="400" y="408"/>
                      <a:pt x="400" y="408"/>
                    </a:cubicBezTo>
                    <a:cubicBezTo>
                      <a:pt x="400" y="408"/>
                      <a:pt x="400" y="408"/>
                      <a:pt x="400" y="408"/>
                    </a:cubicBezTo>
                    <a:cubicBezTo>
                      <a:pt x="400" y="407"/>
                      <a:pt x="400" y="407"/>
                      <a:pt x="400" y="407"/>
                    </a:cubicBezTo>
                    <a:cubicBezTo>
                      <a:pt x="400" y="407"/>
                      <a:pt x="400" y="407"/>
                      <a:pt x="400" y="407"/>
                    </a:cubicBezTo>
                    <a:cubicBezTo>
                      <a:pt x="400" y="406"/>
                      <a:pt x="400" y="406"/>
                      <a:pt x="400" y="406"/>
                    </a:cubicBezTo>
                    <a:cubicBezTo>
                      <a:pt x="400" y="406"/>
                      <a:pt x="400" y="406"/>
                      <a:pt x="400" y="406"/>
                    </a:cubicBezTo>
                    <a:cubicBezTo>
                      <a:pt x="400" y="404"/>
                      <a:pt x="400" y="404"/>
                      <a:pt x="400" y="404"/>
                    </a:cubicBezTo>
                    <a:cubicBezTo>
                      <a:pt x="400" y="404"/>
                      <a:pt x="400" y="404"/>
                      <a:pt x="400" y="404"/>
                    </a:cubicBezTo>
                    <a:cubicBezTo>
                      <a:pt x="402" y="397"/>
                      <a:pt x="402" y="397"/>
                      <a:pt x="402" y="397"/>
                    </a:cubicBezTo>
                    <a:cubicBezTo>
                      <a:pt x="402" y="397"/>
                      <a:pt x="402" y="397"/>
                      <a:pt x="402" y="397"/>
                    </a:cubicBezTo>
                    <a:cubicBezTo>
                      <a:pt x="406" y="400"/>
                      <a:pt x="406" y="400"/>
                      <a:pt x="406" y="400"/>
                    </a:cubicBezTo>
                    <a:cubicBezTo>
                      <a:pt x="406" y="400"/>
                      <a:pt x="406" y="400"/>
                      <a:pt x="406" y="400"/>
                    </a:cubicBezTo>
                    <a:cubicBezTo>
                      <a:pt x="412" y="401"/>
                      <a:pt x="412" y="401"/>
                      <a:pt x="412" y="401"/>
                    </a:cubicBezTo>
                    <a:cubicBezTo>
                      <a:pt x="412" y="401"/>
                      <a:pt x="412" y="401"/>
                      <a:pt x="412" y="401"/>
                    </a:cubicBezTo>
                    <a:cubicBezTo>
                      <a:pt x="417" y="401"/>
                      <a:pt x="417" y="401"/>
                      <a:pt x="417" y="401"/>
                    </a:cubicBezTo>
                    <a:cubicBezTo>
                      <a:pt x="417" y="401"/>
                      <a:pt x="417" y="401"/>
                      <a:pt x="417" y="401"/>
                    </a:cubicBezTo>
                    <a:cubicBezTo>
                      <a:pt x="422" y="399"/>
                      <a:pt x="422" y="399"/>
                      <a:pt x="422" y="399"/>
                    </a:cubicBezTo>
                    <a:cubicBezTo>
                      <a:pt x="422" y="399"/>
                      <a:pt x="422" y="399"/>
                      <a:pt x="422" y="399"/>
                    </a:cubicBezTo>
                    <a:cubicBezTo>
                      <a:pt x="428" y="398"/>
                      <a:pt x="428" y="398"/>
                      <a:pt x="428" y="398"/>
                    </a:cubicBezTo>
                    <a:cubicBezTo>
                      <a:pt x="428" y="398"/>
                      <a:pt x="428" y="398"/>
                      <a:pt x="428" y="398"/>
                    </a:cubicBezTo>
                    <a:cubicBezTo>
                      <a:pt x="433" y="396"/>
                      <a:pt x="433" y="396"/>
                      <a:pt x="433" y="396"/>
                    </a:cubicBezTo>
                    <a:cubicBezTo>
                      <a:pt x="433" y="396"/>
                      <a:pt x="433" y="396"/>
                      <a:pt x="433" y="396"/>
                    </a:cubicBezTo>
                    <a:cubicBezTo>
                      <a:pt x="438" y="395"/>
                      <a:pt x="438" y="395"/>
                      <a:pt x="438" y="395"/>
                    </a:cubicBezTo>
                    <a:cubicBezTo>
                      <a:pt x="438" y="395"/>
                      <a:pt x="438" y="395"/>
                      <a:pt x="438" y="395"/>
                    </a:cubicBezTo>
                    <a:cubicBezTo>
                      <a:pt x="443" y="392"/>
                      <a:pt x="443" y="392"/>
                      <a:pt x="443" y="392"/>
                    </a:cubicBezTo>
                    <a:cubicBezTo>
                      <a:pt x="443" y="392"/>
                      <a:pt x="443" y="392"/>
                      <a:pt x="443" y="392"/>
                    </a:cubicBezTo>
                    <a:cubicBezTo>
                      <a:pt x="448" y="389"/>
                      <a:pt x="448" y="389"/>
                      <a:pt x="448" y="389"/>
                    </a:cubicBezTo>
                    <a:cubicBezTo>
                      <a:pt x="448" y="389"/>
                      <a:pt x="448" y="389"/>
                      <a:pt x="448" y="389"/>
                    </a:cubicBezTo>
                    <a:cubicBezTo>
                      <a:pt x="454" y="385"/>
                      <a:pt x="454" y="385"/>
                      <a:pt x="454" y="385"/>
                    </a:cubicBezTo>
                    <a:cubicBezTo>
                      <a:pt x="454" y="385"/>
                      <a:pt x="454" y="385"/>
                      <a:pt x="454" y="385"/>
                    </a:cubicBezTo>
                    <a:cubicBezTo>
                      <a:pt x="459" y="381"/>
                      <a:pt x="459" y="381"/>
                      <a:pt x="459" y="381"/>
                    </a:cubicBezTo>
                    <a:cubicBezTo>
                      <a:pt x="459" y="381"/>
                      <a:pt x="459" y="381"/>
                      <a:pt x="459" y="381"/>
                    </a:cubicBezTo>
                    <a:cubicBezTo>
                      <a:pt x="464" y="377"/>
                      <a:pt x="464" y="377"/>
                      <a:pt x="464" y="377"/>
                    </a:cubicBezTo>
                    <a:cubicBezTo>
                      <a:pt x="464" y="377"/>
                      <a:pt x="464" y="377"/>
                      <a:pt x="464" y="377"/>
                    </a:cubicBezTo>
                    <a:cubicBezTo>
                      <a:pt x="468" y="372"/>
                      <a:pt x="468" y="372"/>
                      <a:pt x="468" y="372"/>
                    </a:cubicBezTo>
                    <a:cubicBezTo>
                      <a:pt x="468" y="372"/>
                      <a:pt x="468" y="372"/>
                      <a:pt x="468" y="372"/>
                    </a:cubicBezTo>
                    <a:cubicBezTo>
                      <a:pt x="474" y="367"/>
                      <a:pt x="474" y="367"/>
                      <a:pt x="474" y="367"/>
                    </a:cubicBezTo>
                    <a:cubicBezTo>
                      <a:pt x="474" y="367"/>
                      <a:pt x="474" y="367"/>
                      <a:pt x="474" y="367"/>
                    </a:cubicBezTo>
                    <a:cubicBezTo>
                      <a:pt x="478" y="363"/>
                      <a:pt x="478" y="363"/>
                      <a:pt x="478" y="363"/>
                    </a:cubicBezTo>
                    <a:cubicBezTo>
                      <a:pt x="478" y="363"/>
                      <a:pt x="478" y="363"/>
                      <a:pt x="478" y="363"/>
                    </a:cubicBezTo>
                    <a:cubicBezTo>
                      <a:pt x="483" y="357"/>
                      <a:pt x="483" y="357"/>
                      <a:pt x="483" y="357"/>
                    </a:cubicBezTo>
                    <a:cubicBezTo>
                      <a:pt x="483" y="357"/>
                      <a:pt x="483" y="357"/>
                      <a:pt x="483" y="357"/>
                    </a:cubicBezTo>
                    <a:cubicBezTo>
                      <a:pt x="486" y="359"/>
                      <a:pt x="486" y="359"/>
                      <a:pt x="486" y="359"/>
                    </a:cubicBezTo>
                    <a:cubicBezTo>
                      <a:pt x="486" y="359"/>
                      <a:pt x="486" y="359"/>
                      <a:pt x="486" y="359"/>
                    </a:cubicBezTo>
                    <a:cubicBezTo>
                      <a:pt x="481" y="367"/>
                      <a:pt x="481" y="367"/>
                      <a:pt x="481" y="367"/>
                    </a:cubicBezTo>
                    <a:cubicBezTo>
                      <a:pt x="481" y="367"/>
                      <a:pt x="481" y="367"/>
                      <a:pt x="481" y="367"/>
                    </a:cubicBezTo>
                    <a:cubicBezTo>
                      <a:pt x="476" y="374"/>
                      <a:pt x="476" y="374"/>
                      <a:pt x="476" y="374"/>
                    </a:cubicBezTo>
                    <a:cubicBezTo>
                      <a:pt x="476" y="374"/>
                      <a:pt x="476" y="374"/>
                      <a:pt x="476" y="374"/>
                    </a:cubicBezTo>
                    <a:cubicBezTo>
                      <a:pt x="470" y="381"/>
                      <a:pt x="470" y="381"/>
                      <a:pt x="470" y="381"/>
                    </a:cubicBezTo>
                    <a:cubicBezTo>
                      <a:pt x="470" y="381"/>
                      <a:pt x="470" y="381"/>
                      <a:pt x="470" y="381"/>
                    </a:cubicBezTo>
                    <a:cubicBezTo>
                      <a:pt x="463" y="388"/>
                      <a:pt x="463" y="388"/>
                      <a:pt x="463" y="388"/>
                    </a:cubicBezTo>
                    <a:cubicBezTo>
                      <a:pt x="463" y="388"/>
                      <a:pt x="463" y="388"/>
                      <a:pt x="463" y="388"/>
                    </a:cubicBezTo>
                    <a:cubicBezTo>
                      <a:pt x="457" y="396"/>
                      <a:pt x="457" y="396"/>
                      <a:pt x="457" y="396"/>
                    </a:cubicBezTo>
                    <a:cubicBezTo>
                      <a:pt x="457" y="396"/>
                      <a:pt x="457" y="396"/>
                      <a:pt x="457" y="396"/>
                    </a:cubicBezTo>
                    <a:cubicBezTo>
                      <a:pt x="451" y="403"/>
                      <a:pt x="451" y="403"/>
                      <a:pt x="451" y="403"/>
                    </a:cubicBezTo>
                    <a:cubicBezTo>
                      <a:pt x="451" y="403"/>
                      <a:pt x="451" y="403"/>
                      <a:pt x="451" y="403"/>
                    </a:cubicBezTo>
                    <a:cubicBezTo>
                      <a:pt x="444" y="411"/>
                      <a:pt x="444" y="411"/>
                      <a:pt x="444" y="411"/>
                    </a:cubicBezTo>
                    <a:cubicBezTo>
                      <a:pt x="444" y="411"/>
                      <a:pt x="444" y="411"/>
                      <a:pt x="444" y="411"/>
                    </a:cubicBezTo>
                    <a:cubicBezTo>
                      <a:pt x="441" y="419"/>
                      <a:pt x="441" y="419"/>
                      <a:pt x="441" y="419"/>
                    </a:cubicBezTo>
                    <a:cubicBezTo>
                      <a:pt x="441" y="419"/>
                      <a:pt x="441" y="419"/>
                      <a:pt x="441" y="419"/>
                    </a:cubicBezTo>
                    <a:cubicBezTo>
                      <a:pt x="438" y="420"/>
                      <a:pt x="438" y="420"/>
                      <a:pt x="438" y="420"/>
                    </a:cubicBezTo>
                    <a:cubicBezTo>
                      <a:pt x="438" y="420"/>
                      <a:pt x="438" y="420"/>
                      <a:pt x="438" y="420"/>
                    </a:cubicBezTo>
                    <a:cubicBezTo>
                      <a:pt x="436" y="421"/>
                      <a:pt x="436" y="421"/>
                      <a:pt x="436" y="421"/>
                    </a:cubicBezTo>
                    <a:cubicBezTo>
                      <a:pt x="436" y="421"/>
                      <a:pt x="436" y="421"/>
                      <a:pt x="436" y="421"/>
                    </a:cubicBezTo>
                    <a:cubicBezTo>
                      <a:pt x="434" y="422"/>
                      <a:pt x="434" y="422"/>
                      <a:pt x="434" y="422"/>
                    </a:cubicBezTo>
                    <a:cubicBezTo>
                      <a:pt x="434" y="422"/>
                      <a:pt x="434" y="422"/>
                      <a:pt x="434" y="422"/>
                    </a:cubicBezTo>
                    <a:cubicBezTo>
                      <a:pt x="433" y="422"/>
                      <a:pt x="433" y="422"/>
                      <a:pt x="433" y="422"/>
                    </a:cubicBezTo>
                    <a:cubicBezTo>
                      <a:pt x="433" y="422"/>
                      <a:pt x="433" y="422"/>
                      <a:pt x="433" y="422"/>
                    </a:cubicBezTo>
                    <a:cubicBezTo>
                      <a:pt x="431" y="423"/>
                      <a:pt x="431" y="423"/>
                      <a:pt x="431" y="423"/>
                    </a:cubicBezTo>
                    <a:cubicBezTo>
                      <a:pt x="431" y="423"/>
                      <a:pt x="431" y="423"/>
                      <a:pt x="431" y="423"/>
                    </a:cubicBezTo>
                    <a:cubicBezTo>
                      <a:pt x="429" y="424"/>
                      <a:pt x="429" y="424"/>
                      <a:pt x="429" y="424"/>
                    </a:cubicBezTo>
                    <a:cubicBezTo>
                      <a:pt x="429" y="424"/>
                      <a:pt x="429" y="424"/>
                      <a:pt x="429" y="424"/>
                    </a:cubicBezTo>
                    <a:cubicBezTo>
                      <a:pt x="426" y="424"/>
                      <a:pt x="426" y="424"/>
                      <a:pt x="426" y="424"/>
                    </a:cubicBezTo>
                    <a:cubicBezTo>
                      <a:pt x="426" y="424"/>
                      <a:pt x="426" y="424"/>
                      <a:pt x="426" y="424"/>
                    </a:cubicBezTo>
                    <a:cubicBezTo>
                      <a:pt x="425" y="424"/>
                      <a:pt x="425" y="424"/>
                      <a:pt x="425" y="424"/>
                    </a:cubicBezTo>
                    <a:close/>
                    <a:moveTo>
                      <a:pt x="1686" y="419"/>
                    </a:moveTo>
                    <a:cubicBezTo>
                      <a:pt x="1683" y="419"/>
                      <a:pt x="1683" y="419"/>
                      <a:pt x="1683" y="419"/>
                    </a:cubicBezTo>
                    <a:cubicBezTo>
                      <a:pt x="1683" y="419"/>
                      <a:pt x="1683" y="419"/>
                      <a:pt x="1683" y="419"/>
                    </a:cubicBezTo>
                    <a:cubicBezTo>
                      <a:pt x="1681" y="418"/>
                      <a:pt x="1681" y="418"/>
                      <a:pt x="1681" y="418"/>
                    </a:cubicBezTo>
                    <a:cubicBezTo>
                      <a:pt x="1681" y="418"/>
                      <a:pt x="1681" y="418"/>
                      <a:pt x="1681" y="418"/>
                    </a:cubicBezTo>
                    <a:cubicBezTo>
                      <a:pt x="1678" y="417"/>
                      <a:pt x="1678" y="417"/>
                      <a:pt x="1678" y="417"/>
                    </a:cubicBezTo>
                    <a:cubicBezTo>
                      <a:pt x="1678" y="417"/>
                      <a:pt x="1678" y="417"/>
                      <a:pt x="1678" y="417"/>
                    </a:cubicBezTo>
                    <a:cubicBezTo>
                      <a:pt x="1677" y="415"/>
                      <a:pt x="1677" y="415"/>
                      <a:pt x="1677" y="415"/>
                    </a:cubicBezTo>
                    <a:cubicBezTo>
                      <a:pt x="1677" y="415"/>
                      <a:pt x="1677" y="415"/>
                      <a:pt x="1677" y="415"/>
                    </a:cubicBezTo>
                    <a:cubicBezTo>
                      <a:pt x="1673" y="414"/>
                      <a:pt x="1673" y="414"/>
                      <a:pt x="1673" y="414"/>
                    </a:cubicBezTo>
                    <a:cubicBezTo>
                      <a:pt x="1673" y="414"/>
                      <a:pt x="1673" y="414"/>
                      <a:pt x="1673" y="414"/>
                    </a:cubicBezTo>
                    <a:cubicBezTo>
                      <a:pt x="1671" y="412"/>
                      <a:pt x="1671" y="412"/>
                      <a:pt x="1671" y="412"/>
                    </a:cubicBezTo>
                    <a:cubicBezTo>
                      <a:pt x="1671" y="412"/>
                      <a:pt x="1671" y="412"/>
                      <a:pt x="1671" y="412"/>
                    </a:cubicBezTo>
                    <a:cubicBezTo>
                      <a:pt x="1668" y="411"/>
                      <a:pt x="1668" y="411"/>
                      <a:pt x="1668" y="411"/>
                    </a:cubicBezTo>
                    <a:cubicBezTo>
                      <a:pt x="1668" y="411"/>
                      <a:pt x="1668" y="411"/>
                      <a:pt x="1668" y="411"/>
                    </a:cubicBezTo>
                    <a:cubicBezTo>
                      <a:pt x="1665" y="410"/>
                      <a:pt x="1665" y="410"/>
                      <a:pt x="1665" y="410"/>
                    </a:cubicBezTo>
                    <a:cubicBezTo>
                      <a:pt x="1665" y="410"/>
                      <a:pt x="1665" y="410"/>
                      <a:pt x="1665" y="410"/>
                    </a:cubicBezTo>
                    <a:cubicBezTo>
                      <a:pt x="1662" y="349"/>
                      <a:pt x="1662" y="349"/>
                      <a:pt x="1662" y="349"/>
                    </a:cubicBezTo>
                    <a:cubicBezTo>
                      <a:pt x="1662" y="349"/>
                      <a:pt x="1662" y="349"/>
                      <a:pt x="1662" y="349"/>
                    </a:cubicBezTo>
                    <a:cubicBezTo>
                      <a:pt x="1662" y="349"/>
                      <a:pt x="1662" y="349"/>
                      <a:pt x="1662" y="349"/>
                    </a:cubicBezTo>
                    <a:cubicBezTo>
                      <a:pt x="1662" y="349"/>
                      <a:pt x="1662" y="349"/>
                      <a:pt x="1662" y="349"/>
                    </a:cubicBezTo>
                    <a:cubicBezTo>
                      <a:pt x="1662" y="348"/>
                      <a:pt x="1662" y="348"/>
                      <a:pt x="1662" y="348"/>
                    </a:cubicBezTo>
                    <a:cubicBezTo>
                      <a:pt x="1662" y="348"/>
                      <a:pt x="1662" y="348"/>
                      <a:pt x="1662" y="348"/>
                    </a:cubicBezTo>
                    <a:cubicBezTo>
                      <a:pt x="1663" y="348"/>
                      <a:pt x="1663" y="348"/>
                      <a:pt x="1663" y="348"/>
                    </a:cubicBezTo>
                    <a:cubicBezTo>
                      <a:pt x="1663" y="348"/>
                      <a:pt x="1663" y="348"/>
                      <a:pt x="1663" y="348"/>
                    </a:cubicBezTo>
                    <a:cubicBezTo>
                      <a:pt x="1665" y="347"/>
                      <a:pt x="1665" y="347"/>
                      <a:pt x="1665" y="347"/>
                    </a:cubicBezTo>
                    <a:cubicBezTo>
                      <a:pt x="1665" y="347"/>
                      <a:pt x="1665" y="347"/>
                      <a:pt x="1665" y="347"/>
                    </a:cubicBezTo>
                    <a:cubicBezTo>
                      <a:pt x="1666" y="348"/>
                      <a:pt x="1666" y="348"/>
                      <a:pt x="1666" y="348"/>
                    </a:cubicBezTo>
                    <a:cubicBezTo>
                      <a:pt x="1666" y="348"/>
                      <a:pt x="1666" y="348"/>
                      <a:pt x="1666" y="348"/>
                    </a:cubicBezTo>
                    <a:cubicBezTo>
                      <a:pt x="1668" y="348"/>
                      <a:pt x="1668" y="348"/>
                      <a:pt x="1668" y="348"/>
                    </a:cubicBezTo>
                    <a:cubicBezTo>
                      <a:pt x="1668" y="348"/>
                      <a:pt x="1668" y="348"/>
                      <a:pt x="1668" y="348"/>
                    </a:cubicBezTo>
                    <a:cubicBezTo>
                      <a:pt x="1669" y="348"/>
                      <a:pt x="1669" y="348"/>
                      <a:pt x="1669" y="348"/>
                    </a:cubicBezTo>
                    <a:cubicBezTo>
                      <a:pt x="1669" y="348"/>
                      <a:pt x="1669" y="348"/>
                      <a:pt x="1669" y="348"/>
                    </a:cubicBezTo>
                    <a:cubicBezTo>
                      <a:pt x="1671" y="348"/>
                      <a:pt x="1671" y="348"/>
                      <a:pt x="1671" y="348"/>
                    </a:cubicBezTo>
                    <a:cubicBezTo>
                      <a:pt x="1671" y="348"/>
                      <a:pt x="1671" y="348"/>
                      <a:pt x="1671" y="348"/>
                    </a:cubicBezTo>
                    <a:cubicBezTo>
                      <a:pt x="1673" y="357"/>
                      <a:pt x="1673" y="357"/>
                      <a:pt x="1673" y="357"/>
                    </a:cubicBezTo>
                    <a:cubicBezTo>
                      <a:pt x="1673" y="357"/>
                      <a:pt x="1673" y="357"/>
                      <a:pt x="1673" y="357"/>
                    </a:cubicBezTo>
                    <a:cubicBezTo>
                      <a:pt x="1679" y="366"/>
                      <a:pt x="1679" y="366"/>
                      <a:pt x="1679" y="366"/>
                    </a:cubicBezTo>
                    <a:cubicBezTo>
                      <a:pt x="1679" y="366"/>
                      <a:pt x="1679" y="366"/>
                      <a:pt x="1679" y="366"/>
                    </a:cubicBezTo>
                    <a:cubicBezTo>
                      <a:pt x="1684" y="374"/>
                      <a:pt x="1684" y="374"/>
                      <a:pt x="1684" y="374"/>
                    </a:cubicBezTo>
                    <a:cubicBezTo>
                      <a:pt x="1684" y="374"/>
                      <a:pt x="1684" y="374"/>
                      <a:pt x="1684" y="374"/>
                    </a:cubicBezTo>
                    <a:cubicBezTo>
                      <a:pt x="1689" y="382"/>
                      <a:pt x="1689" y="382"/>
                      <a:pt x="1689" y="382"/>
                    </a:cubicBezTo>
                    <a:cubicBezTo>
                      <a:pt x="1689" y="382"/>
                      <a:pt x="1689" y="382"/>
                      <a:pt x="1689" y="382"/>
                    </a:cubicBezTo>
                    <a:cubicBezTo>
                      <a:pt x="1693" y="391"/>
                      <a:pt x="1693" y="391"/>
                      <a:pt x="1693" y="391"/>
                    </a:cubicBezTo>
                    <a:cubicBezTo>
                      <a:pt x="1693" y="391"/>
                      <a:pt x="1693" y="391"/>
                      <a:pt x="1693" y="391"/>
                    </a:cubicBezTo>
                    <a:cubicBezTo>
                      <a:pt x="1696" y="399"/>
                      <a:pt x="1696" y="399"/>
                      <a:pt x="1696" y="399"/>
                    </a:cubicBezTo>
                    <a:cubicBezTo>
                      <a:pt x="1696" y="399"/>
                      <a:pt x="1696" y="399"/>
                      <a:pt x="1696" y="399"/>
                    </a:cubicBezTo>
                    <a:cubicBezTo>
                      <a:pt x="1696" y="408"/>
                      <a:pt x="1696" y="408"/>
                      <a:pt x="1696" y="408"/>
                    </a:cubicBezTo>
                    <a:cubicBezTo>
                      <a:pt x="1696" y="408"/>
                      <a:pt x="1696" y="408"/>
                      <a:pt x="1696" y="408"/>
                    </a:cubicBezTo>
                    <a:cubicBezTo>
                      <a:pt x="1695" y="415"/>
                      <a:pt x="1695" y="415"/>
                      <a:pt x="1695" y="415"/>
                    </a:cubicBezTo>
                    <a:cubicBezTo>
                      <a:pt x="1695" y="415"/>
                      <a:pt x="1695" y="415"/>
                      <a:pt x="1695" y="415"/>
                    </a:cubicBezTo>
                    <a:cubicBezTo>
                      <a:pt x="1693" y="416"/>
                      <a:pt x="1693" y="416"/>
                      <a:pt x="1693" y="416"/>
                    </a:cubicBezTo>
                    <a:cubicBezTo>
                      <a:pt x="1693" y="416"/>
                      <a:pt x="1693" y="416"/>
                      <a:pt x="1693" y="416"/>
                    </a:cubicBezTo>
                    <a:cubicBezTo>
                      <a:pt x="1692" y="417"/>
                      <a:pt x="1692" y="417"/>
                      <a:pt x="1692" y="417"/>
                    </a:cubicBezTo>
                    <a:cubicBezTo>
                      <a:pt x="1692" y="417"/>
                      <a:pt x="1692" y="417"/>
                      <a:pt x="1692" y="417"/>
                    </a:cubicBezTo>
                    <a:cubicBezTo>
                      <a:pt x="1691" y="417"/>
                      <a:pt x="1691" y="417"/>
                      <a:pt x="1691" y="417"/>
                    </a:cubicBezTo>
                    <a:cubicBezTo>
                      <a:pt x="1691" y="417"/>
                      <a:pt x="1691" y="417"/>
                      <a:pt x="1691" y="417"/>
                    </a:cubicBezTo>
                    <a:cubicBezTo>
                      <a:pt x="1691" y="417"/>
                      <a:pt x="1691" y="417"/>
                      <a:pt x="1691" y="417"/>
                    </a:cubicBezTo>
                    <a:cubicBezTo>
                      <a:pt x="1691" y="417"/>
                      <a:pt x="1691" y="417"/>
                      <a:pt x="1691" y="417"/>
                    </a:cubicBezTo>
                    <a:cubicBezTo>
                      <a:pt x="1689" y="418"/>
                      <a:pt x="1689" y="418"/>
                      <a:pt x="1689" y="418"/>
                    </a:cubicBezTo>
                    <a:cubicBezTo>
                      <a:pt x="1689" y="418"/>
                      <a:pt x="1689" y="418"/>
                      <a:pt x="1689" y="418"/>
                    </a:cubicBezTo>
                    <a:cubicBezTo>
                      <a:pt x="1688" y="419"/>
                      <a:pt x="1688" y="419"/>
                      <a:pt x="1688" y="419"/>
                    </a:cubicBezTo>
                    <a:cubicBezTo>
                      <a:pt x="1688" y="419"/>
                      <a:pt x="1688" y="419"/>
                      <a:pt x="1688" y="419"/>
                    </a:cubicBezTo>
                    <a:cubicBezTo>
                      <a:pt x="1687" y="419"/>
                      <a:pt x="1687" y="419"/>
                      <a:pt x="1687" y="419"/>
                    </a:cubicBezTo>
                    <a:cubicBezTo>
                      <a:pt x="1687" y="419"/>
                      <a:pt x="1687" y="419"/>
                      <a:pt x="1687" y="419"/>
                    </a:cubicBezTo>
                    <a:cubicBezTo>
                      <a:pt x="1686" y="419"/>
                      <a:pt x="1686" y="419"/>
                      <a:pt x="1686" y="419"/>
                    </a:cubicBezTo>
                    <a:close/>
                    <a:moveTo>
                      <a:pt x="573" y="412"/>
                    </a:moveTo>
                    <a:cubicBezTo>
                      <a:pt x="574" y="413"/>
                      <a:pt x="574" y="413"/>
                      <a:pt x="574" y="413"/>
                    </a:cubicBezTo>
                    <a:cubicBezTo>
                      <a:pt x="574" y="413"/>
                      <a:pt x="574" y="413"/>
                      <a:pt x="574" y="413"/>
                    </a:cubicBezTo>
                    <a:cubicBezTo>
                      <a:pt x="575" y="413"/>
                      <a:pt x="575" y="413"/>
                      <a:pt x="575" y="413"/>
                    </a:cubicBezTo>
                    <a:cubicBezTo>
                      <a:pt x="575" y="413"/>
                      <a:pt x="575" y="413"/>
                      <a:pt x="575" y="413"/>
                    </a:cubicBezTo>
                    <a:cubicBezTo>
                      <a:pt x="576" y="412"/>
                      <a:pt x="576" y="412"/>
                      <a:pt x="576" y="412"/>
                    </a:cubicBezTo>
                    <a:cubicBezTo>
                      <a:pt x="576" y="412"/>
                      <a:pt x="576" y="412"/>
                      <a:pt x="576" y="412"/>
                    </a:cubicBezTo>
                    <a:cubicBezTo>
                      <a:pt x="578" y="411"/>
                      <a:pt x="578" y="411"/>
                      <a:pt x="578" y="411"/>
                    </a:cubicBezTo>
                    <a:cubicBezTo>
                      <a:pt x="578" y="411"/>
                      <a:pt x="578" y="411"/>
                      <a:pt x="578" y="411"/>
                    </a:cubicBezTo>
                    <a:cubicBezTo>
                      <a:pt x="579" y="411"/>
                      <a:pt x="579" y="411"/>
                      <a:pt x="579" y="411"/>
                    </a:cubicBezTo>
                    <a:cubicBezTo>
                      <a:pt x="579" y="411"/>
                      <a:pt x="579" y="411"/>
                      <a:pt x="579" y="411"/>
                    </a:cubicBezTo>
                    <a:cubicBezTo>
                      <a:pt x="580" y="410"/>
                      <a:pt x="580" y="410"/>
                      <a:pt x="580" y="410"/>
                    </a:cubicBezTo>
                    <a:cubicBezTo>
                      <a:pt x="580" y="410"/>
                      <a:pt x="580" y="410"/>
                      <a:pt x="580" y="410"/>
                    </a:cubicBezTo>
                    <a:cubicBezTo>
                      <a:pt x="581" y="410"/>
                      <a:pt x="581" y="410"/>
                      <a:pt x="581" y="410"/>
                    </a:cubicBezTo>
                    <a:cubicBezTo>
                      <a:pt x="581" y="410"/>
                      <a:pt x="581" y="410"/>
                      <a:pt x="581" y="410"/>
                    </a:cubicBezTo>
                    <a:cubicBezTo>
                      <a:pt x="582" y="410"/>
                      <a:pt x="582" y="410"/>
                      <a:pt x="582" y="410"/>
                    </a:cubicBezTo>
                    <a:cubicBezTo>
                      <a:pt x="582" y="410"/>
                      <a:pt x="582" y="410"/>
                      <a:pt x="582" y="410"/>
                    </a:cubicBezTo>
                    <a:cubicBezTo>
                      <a:pt x="581" y="393"/>
                      <a:pt x="581" y="393"/>
                      <a:pt x="581" y="393"/>
                    </a:cubicBezTo>
                    <a:cubicBezTo>
                      <a:pt x="581" y="393"/>
                      <a:pt x="581" y="393"/>
                      <a:pt x="581" y="393"/>
                    </a:cubicBezTo>
                    <a:cubicBezTo>
                      <a:pt x="580" y="376"/>
                      <a:pt x="580" y="376"/>
                      <a:pt x="580" y="376"/>
                    </a:cubicBezTo>
                    <a:cubicBezTo>
                      <a:pt x="580" y="376"/>
                      <a:pt x="580" y="376"/>
                      <a:pt x="580" y="376"/>
                    </a:cubicBezTo>
                    <a:cubicBezTo>
                      <a:pt x="578" y="359"/>
                      <a:pt x="578" y="359"/>
                      <a:pt x="578" y="359"/>
                    </a:cubicBezTo>
                    <a:cubicBezTo>
                      <a:pt x="578" y="359"/>
                      <a:pt x="578" y="359"/>
                      <a:pt x="578" y="359"/>
                    </a:cubicBezTo>
                    <a:cubicBezTo>
                      <a:pt x="576" y="341"/>
                      <a:pt x="576" y="341"/>
                      <a:pt x="576" y="341"/>
                    </a:cubicBezTo>
                    <a:cubicBezTo>
                      <a:pt x="576" y="341"/>
                      <a:pt x="576" y="341"/>
                      <a:pt x="576" y="341"/>
                    </a:cubicBezTo>
                    <a:cubicBezTo>
                      <a:pt x="573" y="324"/>
                      <a:pt x="573" y="324"/>
                      <a:pt x="573" y="324"/>
                    </a:cubicBezTo>
                    <a:cubicBezTo>
                      <a:pt x="573" y="324"/>
                      <a:pt x="573" y="324"/>
                      <a:pt x="573" y="324"/>
                    </a:cubicBezTo>
                    <a:cubicBezTo>
                      <a:pt x="571" y="308"/>
                      <a:pt x="571" y="308"/>
                      <a:pt x="571" y="308"/>
                    </a:cubicBezTo>
                    <a:cubicBezTo>
                      <a:pt x="571" y="308"/>
                      <a:pt x="571" y="308"/>
                      <a:pt x="571" y="308"/>
                    </a:cubicBezTo>
                    <a:cubicBezTo>
                      <a:pt x="570" y="291"/>
                      <a:pt x="570" y="291"/>
                      <a:pt x="570" y="291"/>
                    </a:cubicBezTo>
                    <a:cubicBezTo>
                      <a:pt x="570" y="291"/>
                      <a:pt x="570" y="291"/>
                      <a:pt x="570" y="291"/>
                    </a:cubicBezTo>
                    <a:cubicBezTo>
                      <a:pt x="574" y="274"/>
                      <a:pt x="574" y="274"/>
                      <a:pt x="574" y="274"/>
                    </a:cubicBezTo>
                    <a:cubicBezTo>
                      <a:pt x="574" y="274"/>
                      <a:pt x="574" y="274"/>
                      <a:pt x="574" y="274"/>
                    </a:cubicBezTo>
                    <a:cubicBezTo>
                      <a:pt x="588" y="259"/>
                      <a:pt x="588" y="259"/>
                      <a:pt x="588" y="259"/>
                    </a:cubicBezTo>
                    <a:cubicBezTo>
                      <a:pt x="588" y="259"/>
                      <a:pt x="588" y="259"/>
                      <a:pt x="588" y="259"/>
                    </a:cubicBezTo>
                    <a:cubicBezTo>
                      <a:pt x="589" y="256"/>
                      <a:pt x="589" y="256"/>
                      <a:pt x="589" y="256"/>
                    </a:cubicBezTo>
                    <a:cubicBezTo>
                      <a:pt x="589" y="256"/>
                      <a:pt x="589" y="256"/>
                      <a:pt x="589" y="256"/>
                    </a:cubicBezTo>
                    <a:cubicBezTo>
                      <a:pt x="592" y="253"/>
                      <a:pt x="592" y="253"/>
                      <a:pt x="592" y="253"/>
                    </a:cubicBezTo>
                    <a:cubicBezTo>
                      <a:pt x="592" y="253"/>
                      <a:pt x="592" y="253"/>
                      <a:pt x="592" y="253"/>
                    </a:cubicBezTo>
                    <a:cubicBezTo>
                      <a:pt x="593" y="250"/>
                      <a:pt x="593" y="250"/>
                      <a:pt x="593" y="250"/>
                    </a:cubicBezTo>
                    <a:cubicBezTo>
                      <a:pt x="593" y="250"/>
                      <a:pt x="593" y="250"/>
                      <a:pt x="593" y="250"/>
                    </a:cubicBezTo>
                    <a:cubicBezTo>
                      <a:pt x="595" y="245"/>
                      <a:pt x="595" y="245"/>
                      <a:pt x="595" y="245"/>
                    </a:cubicBezTo>
                    <a:cubicBezTo>
                      <a:pt x="595" y="245"/>
                      <a:pt x="595" y="245"/>
                      <a:pt x="595" y="245"/>
                    </a:cubicBezTo>
                    <a:cubicBezTo>
                      <a:pt x="595" y="242"/>
                      <a:pt x="595" y="242"/>
                      <a:pt x="595" y="242"/>
                    </a:cubicBezTo>
                    <a:cubicBezTo>
                      <a:pt x="595" y="242"/>
                      <a:pt x="595" y="242"/>
                      <a:pt x="595" y="242"/>
                    </a:cubicBezTo>
                    <a:cubicBezTo>
                      <a:pt x="595" y="238"/>
                      <a:pt x="595" y="238"/>
                      <a:pt x="595" y="238"/>
                    </a:cubicBezTo>
                    <a:cubicBezTo>
                      <a:pt x="595" y="238"/>
                      <a:pt x="595" y="238"/>
                      <a:pt x="595" y="238"/>
                    </a:cubicBezTo>
                    <a:cubicBezTo>
                      <a:pt x="593" y="234"/>
                      <a:pt x="593" y="234"/>
                      <a:pt x="593" y="234"/>
                    </a:cubicBezTo>
                    <a:cubicBezTo>
                      <a:pt x="593" y="234"/>
                      <a:pt x="593" y="234"/>
                      <a:pt x="593" y="234"/>
                    </a:cubicBezTo>
                    <a:cubicBezTo>
                      <a:pt x="593" y="229"/>
                      <a:pt x="593" y="229"/>
                      <a:pt x="593" y="229"/>
                    </a:cubicBezTo>
                    <a:cubicBezTo>
                      <a:pt x="593" y="229"/>
                      <a:pt x="593" y="229"/>
                      <a:pt x="593" y="229"/>
                    </a:cubicBezTo>
                    <a:cubicBezTo>
                      <a:pt x="591" y="229"/>
                      <a:pt x="591" y="229"/>
                      <a:pt x="591" y="229"/>
                    </a:cubicBezTo>
                    <a:cubicBezTo>
                      <a:pt x="591" y="229"/>
                      <a:pt x="591" y="229"/>
                      <a:pt x="591" y="229"/>
                    </a:cubicBezTo>
                    <a:cubicBezTo>
                      <a:pt x="588" y="230"/>
                      <a:pt x="588" y="230"/>
                      <a:pt x="588" y="230"/>
                    </a:cubicBezTo>
                    <a:cubicBezTo>
                      <a:pt x="588" y="230"/>
                      <a:pt x="588" y="230"/>
                      <a:pt x="588" y="230"/>
                    </a:cubicBezTo>
                    <a:cubicBezTo>
                      <a:pt x="588" y="231"/>
                      <a:pt x="588" y="231"/>
                      <a:pt x="588" y="231"/>
                    </a:cubicBezTo>
                    <a:cubicBezTo>
                      <a:pt x="588" y="231"/>
                      <a:pt x="588" y="231"/>
                      <a:pt x="588" y="231"/>
                    </a:cubicBezTo>
                    <a:cubicBezTo>
                      <a:pt x="588" y="233"/>
                      <a:pt x="588" y="233"/>
                      <a:pt x="588" y="233"/>
                    </a:cubicBezTo>
                    <a:cubicBezTo>
                      <a:pt x="588" y="233"/>
                      <a:pt x="588" y="233"/>
                      <a:pt x="588" y="233"/>
                    </a:cubicBezTo>
                    <a:cubicBezTo>
                      <a:pt x="589" y="234"/>
                      <a:pt x="589" y="234"/>
                      <a:pt x="589" y="234"/>
                    </a:cubicBezTo>
                    <a:cubicBezTo>
                      <a:pt x="589" y="234"/>
                      <a:pt x="589" y="234"/>
                      <a:pt x="589" y="234"/>
                    </a:cubicBezTo>
                    <a:cubicBezTo>
                      <a:pt x="589" y="236"/>
                      <a:pt x="589" y="236"/>
                      <a:pt x="589" y="236"/>
                    </a:cubicBezTo>
                    <a:cubicBezTo>
                      <a:pt x="589" y="236"/>
                      <a:pt x="589" y="236"/>
                      <a:pt x="589" y="236"/>
                    </a:cubicBezTo>
                    <a:cubicBezTo>
                      <a:pt x="591" y="236"/>
                      <a:pt x="591" y="236"/>
                      <a:pt x="591" y="236"/>
                    </a:cubicBezTo>
                    <a:cubicBezTo>
                      <a:pt x="591" y="236"/>
                      <a:pt x="591" y="236"/>
                      <a:pt x="591" y="236"/>
                    </a:cubicBezTo>
                    <a:cubicBezTo>
                      <a:pt x="591" y="238"/>
                      <a:pt x="591" y="238"/>
                      <a:pt x="591" y="238"/>
                    </a:cubicBezTo>
                    <a:cubicBezTo>
                      <a:pt x="591" y="238"/>
                      <a:pt x="591" y="238"/>
                      <a:pt x="591" y="238"/>
                    </a:cubicBezTo>
                    <a:cubicBezTo>
                      <a:pt x="591" y="238"/>
                      <a:pt x="591" y="238"/>
                      <a:pt x="591" y="238"/>
                    </a:cubicBezTo>
                    <a:cubicBezTo>
                      <a:pt x="591" y="238"/>
                      <a:pt x="591" y="238"/>
                      <a:pt x="591" y="238"/>
                    </a:cubicBezTo>
                    <a:cubicBezTo>
                      <a:pt x="587" y="242"/>
                      <a:pt x="587" y="242"/>
                      <a:pt x="587" y="242"/>
                    </a:cubicBezTo>
                    <a:cubicBezTo>
                      <a:pt x="587" y="242"/>
                      <a:pt x="587" y="242"/>
                      <a:pt x="587" y="242"/>
                    </a:cubicBezTo>
                    <a:cubicBezTo>
                      <a:pt x="586" y="244"/>
                      <a:pt x="586" y="244"/>
                      <a:pt x="586" y="244"/>
                    </a:cubicBezTo>
                    <a:cubicBezTo>
                      <a:pt x="586" y="244"/>
                      <a:pt x="586" y="244"/>
                      <a:pt x="586" y="244"/>
                    </a:cubicBezTo>
                    <a:cubicBezTo>
                      <a:pt x="583" y="247"/>
                      <a:pt x="583" y="247"/>
                      <a:pt x="583" y="247"/>
                    </a:cubicBezTo>
                    <a:cubicBezTo>
                      <a:pt x="583" y="247"/>
                      <a:pt x="583" y="247"/>
                      <a:pt x="583" y="247"/>
                    </a:cubicBezTo>
                    <a:cubicBezTo>
                      <a:pt x="582" y="250"/>
                      <a:pt x="582" y="250"/>
                      <a:pt x="582" y="250"/>
                    </a:cubicBezTo>
                    <a:cubicBezTo>
                      <a:pt x="582" y="250"/>
                      <a:pt x="582" y="250"/>
                      <a:pt x="582" y="250"/>
                    </a:cubicBezTo>
                    <a:cubicBezTo>
                      <a:pt x="580" y="253"/>
                      <a:pt x="580" y="253"/>
                      <a:pt x="580" y="253"/>
                    </a:cubicBezTo>
                    <a:cubicBezTo>
                      <a:pt x="580" y="253"/>
                      <a:pt x="580" y="253"/>
                      <a:pt x="580" y="253"/>
                    </a:cubicBezTo>
                    <a:cubicBezTo>
                      <a:pt x="578" y="255"/>
                      <a:pt x="578" y="255"/>
                      <a:pt x="578" y="255"/>
                    </a:cubicBezTo>
                    <a:cubicBezTo>
                      <a:pt x="578" y="255"/>
                      <a:pt x="578" y="255"/>
                      <a:pt x="578" y="255"/>
                    </a:cubicBezTo>
                    <a:cubicBezTo>
                      <a:pt x="575" y="256"/>
                      <a:pt x="575" y="256"/>
                      <a:pt x="575" y="256"/>
                    </a:cubicBezTo>
                    <a:cubicBezTo>
                      <a:pt x="575" y="256"/>
                      <a:pt x="575" y="256"/>
                      <a:pt x="575" y="256"/>
                    </a:cubicBezTo>
                    <a:cubicBezTo>
                      <a:pt x="573" y="256"/>
                      <a:pt x="573" y="256"/>
                      <a:pt x="573" y="256"/>
                    </a:cubicBezTo>
                    <a:cubicBezTo>
                      <a:pt x="573" y="256"/>
                      <a:pt x="573" y="256"/>
                      <a:pt x="573" y="256"/>
                    </a:cubicBezTo>
                    <a:cubicBezTo>
                      <a:pt x="569" y="255"/>
                      <a:pt x="569" y="255"/>
                      <a:pt x="569" y="255"/>
                    </a:cubicBezTo>
                    <a:cubicBezTo>
                      <a:pt x="569" y="255"/>
                      <a:pt x="569" y="255"/>
                      <a:pt x="569" y="255"/>
                    </a:cubicBezTo>
                    <a:cubicBezTo>
                      <a:pt x="571" y="227"/>
                      <a:pt x="571" y="227"/>
                      <a:pt x="571" y="227"/>
                    </a:cubicBezTo>
                    <a:cubicBezTo>
                      <a:pt x="571" y="227"/>
                      <a:pt x="571" y="227"/>
                      <a:pt x="571" y="227"/>
                    </a:cubicBezTo>
                    <a:cubicBezTo>
                      <a:pt x="593" y="205"/>
                      <a:pt x="593" y="205"/>
                      <a:pt x="593" y="205"/>
                    </a:cubicBezTo>
                    <a:cubicBezTo>
                      <a:pt x="593" y="205"/>
                      <a:pt x="593" y="205"/>
                      <a:pt x="593" y="205"/>
                    </a:cubicBezTo>
                    <a:cubicBezTo>
                      <a:pt x="619" y="183"/>
                      <a:pt x="619" y="183"/>
                      <a:pt x="619" y="183"/>
                    </a:cubicBezTo>
                    <a:cubicBezTo>
                      <a:pt x="619" y="183"/>
                      <a:pt x="619" y="183"/>
                      <a:pt x="619" y="183"/>
                    </a:cubicBezTo>
                    <a:cubicBezTo>
                      <a:pt x="647" y="156"/>
                      <a:pt x="647" y="156"/>
                      <a:pt x="647" y="156"/>
                    </a:cubicBezTo>
                    <a:cubicBezTo>
                      <a:pt x="647" y="156"/>
                      <a:pt x="647" y="156"/>
                      <a:pt x="647" y="156"/>
                    </a:cubicBezTo>
                    <a:cubicBezTo>
                      <a:pt x="646" y="153"/>
                      <a:pt x="646" y="153"/>
                      <a:pt x="646" y="153"/>
                    </a:cubicBezTo>
                    <a:cubicBezTo>
                      <a:pt x="646" y="153"/>
                      <a:pt x="646" y="153"/>
                      <a:pt x="646" y="153"/>
                    </a:cubicBezTo>
                    <a:cubicBezTo>
                      <a:pt x="646" y="150"/>
                      <a:pt x="646" y="150"/>
                      <a:pt x="646" y="150"/>
                    </a:cubicBezTo>
                    <a:cubicBezTo>
                      <a:pt x="646" y="150"/>
                      <a:pt x="646" y="150"/>
                      <a:pt x="646" y="150"/>
                    </a:cubicBezTo>
                    <a:cubicBezTo>
                      <a:pt x="645" y="147"/>
                      <a:pt x="645" y="147"/>
                      <a:pt x="645" y="147"/>
                    </a:cubicBezTo>
                    <a:cubicBezTo>
                      <a:pt x="645" y="147"/>
                      <a:pt x="645" y="147"/>
                      <a:pt x="645" y="147"/>
                    </a:cubicBezTo>
                    <a:cubicBezTo>
                      <a:pt x="645" y="143"/>
                      <a:pt x="645" y="143"/>
                      <a:pt x="645" y="143"/>
                    </a:cubicBezTo>
                    <a:cubicBezTo>
                      <a:pt x="645" y="143"/>
                      <a:pt x="645" y="143"/>
                      <a:pt x="645" y="143"/>
                    </a:cubicBezTo>
                    <a:cubicBezTo>
                      <a:pt x="643" y="142"/>
                      <a:pt x="643" y="142"/>
                      <a:pt x="643" y="142"/>
                    </a:cubicBezTo>
                    <a:cubicBezTo>
                      <a:pt x="643" y="142"/>
                      <a:pt x="643" y="142"/>
                      <a:pt x="643" y="142"/>
                    </a:cubicBezTo>
                    <a:cubicBezTo>
                      <a:pt x="641" y="139"/>
                      <a:pt x="641" y="139"/>
                      <a:pt x="641" y="139"/>
                    </a:cubicBezTo>
                    <a:cubicBezTo>
                      <a:pt x="641" y="139"/>
                      <a:pt x="641" y="139"/>
                      <a:pt x="641" y="139"/>
                    </a:cubicBezTo>
                    <a:cubicBezTo>
                      <a:pt x="639" y="137"/>
                      <a:pt x="639" y="137"/>
                      <a:pt x="639" y="137"/>
                    </a:cubicBezTo>
                    <a:cubicBezTo>
                      <a:pt x="639" y="137"/>
                      <a:pt x="639" y="137"/>
                      <a:pt x="639" y="137"/>
                    </a:cubicBezTo>
                    <a:cubicBezTo>
                      <a:pt x="637" y="135"/>
                      <a:pt x="637" y="135"/>
                      <a:pt x="637" y="135"/>
                    </a:cubicBezTo>
                    <a:cubicBezTo>
                      <a:pt x="637" y="135"/>
                      <a:pt x="637" y="135"/>
                      <a:pt x="637" y="135"/>
                    </a:cubicBezTo>
                    <a:cubicBezTo>
                      <a:pt x="627" y="134"/>
                      <a:pt x="627" y="134"/>
                      <a:pt x="627" y="134"/>
                    </a:cubicBezTo>
                    <a:cubicBezTo>
                      <a:pt x="627" y="134"/>
                      <a:pt x="627" y="134"/>
                      <a:pt x="627" y="134"/>
                    </a:cubicBezTo>
                    <a:cubicBezTo>
                      <a:pt x="620" y="134"/>
                      <a:pt x="620" y="134"/>
                      <a:pt x="620" y="134"/>
                    </a:cubicBezTo>
                    <a:cubicBezTo>
                      <a:pt x="620" y="134"/>
                      <a:pt x="620" y="134"/>
                      <a:pt x="620" y="134"/>
                    </a:cubicBezTo>
                    <a:cubicBezTo>
                      <a:pt x="614" y="138"/>
                      <a:pt x="614" y="138"/>
                      <a:pt x="614" y="138"/>
                    </a:cubicBezTo>
                    <a:cubicBezTo>
                      <a:pt x="614" y="138"/>
                      <a:pt x="614" y="138"/>
                      <a:pt x="614" y="138"/>
                    </a:cubicBezTo>
                    <a:cubicBezTo>
                      <a:pt x="607" y="142"/>
                      <a:pt x="607" y="142"/>
                      <a:pt x="607" y="142"/>
                    </a:cubicBezTo>
                    <a:cubicBezTo>
                      <a:pt x="607" y="142"/>
                      <a:pt x="607" y="142"/>
                      <a:pt x="607" y="142"/>
                    </a:cubicBezTo>
                    <a:cubicBezTo>
                      <a:pt x="601" y="146"/>
                      <a:pt x="601" y="146"/>
                      <a:pt x="601" y="146"/>
                    </a:cubicBezTo>
                    <a:cubicBezTo>
                      <a:pt x="601" y="146"/>
                      <a:pt x="601" y="146"/>
                      <a:pt x="601" y="146"/>
                    </a:cubicBezTo>
                    <a:cubicBezTo>
                      <a:pt x="596" y="151"/>
                      <a:pt x="596" y="151"/>
                      <a:pt x="596" y="151"/>
                    </a:cubicBezTo>
                    <a:cubicBezTo>
                      <a:pt x="596" y="151"/>
                      <a:pt x="596" y="151"/>
                      <a:pt x="596" y="151"/>
                    </a:cubicBezTo>
                    <a:cubicBezTo>
                      <a:pt x="589" y="156"/>
                      <a:pt x="589" y="156"/>
                      <a:pt x="589" y="156"/>
                    </a:cubicBezTo>
                    <a:cubicBezTo>
                      <a:pt x="589" y="156"/>
                      <a:pt x="589" y="156"/>
                      <a:pt x="589" y="156"/>
                    </a:cubicBezTo>
                    <a:cubicBezTo>
                      <a:pt x="583" y="157"/>
                      <a:pt x="583" y="157"/>
                      <a:pt x="583" y="157"/>
                    </a:cubicBezTo>
                    <a:cubicBezTo>
                      <a:pt x="583" y="157"/>
                      <a:pt x="583" y="157"/>
                      <a:pt x="583" y="157"/>
                    </a:cubicBezTo>
                    <a:cubicBezTo>
                      <a:pt x="580" y="157"/>
                      <a:pt x="580" y="157"/>
                      <a:pt x="580" y="157"/>
                    </a:cubicBezTo>
                    <a:cubicBezTo>
                      <a:pt x="580" y="157"/>
                      <a:pt x="580" y="157"/>
                      <a:pt x="580" y="157"/>
                    </a:cubicBezTo>
                    <a:cubicBezTo>
                      <a:pt x="580" y="154"/>
                      <a:pt x="580" y="154"/>
                      <a:pt x="580" y="154"/>
                    </a:cubicBezTo>
                    <a:cubicBezTo>
                      <a:pt x="580" y="154"/>
                      <a:pt x="580" y="154"/>
                      <a:pt x="580" y="154"/>
                    </a:cubicBezTo>
                    <a:cubicBezTo>
                      <a:pt x="579" y="152"/>
                      <a:pt x="579" y="152"/>
                      <a:pt x="579" y="152"/>
                    </a:cubicBezTo>
                    <a:cubicBezTo>
                      <a:pt x="579" y="152"/>
                      <a:pt x="579" y="152"/>
                      <a:pt x="579" y="152"/>
                    </a:cubicBezTo>
                    <a:cubicBezTo>
                      <a:pt x="580" y="149"/>
                      <a:pt x="580" y="149"/>
                      <a:pt x="580" y="149"/>
                    </a:cubicBezTo>
                    <a:cubicBezTo>
                      <a:pt x="580" y="149"/>
                      <a:pt x="580" y="149"/>
                      <a:pt x="580" y="149"/>
                    </a:cubicBezTo>
                    <a:cubicBezTo>
                      <a:pt x="580" y="147"/>
                      <a:pt x="580" y="147"/>
                      <a:pt x="580" y="147"/>
                    </a:cubicBezTo>
                    <a:cubicBezTo>
                      <a:pt x="580" y="147"/>
                      <a:pt x="580" y="147"/>
                      <a:pt x="580" y="147"/>
                    </a:cubicBezTo>
                    <a:cubicBezTo>
                      <a:pt x="580" y="145"/>
                      <a:pt x="580" y="145"/>
                      <a:pt x="580" y="145"/>
                    </a:cubicBezTo>
                    <a:cubicBezTo>
                      <a:pt x="580" y="145"/>
                      <a:pt x="580" y="145"/>
                      <a:pt x="580" y="145"/>
                    </a:cubicBezTo>
                    <a:cubicBezTo>
                      <a:pt x="581" y="143"/>
                      <a:pt x="581" y="143"/>
                      <a:pt x="581" y="143"/>
                    </a:cubicBezTo>
                    <a:cubicBezTo>
                      <a:pt x="581" y="143"/>
                      <a:pt x="581" y="143"/>
                      <a:pt x="581" y="143"/>
                    </a:cubicBezTo>
                    <a:cubicBezTo>
                      <a:pt x="583" y="141"/>
                      <a:pt x="583" y="141"/>
                      <a:pt x="583" y="141"/>
                    </a:cubicBezTo>
                    <a:cubicBezTo>
                      <a:pt x="583" y="141"/>
                      <a:pt x="583" y="141"/>
                      <a:pt x="583" y="141"/>
                    </a:cubicBezTo>
                    <a:cubicBezTo>
                      <a:pt x="623" y="107"/>
                      <a:pt x="623" y="107"/>
                      <a:pt x="623" y="107"/>
                    </a:cubicBezTo>
                    <a:cubicBezTo>
                      <a:pt x="623" y="107"/>
                      <a:pt x="623" y="107"/>
                      <a:pt x="623" y="107"/>
                    </a:cubicBezTo>
                    <a:cubicBezTo>
                      <a:pt x="625" y="107"/>
                      <a:pt x="625" y="107"/>
                      <a:pt x="625" y="107"/>
                    </a:cubicBezTo>
                    <a:cubicBezTo>
                      <a:pt x="625" y="107"/>
                      <a:pt x="625" y="107"/>
                      <a:pt x="625" y="107"/>
                    </a:cubicBezTo>
                    <a:cubicBezTo>
                      <a:pt x="627" y="106"/>
                      <a:pt x="627" y="106"/>
                      <a:pt x="627" y="106"/>
                    </a:cubicBezTo>
                    <a:cubicBezTo>
                      <a:pt x="627" y="106"/>
                      <a:pt x="627" y="106"/>
                      <a:pt x="627" y="106"/>
                    </a:cubicBezTo>
                    <a:cubicBezTo>
                      <a:pt x="629" y="106"/>
                      <a:pt x="629" y="106"/>
                      <a:pt x="629" y="106"/>
                    </a:cubicBezTo>
                    <a:cubicBezTo>
                      <a:pt x="629" y="106"/>
                      <a:pt x="629" y="106"/>
                      <a:pt x="629" y="106"/>
                    </a:cubicBezTo>
                    <a:cubicBezTo>
                      <a:pt x="631" y="105"/>
                      <a:pt x="631" y="105"/>
                      <a:pt x="631" y="105"/>
                    </a:cubicBezTo>
                    <a:cubicBezTo>
                      <a:pt x="631" y="105"/>
                      <a:pt x="631" y="105"/>
                      <a:pt x="631" y="105"/>
                    </a:cubicBezTo>
                    <a:cubicBezTo>
                      <a:pt x="634" y="105"/>
                      <a:pt x="634" y="105"/>
                      <a:pt x="634" y="105"/>
                    </a:cubicBezTo>
                    <a:cubicBezTo>
                      <a:pt x="634" y="105"/>
                      <a:pt x="634" y="105"/>
                      <a:pt x="634" y="105"/>
                    </a:cubicBezTo>
                    <a:cubicBezTo>
                      <a:pt x="636" y="104"/>
                      <a:pt x="636" y="104"/>
                      <a:pt x="636" y="104"/>
                    </a:cubicBezTo>
                    <a:cubicBezTo>
                      <a:pt x="636" y="104"/>
                      <a:pt x="636" y="104"/>
                      <a:pt x="636" y="104"/>
                    </a:cubicBezTo>
                    <a:cubicBezTo>
                      <a:pt x="638" y="104"/>
                      <a:pt x="638" y="104"/>
                      <a:pt x="638" y="104"/>
                    </a:cubicBezTo>
                    <a:cubicBezTo>
                      <a:pt x="638" y="104"/>
                      <a:pt x="638" y="104"/>
                      <a:pt x="638" y="104"/>
                    </a:cubicBezTo>
                    <a:cubicBezTo>
                      <a:pt x="641" y="103"/>
                      <a:pt x="641" y="103"/>
                      <a:pt x="641" y="103"/>
                    </a:cubicBezTo>
                    <a:cubicBezTo>
                      <a:pt x="641" y="103"/>
                      <a:pt x="641" y="103"/>
                      <a:pt x="641" y="103"/>
                    </a:cubicBezTo>
                    <a:cubicBezTo>
                      <a:pt x="642" y="100"/>
                      <a:pt x="642" y="100"/>
                      <a:pt x="642" y="100"/>
                    </a:cubicBezTo>
                    <a:cubicBezTo>
                      <a:pt x="642" y="100"/>
                      <a:pt x="642" y="100"/>
                      <a:pt x="642" y="100"/>
                    </a:cubicBezTo>
                    <a:cubicBezTo>
                      <a:pt x="640" y="99"/>
                      <a:pt x="640" y="99"/>
                      <a:pt x="640" y="99"/>
                    </a:cubicBezTo>
                    <a:cubicBezTo>
                      <a:pt x="640" y="99"/>
                      <a:pt x="640" y="99"/>
                      <a:pt x="640" y="99"/>
                    </a:cubicBezTo>
                    <a:cubicBezTo>
                      <a:pt x="639" y="99"/>
                      <a:pt x="639" y="99"/>
                      <a:pt x="639" y="99"/>
                    </a:cubicBezTo>
                    <a:cubicBezTo>
                      <a:pt x="639" y="99"/>
                      <a:pt x="639" y="99"/>
                      <a:pt x="639" y="99"/>
                    </a:cubicBezTo>
                    <a:cubicBezTo>
                      <a:pt x="638" y="98"/>
                      <a:pt x="638" y="98"/>
                      <a:pt x="638" y="98"/>
                    </a:cubicBezTo>
                    <a:cubicBezTo>
                      <a:pt x="638" y="98"/>
                      <a:pt x="638" y="98"/>
                      <a:pt x="638" y="98"/>
                    </a:cubicBezTo>
                    <a:cubicBezTo>
                      <a:pt x="637" y="97"/>
                      <a:pt x="637" y="97"/>
                      <a:pt x="637" y="97"/>
                    </a:cubicBezTo>
                    <a:cubicBezTo>
                      <a:pt x="637" y="97"/>
                      <a:pt x="637" y="97"/>
                      <a:pt x="637" y="97"/>
                    </a:cubicBezTo>
                    <a:cubicBezTo>
                      <a:pt x="635" y="96"/>
                      <a:pt x="635" y="96"/>
                      <a:pt x="635" y="96"/>
                    </a:cubicBezTo>
                    <a:cubicBezTo>
                      <a:pt x="635" y="96"/>
                      <a:pt x="635" y="96"/>
                      <a:pt x="635" y="96"/>
                    </a:cubicBezTo>
                    <a:cubicBezTo>
                      <a:pt x="634" y="95"/>
                      <a:pt x="634" y="95"/>
                      <a:pt x="634" y="95"/>
                    </a:cubicBezTo>
                    <a:cubicBezTo>
                      <a:pt x="634" y="95"/>
                      <a:pt x="634" y="95"/>
                      <a:pt x="634" y="95"/>
                    </a:cubicBezTo>
                    <a:cubicBezTo>
                      <a:pt x="633" y="94"/>
                      <a:pt x="633" y="94"/>
                      <a:pt x="633" y="94"/>
                    </a:cubicBezTo>
                    <a:cubicBezTo>
                      <a:pt x="633" y="94"/>
                      <a:pt x="633" y="94"/>
                      <a:pt x="633" y="94"/>
                    </a:cubicBezTo>
                    <a:cubicBezTo>
                      <a:pt x="631" y="92"/>
                      <a:pt x="631" y="92"/>
                      <a:pt x="631" y="92"/>
                    </a:cubicBezTo>
                    <a:cubicBezTo>
                      <a:pt x="631" y="92"/>
                      <a:pt x="631" y="92"/>
                      <a:pt x="631" y="92"/>
                    </a:cubicBezTo>
                    <a:cubicBezTo>
                      <a:pt x="587" y="110"/>
                      <a:pt x="587" y="110"/>
                      <a:pt x="587" y="110"/>
                    </a:cubicBezTo>
                    <a:cubicBezTo>
                      <a:pt x="587" y="110"/>
                      <a:pt x="587" y="110"/>
                      <a:pt x="587" y="110"/>
                    </a:cubicBezTo>
                    <a:cubicBezTo>
                      <a:pt x="583" y="106"/>
                      <a:pt x="583" y="106"/>
                      <a:pt x="583" y="106"/>
                    </a:cubicBezTo>
                    <a:cubicBezTo>
                      <a:pt x="583" y="106"/>
                      <a:pt x="583" y="106"/>
                      <a:pt x="583" y="106"/>
                    </a:cubicBezTo>
                    <a:cubicBezTo>
                      <a:pt x="584" y="104"/>
                      <a:pt x="584" y="104"/>
                      <a:pt x="584" y="104"/>
                    </a:cubicBezTo>
                    <a:cubicBezTo>
                      <a:pt x="584" y="104"/>
                      <a:pt x="584" y="104"/>
                      <a:pt x="584" y="104"/>
                    </a:cubicBezTo>
                    <a:cubicBezTo>
                      <a:pt x="585" y="102"/>
                      <a:pt x="585" y="102"/>
                      <a:pt x="585" y="102"/>
                    </a:cubicBezTo>
                    <a:cubicBezTo>
                      <a:pt x="585" y="102"/>
                      <a:pt x="585" y="102"/>
                      <a:pt x="585" y="102"/>
                    </a:cubicBezTo>
                    <a:cubicBezTo>
                      <a:pt x="585" y="99"/>
                      <a:pt x="585" y="99"/>
                      <a:pt x="585" y="99"/>
                    </a:cubicBezTo>
                    <a:cubicBezTo>
                      <a:pt x="585" y="99"/>
                      <a:pt x="585" y="99"/>
                      <a:pt x="585" y="99"/>
                    </a:cubicBezTo>
                    <a:cubicBezTo>
                      <a:pt x="586" y="97"/>
                      <a:pt x="586" y="97"/>
                      <a:pt x="586" y="97"/>
                    </a:cubicBezTo>
                    <a:cubicBezTo>
                      <a:pt x="586" y="97"/>
                      <a:pt x="586" y="97"/>
                      <a:pt x="586" y="97"/>
                    </a:cubicBezTo>
                    <a:cubicBezTo>
                      <a:pt x="586" y="95"/>
                      <a:pt x="586" y="95"/>
                      <a:pt x="586" y="95"/>
                    </a:cubicBezTo>
                    <a:cubicBezTo>
                      <a:pt x="586" y="95"/>
                      <a:pt x="586" y="95"/>
                      <a:pt x="586" y="95"/>
                    </a:cubicBezTo>
                    <a:cubicBezTo>
                      <a:pt x="586" y="92"/>
                      <a:pt x="586" y="92"/>
                      <a:pt x="586" y="92"/>
                    </a:cubicBezTo>
                    <a:cubicBezTo>
                      <a:pt x="586" y="92"/>
                      <a:pt x="586" y="92"/>
                      <a:pt x="586" y="92"/>
                    </a:cubicBezTo>
                    <a:cubicBezTo>
                      <a:pt x="586" y="89"/>
                      <a:pt x="586" y="89"/>
                      <a:pt x="586" y="89"/>
                    </a:cubicBezTo>
                    <a:cubicBezTo>
                      <a:pt x="586" y="89"/>
                      <a:pt x="586" y="89"/>
                      <a:pt x="586" y="89"/>
                    </a:cubicBezTo>
                    <a:cubicBezTo>
                      <a:pt x="587" y="86"/>
                      <a:pt x="587" y="86"/>
                      <a:pt x="587" y="86"/>
                    </a:cubicBezTo>
                    <a:cubicBezTo>
                      <a:pt x="587" y="86"/>
                      <a:pt x="587" y="86"/>
                      <a:pt x="587" y="86"/>
                    </a:cubicBezTo>
                    <a:cubicBezTo>
                      <a:pt x="587" y="82"/>
                      <a:pt x="587" y="82"/>
                      <a:pt x="587" y="82"/>
                    </a:cubicBezTo>
                    <a:cubicBezTo>
                      <a:pt x="587" y="82"/>
                      <a:pt x="587" y="82"/>
                      <a:pt x="587" y="82"/>
                    </a:cubicBezTo>
                    <a:cubicBezTo>
                      <a:pt x="589" y="76"/>
                      <a:pt x="589" y="76"/>
                      <a:pt x="589" y="76"/>
                    </a:cubicBezTo>
                    <a:cubicBezTo>
                      <a:pt x="589" y="76"/>
                      <a:pt x="589" y="76"/>
                      <a:pt x="589" y="76"/>
                    </a:cubicBezTo>
                    <a:cubicBezTo>
                      <a:pt x="592" y="71"/>
                      <a:pt x="592" y="71"/>
                      <a:pt x="592" y="71"/>
                    </a:cubicBezTo>
                    <a:cubicBezTo>
                      <a:pt x="592" y="71"/>
                      <a:pt x="592" y="71"/>
                      <a:pt x="592" y="71"/>
                    </a:cubicBezTo>
                    <a:cubicBezTo>
                      <a:pt x="593" y="64"/>
                      <a:pt x="593" y="64"/>
                      <a:pt x="593" y="64"/>
                    </a:cubicBezTo>
                    <a:cubicBezTo>
                      <a:pt x="593" y="64"/>
                      <a:pt x="593" y="64"/>
                      <a:pt x="593" y="64"/>
                    </a:cubicBezTo>
                    <a:cubicBezTo>
                      <a:pt x="593" y="59"/>
                      <a:pt x="593" y="59"/>
                      <a:pt x="593" y="59"/>
                    </a:cubicBezTo>
                    <a:cubicBezTo>
                      <a:pt x="593" y="59"/>
                      <a:pt x="593" y="59"/>
                      <a:pt x="593" y="59"/>
                    </a:cubicBezTo>
                    <a:cubicBezTo>
                      <a:pt x="595" y="52"/>
                      <a:pt x="595" y="52"/>
                      <a:pt x="595" y="52"/>
                    </a:cubicBezTo>
                    <a:cubicBezTo>
                      <a:pt x="595" y="52"/>
                      <a:pt x="595" y="52"/>
                      <a:pt x="595" y="52"/>
                    </a:cubicBezTo>
                    <a:cubicBezTo>
                      <a:pt x="595" y="47"/>
                      <a:pt x="595" y="47"/>
                      <a:pt x="595" y="47"/>
                    </a:cubicBezTo>
                    <a:cubicBezTo>
                      <a:pt x="595" y="47"/>
                      <a:pt x="595" y="47"/>
                      <a:pt x="595" y="47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66" y="20"/>
                      <a:pt x="566" y="20"/>
                      <a:pt x="566" y="20"/>
                    </a:cubicBezTo>
                    <a:cubicBezTo>
                      <a:pt x="561" y="19"/>
                      <a:pt x="561" y="19"/>
                      <a:pt x="561" y="19"/>
                    </a:cubicBezTo>
                    <a:cubicBezTo>
                      <a:pt x="562" y="33"/>
                      <a:pt x="562" y="33"/>
                      <a:pt x="562" y="33"/>
                    </a:cubicBezTo>
                    <a:cubicBezTo>
                      <a:pt x="562" y="33"/>
                      <a:pt x="562" y="33"/>
                      <a:pt x="562" y="33"/>
                    </a:cubicBezTo>
                    <a:cubicBezTo>
                      <a:pt x="564" y="45"/>
                      <a:pt x="564" y="45"/>
                      <a:pt x="564" y="45"/>
                    </a:cubicBezTo>
                    <a:cubicBezTo>
                      <a:pt x="564" y="45"/>
                      <a:pt x="564" y="45"/>
                      <a:pt x="564" y="45"/>
                    </a:cubicBezTo>
                    <a:cubicBezTo>
                      <a:pt x="565" y="58"/>
                      <a:pt x="565" y="58"/>
                      <a:pt x="565" y="58"/>
                    </a:cubicBezTo>
                    <a:cubicBezTo>
                      <a:pt x="565" y="58"/>
                      <a:pt x="565" y="58"/>
                      <a:pt x="565" y="58"/>
                    </a:cubicBezTo>
                    <a:cubicBezTo>
                      <a:pt x="567" y="70"/>
                      <a:pt x="567" y="70"/>
                      <a:pt x="567" y="70"/>
                    </a:cubicBezTo>
                    <a:cubicBezTo>
                      <a:pt x="567" y="70"/>
                      <a:pt x="567" y="70"/>
                      <a:pt x="567" y="70"/>
                    </a:cubicBezTo>
                    <a:cubicBezTo>
                      <a:pt x="567" y="83"/>
                      <a:pt x="567" y="83"/>
                      <a:pt x="567" y="83"/>
                    </a:cubicBezTo>
                    <a:cubicBezTo>
                      <a:pt x="567" y="83"/>
                      <a:pt x="567" y="83"/>
                      <a:pt x="567" y="83"/>
                    </a:cubicBezTo>
                    <a:cubicBezTo>
                      <a:pt x="567" y="96"/>
                      <a:pt x="567" y="96"/>
                      <a:pt x="567" y="96"/>
                    </a:cubicBezTo>
                    <a:cubicBezTo>
                      <a:pt x="567" y="96"/>
                      <a:pt x="567" y="96"/>
                      <a:pt x="567" y="96"/>
                    </a:cubicBezTo>
                    <a:cubicBezTo>
                      <a:pt x="565" y="109"/>
                      <a:pt x="565" y="109"/>
                      <a:pt x="565" y="109"/>
                    </a:cubicBezTo>
                    <a:cubicBezTo>
                      <a:pt x="565" y="109"/>
                      <a:pt x="565" y="109"/>
                      <a:pt x="565" y="109"/>
                    </a:cubicBezTo>
                    <a:cubicBezTo>
                      <a:pt x="564" y="120"/>
                      <a:pt x="564" y="120"/>
                      <a:pt x="564" y="120"/>
                    </a:cubicBezTo>
                    <a:cubicBezTo>
                      <a:pt x="564" y="120"/>
                      <a:pt x="564" y="120"/>
                      <a:pt x="564" y="120"/>
                    </a:cubicBezTo>
                    <a:cubicBezTo>
                      <a:pt x="501" y="146"/>
                      <a:pt x="501" y="146"/>
                      <a:pt x="501" y="146"/>
                    </a:cubicBezTo>
                    <a:cubicBezTo>
                      <a:pt x="501" y="146"/>
                      <a:pt x="501" y="146"/>
                      <a:pt x="501" y="146"/>
                    </a:cubicBezTo>
                    <a:cubicBezTo>
                      <a:pt x="466" y="159"/>
                      <a:pt x="466" y="159"/>
                      <a:pt x="466" y="159"/>
                    </a:cubicBezTo>
                    <a:cubicBezTo>
                      <a:pt x="466" y="159"/>
                      <a:pt x="466" y="159"/>
                      <a:pt x="466" y="159"/>
                    </a:cubicBezTo>
                    <a:cubicBezTo>
                      <a:pt x="467" y="163"/>
                      <a:pt x="467" y="163"/>
                      <a:pt x="467" y="163"/>
                    </a:cubicBezTo>
                    <a:cubicBezTo>
                      <a:pt x="467" y="163"/>
                      <a:pt x="467" y="163"/>
                      <a:pt x="467" y="163"/>
                    </a:cubicBezTo>
                    <a:cubicBezTo>
                      <a:pt x="471" y="165"/>
                      <a:pt x="471" y="165"/>
                      <a:pt x="471" y="165"/>
                    </a:cubicBezTo>
                    <a:cubicBezTo>
                      <a:pt x="471" y="165"/>
                      <a:pt x="471" y="165"/>
                      <a:pt x="471" y="165"/>
                    </a:cubicBezTo>
                    <a:cubicBezTo>
                      <a:pt x="474" y="167"/>
                      <a:pt x="474" y="167"/>
                      <a:pt x="474" y="167"/>
                    </a:cubicBezTo>
                    <a:cubicBezTo>
                      <a:pt x="474" y="167"/>
                      <a:pt x="474" y="167"/>
                      <a:pt x="474" y="167"/>
                    </a:cubicBezTo>
                    <a:cubicBezTo>
                      <a:pt x="478" y="168"/>
                      <a:pt x="478" y="168"/>
                      <a:pt x="478" y="168"/>
                    </a:cubicBezTo>
                    <a:cubicBezTo>
                      <a:pt x="478" y="168"/>
                      <a:pt x="478" y="168"/>
                      <a:pt x="478" y="168"/>
                    </a:cubicBezTo>
                    <a:cubicBezTo>
                      <a:pt x="481" y="169"/>
                      <a:pt x="481" y="169"/>
                      <a:pt x="481" y="169"/>
                    </a:cubicBezTo>
                    <a:cubicBezTo>
                      <a:pt x="481" y="169"/>
                      <a:pt x="481" y="169"/>
                      <a:pt x="481" y="169"/>
                    </a:cubicBezTo>
                    <a:cubicBezTo>
                      <a:pt x="485" y="169"/>
                      <a:pt x="485" y="169"/>
                      <a:pt x="485" y="169"/>
                    </a:cubicBezTo>
                    <a:cubicBezTo>
                      <a:pt x="485" y="169"/>
                      <a:pt x="485" y="169"/>
                      <a:pt x="485" y="169"/>
                    </a:cubicBezTo>
                    <a:cubicBezTo>
                      <a:pt x="489" y="170"/>
                      <a:pt x="489" y="170"/>
                      <a:pt x="489" y="170"/>
                    </a:cubicBezTo>
                    <a:cubicBezTo>
                      <a:pt x="489" y="170"/>
                      <a:pt x="489" y="170"/>
                      <a:pt x="489" y="170"/>
                    </a:cubicBezTo>
                    <a:cubicBezTo>
                      <a:pt x="493" y="170"/>
                      <a:pt x="493" y="170"/>
                      <a:pt x="493" y="170"/>
                    </a:cubicBezTo>
                    <a:cubicBezTo>
                      <a:pt x="493" y="170"/>
                      <a:pt x="493" y="170"/>
                      <a:pt x="493" y="170"/>
                    </a:cubicBezTo>
                    <a:cubicBezTo>
                      <a:pt x="499" y="171"/>
                      <a:pt x="499" y="171"/>
                      <a:pt x="499" y="171"/>
                    </a:cubicBezTo>
                    <a:cubicBezTo>
                      <a:pt x="499" y="171"/>
                      <a:pt x="499" y="171"/>
                      <a:pt x="499" y="171"/>
                    </a:cubicBezTo>
                    <a:cubicBezTo>
                      <a:pt x="506" y="170"/>
                      <a:pt x="506" y="170"/>
                      <a:pt x="506" y="170"/>
                    </a:cubicBezTo>
                    <a:cubicBezTo>
                      <a:pt x="506" y="170"/>
                      <a:pt x="506" y="170"/>
                      <a:pt x="506" y="170"/>
                    </a:cubicBezTo>
                    <a:cubicBezTo>
                      <a:pt x="513" y="168"/>
                      <a:pt x="513" y="168"/>
                      <a:pt x="513" y="168"/>
                    </a:cubicBezTo>
                    <a:cubicBezTo>
                      <a:pt x="513" y="168"/>
                      <a:pt x="513" y="168"/>
                      <a:pt x="513" y="168"/>
                    </a:cubicBezTo>
                    <a:cubicBezTo>
                      <a:pt x="519" y="164"/>
                      <a:pt x="519" y="164"/>
                      <a:pt x="519" y="164"/>
                    </a:cubicBezTo>
                    <a:cubicBezTo>
                      <a:pt x="519" y="164"/>
                      <a:pt x="519" y="164"/>
                      <a:pt x="519" y="164"/>
                    </a:cubicBezTo>
                    <a:cubicBezTo>
                      <a:pt x="523" y="161"/>
                      <a:pt x="523" y="161"/>
                      <a:pt x="523" y="161"/>
                    </a:cubicBezTo>
                    <a:cubicBezTo>
                      <a:pt x="523" y="161"/>
                      <a:pt x="523" y="161"/>
                      <a:pt x="523" y="161"/>
                    </a:cubicBezTo>
                    <a:cubicBezTo>
                      <a:pt x="528" y="157"/>
                      <a:pt x="528" y="157"/>
                      <a:pt x="528" y="157"/>
                    </a:cubicBezTo>
                    <a:cubicBezTo>
                      <a:pt x="528" y="157"/>
                      <a:pt x="528" y="157"/>
                      <a:pt x="528" y="157"/>
                    </a:cubicBezTo>
                    <a:cubicBezTo>
                      <a:pt x="534" y="154"/>
                      <a:pt x="534" y="154"/>
                      <a:pt x="534" y="154"/>
                    </a:cubicBezTo>
                    <a:cubicBezTo>
                      <a:pt x="534" y="154"/>
                      <a:pt x="534" y="154"/>
                      <a:pt x="534" y="154"/>
                    </a:cubicBezTo>
                    <a:cubicBezTo>
                      <a:pt x="539" y="149"/>
                      <a:pt x="539" y="149"/>
                      <a:pt x="539" y="149"/>
                    </a:cubicBezTo>
                    <a:cubicBezTo>
                      <a:pt x="539" y="149"/>
                      <a:pt x="539" y="149"/>
                      <a:pt x="539" y="149"/>
                    </a:cubicBezTo>
                    <a:cubicBezTo>
                      <a:pt x="563" y="131"/>
                      <a:pt x="563" y="131"/>
                      <a:pt x="563" y="131"/>
                    </a:cubicBezTo>
                    <a:cubicBezTo>
                      <a:pt x="563" y="131"/>
                      <a:pt x="563" y="131"/>
                      <a:pt x="563" y="131"/>
                    </a:cubicBezTo>
                    <a:cubicBezTo>
                      <a:pt x="566" y="133"/>
                      <a:pt x="566" y="133"/>
                      <a:pt x="566" y="133"/>
                    </a:cubicBezTo>
                    <a:cubicBezTo>
                      <a:pt x="566" y="133"/>
                      <a:pt x="566" y="133"/>
                      <a:pt x="566" y="133"/>
                    </a:cubicBezTo>
                    <a:cubicBezTo>
                      <a:pt x="566" y="136"/>
                      <a:pt x="566" y="136"/>
                      <a:pt x="566" y="136"/>
                    </a:cubicBezTo>
                    <a:cubicBezTo>
                      <a:pt x="566" y="136"/>
                      <a:pt x="566" y="136"/>
                      <a:pt x="566" y="136"/>
                    </a:cubicBezTo>
                    <a:cubicBezTo>
                      <a:pt x="566" y="139"/>
                      <a:pt x="566" y="139"/>
                      <a:pt x="566" y="139"/>
                    </a:cubicBezTo>
                    <a:cubicBezTo>
                      <a:pt x="566" y="139"/>
                      <a:pt x="566" y="139"/>
                      <a:pt x="566" y="139"/>
                    </a:cubicBezTo>
                    <a:cubicBezTo>
                      <a:pt x="566" y="142"/>
                      <a:pt x="566" y="142"/>
                      <a:pt x="566" y="142"/>
                    </a:cubicBezTo>
                    <a:cubicBezTo>
                      <a:pt x="566" y="142"/>
                      <a:pt x="566" y="142"/>
                      <a:pt x="566" y="142"/>
                    </a:cubicBezTo>
                    <a:cubicBezTo>
                      <a:pt x="566" y="143"/>
                      <a:pt x="566" y="143"/>
                      <a:pt x="566" y="143"/>
                    </a:cubicBezTo>
                    <a:cubicBezTo>
                      <a:pt x="566" y="143"/>
                      <a:pt x="566" y="143"/>
                      <a:pt x="566" y="143"/>
                    </a:cubicBezTo>
                    <a:cubicBezTo>
                      <a:pt x="565" y="146"/>
                      <a:pt x="565" y="146"/>
                      <a:pt x="565" y="146"/>
                    </a:cubicBezTo>
                    <a:cubicBezTo>
                      <a:pt x="565" y="146"/>
                      <a:pt x="565" y="146"/>
                      <a:pt x="565" y="146"/>
                    </a:cubicBezTo>
                    <a:cubicBezTo>
                      <a:pt x="564" y="148"/>
                      <a:pt x="564" y="148"/>
                      <a:pt x="564" y="148"/>
                    </a:cubicBezTo>
                    <a:cubicBezTo>
                      <a:pt x="564" y="148"/>
                      <a:pt x="564" y="148"/>
                      <a:pt x="564" y="148"/>
                    </a:cubicBezTo>
                    <a:cubicBezTo>
                      <a:pt x="564" y="150"/>
                      <a:pt x="564" y="150"/>
                      <a:pt x="564" y="150"/>
                    </a:cubicBezTo>
                    <a:cubicBezTo>
                      <a:pt x="564" y="150"/>
                      <a:pt x="564" y="150"/>
                      <a:pt x="564" y="150"/>
                    </a:cubicBezTo>
                    <a:cubicBezTo>
                      <a:pt x="564" y="152"/>
                      <a:pt x="564" y="152"/>
                      <a:pt x="564" y="152"/>
                    </a:cubicBezTo>
                    <a:cubicBezTo>
                      <a:pt x="564" y="152"/>
                      <a:pt x="564" y="152"/>
                      <a:pt x="564" y="152"/>
                    </a:cubicBezTo>
                    <a:cubicBezTo>
                      <a:pt x="538" y="171"/>
                      <a:pt x="538" y="171"/>
                      <a:pt x="538" y="171"/>
                    </a:cubicBezTo>
                    <a:cubicBezTo>
                      <a:pt x="538" y="171"/>
                      <a:pt x="538" y="171"/>
                      <a:pt x="538" y="171"/>
                    </a:cubicBezTo>
                    <a:cubicBezTo>
                      <a:pt x="562" y="163"/>
                      <a:pt x="562" y="163"/>
                      <a:pt x="562" y="163"/>
                    </a:cubicBezTo>
                    <a:cubicBezTo>
                      <a:pt x="562" y="163"/>
                      <a:pt x="562" y="163"/>
                      <a:pt x="562" y="163"/>
                    </a:cubicBezTo>
                    <a:cubicBezTo>
                      <a:pt x="565" y="166"/>
                      <a:pt x="565" y="166"/>
                      <a:pt x="565" y="166"/>
                    </a:cubicBezTo>
                    <a:cubicBezTo>
                      <a:pt x="565" y="166"/>
                      <a:pt x="565" y="166"/>
                      <a:pt x="565" y="166"/>
                    </a:cubicBezTo>
                    <a:cubicBezTo>
                      <a:pt x="564" y="169"/>
                      <a:pt x="564" y="169"/>
                      <a:pt x="564" y="169"/>
                    </a:cubicBezTo>
                    <a:cubicBezTo>
                      <a:pt x="564" y="169"/>
                      <a:pt x="564" y="169"/>
                      <a:pt x="564" y="169"/>
                    </a:cubicBezTo>
                    <a:cubicBezTo>
                      <a:pt x="564" y="171"/>
                      <a:pt x="564" y="171"/>
                      <a:pt x="564" y="171"/>
                    </a:cubicBezTo>
                    <a:cubicBezTo>
                      <a:pt x="564" y="171"/>
                      <a:pt x="564" y="171"/>
                      <a:pt x="564" y="171"/>
                    </a:cubicBezTo>
                    <a:cubicBezTo>
                      <a:pt x="563" y="174"/>
                      <a:pt x="563" y="174"/>
                      <a:pt x="563" y="174"/>
                    </a:cubicBezTo>
                    <a:cubicBezTo>
                      <a:pt x="563" y="174"/>
                      <a:pt x="563" y="174"/>
                      <a:pt x="563" y="174"/>
                    </a:cubicBezTo>
                    <a:cubicBezTo>
                      <a:pt x="563" y="176"/>
                      <a:pt x="563" y="176"/>
                      <a:pt x="563" y="176"/>
                    </a:cubicBezTo>
                    <a:cubicBezTo>
                      <a:pt x="563" y="176"/>
                      <a:pt x="563" y="176"/>
                      <a:pt x="563" y="176"/>
                    </a:cubicBezTo>
                    <a:cubicBezTo>
                      <a:pt x="561" y="179"/>
                      <a:pt x="561" y="179"/>
                      <a:pt x="561" y="179"/>
                    </a:cubicBezTo>
                    <a:cubicBezTo>
                      <a:pt x="561" y="179"/>
                      <a:pt x="561" y="179"/>
                      <a:pt x="561" y="179"/>
                    </a:cubicBezTo>
                    <a:cubicBezTo>
                      <a:pt x="560" y="180"/>
                      <a:pt x="560" y="180"/>
                      <a:pt x="560" y="180"/>
                    </a:cubicBezTo>
                    <a:cubicBezTo>
                      <a:pt x="560" y="180"/>
                      <a:pt x="560" y="180"/>
                      <a:pt x="560" y="180"/>
                    </a:cubicBezTo>
                    <a:cubicBezTo>
                      <a:pt x="558" y="182"/>
                      <a:pt x="558" y="182"/>
                      <a:pt x="558" y="182"/>
                    </a:cubicBezTo>
                    <a:cubicBezTo>
                      <a:pt x="558" y="182"/>
                      <a:pt x="558" y="182"/>
                      <a:pt x="558" y="182"/>
                    </a:cubicBezTo>
                    <a:cubicBezTo>
                      <a:pt x="556" y="182"/>
                      <a:pt x="556" y="182"/>
                      <a:pt x="556" y="182"/>
                    </a:cubicBezTo>
                    <a:cubicBezTo>
                      <a:pt x="556" y="182"/>
                      <a:pt x="556" y="182"/>
                      <a:pt x="556" y="182"/>
                    </a:cubicBezTo>
                    <a:cubicBezTo>
                      <a:pt x="539" y="198"/>
                      <a:pt x="539" y="198"/>
                      <a:pt x="539" y="198"/>
                    </a:cubicBezTo>
                    <a:cubicBezTo>
                      <a:pt x="539" y="198"/>
                      <a:pt x="539" y="198"/>
                      <a:pt x="539" y="198"/>
                    </a:cubicBezTo>
                    <a:cubicBezTo>
                      <a:pt x="535" y="201"/>
                      <a:pt x="535" y="201"/>
                      <a:pt x="535" y="201"/>
                    </a:cubicBezTo>
                    <a:cubicBezTo>
                      <a:pt x="535" y="201"/>
                      <a:pt x="535" y="201"/>
                      <a:pt x="535" y="201"/>
                    </a:cubicBezTo>
                    <a:cubicBezTo>
                      <a:pt x="532" y="205"/>
                      <a:pt x="532" y="205"/>
                      <a:pt x="532" y="205"/>
                    </a:cubicBezTo>
                    <a:cubicBezTo>
                      <a:pt x="532" y="205"/>
                      <a:pt x="532" y="205"/>
                      <a:pt x="532" y="205"/>
                    </a:cubicBezTo>
                    <a:cubicBezTo>
                      <a:pt x="527" y="209"/>
                      <a:pt x="527" y="209"/>
                      <a:pt x="527" y="209"/>
                    </a:cubicBezTo>
                    <a:cubicBezTo>
                      <a:pt x="527" y="209"/>
                      <a:pt x="527" y="209"/>
                      <a:pt x="527" y="209"/>
                    </a:cubicBezTo>
                    <a:cubicBezTo>
                      <a:pt x="524" y="213"/>
                      <a:pt x="524" y="213"/>
                      <a:pt x="524" y="213"/>
                    </a:cubicBezTo>
                    <a:cubicBezTo>
                      <a:pt x="524" y="213"/>
                      <a:pt x="524" y="213"/>
                      <a:pt x="524" y="213"/>
                    </a:cubicBezTo>
                    <a:cubicBezTo>
                      <a:pt x="520" y="216"/>
                      <a:pt x="520" y="216"/>
                      <a:pt x="520" y="216"/>
                    </a:cubicBezTo>
                    <a:cubicBezTo>
                      <a:pt x="520" y="216"/>
                      <a:pt x="520" y="216"/>
                      <a:pt x="520" y="216"/>
                    </a:cubicBezTo>
                    <a:cubicBezTo>
                      <a:pt x="517" y="219"/>
                      <a:pt x="517" y="219"/>
                      <a:pt x="517" y="219"/>
                    </a:cubicBezTo>
                    <a:cubicBezTo>
                      <a:pt x="517" y="219"/>
                      <a:pt x="517" y="219"/>
                      <a:pt x="517" y="219"/>
                    </a:cubicBezTo>
                    <a:cubicBezTo>
                      <a:pt x="513" y="221"/>
                      <a:pt x="513" y="221"/>
                      <a:pt x="513" y="221"/>
                    </a:cubicBezTo>
                    <a:cubicBezTo>
                      <a:pt x="513" y="221"/>
                      <a:pt x="513" y="221"/>
                      <a:pt x="513" y="221"/>
                    </a:cubicBezTo>
                    <a:cubicBezTo>
                      <a:pt x="509" y="221"/>
                      <a:pt x="509" y="221"/>
                      <a:pt x="509" y="221"/>
                    </a:cubicBezTo>
                    <a:cubicBezTo>
                      <a:pt x="509" y="221"/>
                      <a:pt x="509" y="221"/>
                      <a:pt x="509" y="221"/>
                    </a:cubicBezTo>
                    <a:cubicBezTo>
                      <a:pt x="507" y="219"/>
                      <a:pt x="507" y="219"/>
                      <a:pt x="507" y="219"/>
                    </a:cubicBezTo>
                    <a:cubicBezTo>
                      <a:pt x="507" y="219"/>
                      <a:pt x="507" y="219"/>
                      <a:pt x="507" y="219"/>
                    </a:cubicBezTo>
                    <a:cubicBezTo>
                      <a:pt x="507" y="217"/>
                      <a:pt x="507" y="217"/>
                      <a:pt x="507" y="217"/>
                    </a:cubicBezTo>
                    <a:cubicBezTo>
                      <a:pt x="507" y="217"/>
                      <a:pt x="507" y="217"/>
                      <a:pt x="507" y="217"/>
                    </a:cubicBezTo>
                    <a:cubicBezTo>
                      <a:pt x="508" y="215"/>
                      <a:pt x="508" y="215"/>
                      <a:pt x="508" y="215"/>
                    </a:cubicBezTo>
                    <a:cubicBezTo>
                      <a:pt x="508" y="215"/>
                      <a:pt x="508" y="215"/>
                      <a:pt x="508" y="215"/>
                    </a:cubicBezTo>
                    <a:cubicBezTo>
                      <a:pt x="509" y="214"/>
                      <a:pt x="509" y="214"/>
                      <a:pt x="509" y="214"/>
                    </a:cubicBezTo>
                    <a:cubicBezTo>
                      <a:pt x="509" y="214"/>
                      <a:pt x="509" y="214"/>
                      <a:pt x="509" y="214"/>
                    </a:cubicBezTo>
                    <a:cubicBezTo>
                      <a:pt x="509" y="212"/>
                      <a:pt x="509" y="212"/>
                      <a:pt x="509" y="212"/>
                    </a:cubicBezTo>
                    <a:cubicBezTo>
                      <a:pt x="509" y="212"/>
                      <a:pt x="509" y="212"/>
                      <a:pt x="509" y="212"/>
                    </a:cubicBezTo>
                    <a:cubicBezTo>
                      <a:pt x="510" y="210"/>
                      <a:pt x="510" y="210"/>
                      <a:pt x="510" y="210"/>
                    </a:cubicBezTo>
                    <a:cubicBezTo>
                      <a:pt x="510" y="210"/>
                      <a:pt x="510" y="210"/>
                      <a:pt x="510" y="210"/>
                    </a:cubicBezTo>
                    <a:cubicBezTo>
                      <a:pt x="510" y="208"/>
                      <a:pt x="510" y="208"/>
                      <a:pt x="510" y="208"/>
                    </a:cubicBezTo>
                    <a:cubicBezTo>
                      <a:pt x="510" y="208"/>
                      <a:pt x="510" y="208"/>
                      <a:pt x="510" y="208"/>
                    </a:cubicBezTo>
                    <a:cubicBezTo>
                      <a:pt x="512" y="205"/>
                      <a:pt x="512" y="205"/>
                      <a:pt x="512" y="205"/>
                    </a:cubicBezTo>
                    <a:cubicBezTo>
                      <a:pt x="512" y="205"/>
                      <a:pt x="512" y="205"/>
                      <a:pt x="512" y="205"/>
                    </a:cubicBezTo>
                    <a:cubicBezTo>
                      <a:pt x="509" y="208"/>
                      <a:pt x="509" y="208"/>
                      <a:pt x="509" y="208"/>
                    </a:cubicBezTo>
                    <a:cubicBezTo>
                      <a:pt x="509" y="208"/>
                      <a:pt x="509" y="208"/>
                      <a:pt x="509" y="208"/>
                    </a:cubicBezTo>
                    <a:cubicBezTo>
                      <a:pt x="508" y="210"/>
                      <a:pt x="508" y="210"/>
                      <a:pt x="508" y="210"/>
                    </a:cubicBezTo>
                    <a:cubicBezTo>
                      <a:pt x="508" y="210"/>
                      <a:pt x="508" y="210"/>
                      <a:pt x="508" y="210"/>
                    </a:cubicBezTo>
                    <a:cubicBezTo>
                      <a:pt x="507" y="212"/>
                      <a:pt x="507" y="212"/>
                      <a:pt x="507" y="212"/>
                    </a:cubicBezTo>
                    <a:cubicBezTo>
                      <a:pt x="507" y="212"/>
                      <a:pt x="507" y="212"/>
                      <a:pt x="507" y="212"/>
                    </a:cubicBezTo>
                    <a:cubicBezTo>
                      <a:pt x="507" y="213"/>
                      <a:pt x="507" y="213"/>
                      <a:pt x="507" y="213"/>
                    </a:cubicBezTo>
                    <a:cubicBezTo>
                      <a:pt x="507" y="213"/>
                      <a:pt x="507" y="213"/>
                      <a:pt x="507" y="213"/>
                    </a:cubicBezTo>
                    <a:cubicBezTo>
                      <a:pt x="505" y="214"/>
                      <a:pt x="505" y="214"/>
                      <a:pt x="505" y="214"/>
                    </a:cubicBezTo>
                    <a:cubicBezTo>
                      <a:pt x="505" y="214"/>
                      <a:pt x="505" y="214"/>
                      <a:pt x="505" y="214"/>
                    </a:cubicBezTo>
                    <a:cubicBezTo>
                      <a:pt x="504" y="215"/>
                      <a:pt x="504" y="215"/>
                      <a:pt x="504" y="215"/>
                    </a:cubicBezTo>
                    <a:cubicBezTo>
                      <a:pt x="504" y="215"/>
                      <a:pt x="504" y="215"/>
                      <a:pt x="504" y="215"/>
                    </a:cubicBezTo>
                    <a:cubicBezTo>
                      <a:pt x="503" y="216"/>
                      <a:pt x="503" y="216"/>
                      <a:pt x="503" y="216"/>
                    </a:cubicBezTo>
                    <a:cubicBezTo>
                      <a:pt x="503" y="216"/>
                      <a:pt x="503" y="216"/>
                      <a:pt x="503" y="216"/>
                    </a:cubicBezTo>
                    <a:cubicBezTo>
                      <a:pt x="503" y="217"/>
                      <a:pt x="503" y="217"/>
                      <a:pt x="503" y="217"/>
                    </a:cubicBezTo>
                    <a:cubicBezTo>
                      <a:pt x="503" y="217"/>
                      <a:pt x="503" y="217"/>
                      <a:pt x="503" y="217"/>
                    </a:cubicBezTo>
                    <a:cubicBezTo>
                      <a:pt x="500" y="223"/>
                      <a:pt x="500" y="223"/>
                      <a:pt x="500" y="223"/>
                    </a:cubicBezTo>
                    <a:cubicBezTo>
                      <a:pt x="500" y="223"/>
                      <a:pt x="500" y="223"/>
                      <a:pt x="500" y="223"/>
                    </a:cubicBezTo>
                    <a:cubicBezTo>
                      <a:pt x="497" y="228"/>
                      <a:pt x="497" y="228"/>
                      <a:pt x="497" y="228"/>
                    </a:cubicBezTo>
                    <a:cubicBezTo>
                      <a:pt x="497" y="228"/>
                      <a:pt x="497" y="228"/>
                      <a:pt x="497" y="228"/>
                    </a:cubicBezTo>
                    <a:cubicBezTo>
                      <a:pt x="494" y="233"/>
                      <a:pt x="494" y="233"/>
                      <a:pt x="494" y="233"/>
                    </a:cubicBezTo>
                    <a:cubicBezTo>
                      <a:pt x="494" y="233"/>
                      <a:pt x="494" y="233"/>
                      <a:pt x="494" y="233"/>
                    </a:cubicBezTo>
                    <a:cubicBezTo>
                      <a:pt x="490" y="237"/>
                      <a:pt x="490" y="237"/>
                      <a:pt x="490" y="237"/>
                    </a:cubicBezTo>
                    <a:cubicBezTo>
                      <a:pt x="490" y="237"/>
                      <a:pt x="490" y="237"/>
                      <a:pt x="490" y="237"/>
                    </a:cubicBezTo>
                    <a:cubicBezTo>
                      <a:pt x="487" y="243"/>
                      <a:pt x="487" y="243"/>
                      <a:pt x="487" y="243"/>
                    </a:cubicBezTo>
                    <a:cubicBezTo>
                      <a:pt x="487" y="243"/>
                      <a:pt x="487" y="243"/>
                      <a:pt x="487" y="243"/>
                    </a:cubicBezTo>
                    <a:cubicBezTo>
                      <a:pt x="486" y="247"/>
                      <a:pt x="486" y="247"/>
                      <a:pt x="486" y="247"/>
                    </a:cubicBezTo>
                    <a:cubicBezTo>
                      <a:pt x="486" y="247"/>
                      <a:pt x="486" y="247"/>
                      <a:pt x="486" y="247"/>
                    </a:cubicBezTo>
                    <a:cubicBezTo>
                      <a:pt x="485" y="252"/>
                      <a:pt x="485" y="252"/>
                      <a:pt x="485" y="252"/>
                    </a:cubicBezTo>
                    <a:cubicBezTo>
                      <a:pt x="485" y="252"/>
                      <a:pt x="485" y="252"/>
                      <a:pt x="485" y="252"/>
                    </a:cubicBezTo>
                    <a:cubicBezTo>
                      <a:pt x="489" y="256"/>
                      <a:pt x="489" y="256"/>
                      <a:pt x="489" y="256"/>
                    </a:cubicBezTo>
                    <a:cubicBezTo>
                      <a:pt x="489" y="256"/>
                      <a:pt x="489" y="256"/>
                      <a:pt x="489" y="256"/>
                    </a:cubicBezTo>
                    <a:cubicBezTo>
                      <a:pt x="489" y="257"/>
                      <a:pt x="489" y="257"/>
                      <a:pt x="489" y="257"/>
                    </a:cubicBezTo>
                    <a:cubicBezTo>
                      <a:pt x="489" y="257"/>
                      <a:pt x="489" y="257"/>
                      <a:pt x="489" y="257"/>
                    </a:cubicBezTo>
                    <a:cubicBezTo>
                      <a:pt x="490" y="258"/>
                      <a:pt x="490" y="258"/>
                      <a:pt x="490" y="258"/>
                    </a:cubicBezTo>
                    <a:cubicBezTo>
                      <a:pt x="490" y="258"/>
                      <a:pt x="490" y="258"/>
                      <a:pt x="490" y="258"/>
                    </a:cubicBezTo>
                    <a:cubicBezTo>
                      <a:pt x="490" y="258"/>
                      <a:pt x="490" y="258"/>
                      <a:pt x="490" y="258"/>
                    </a:cubicBezTo>
                    <a:cubicBezTo>
                      <a:pt x="490" y="258"/>
                      <a:pt x="490" y="258"/>
                      <a:pt x="490" y="258"/>
                    </a:cubicBezTo>
                    <a:cubicBezTo>
                      <a:pt x="493" y="258"/>
                      <a:pt x="493" y="258"/>
                      <a:pt x="493" y="258"/>
                    </a:cubicBezTo>
                    <a:cubicBezTo>
                      <a:pt x="493" y="258"/>
                      <a:pt x="493" y="258"/>
                      <a:pt x="493" y="258"/>
                    </a:cubicBezTo>
                    <a:cubicBezTo>
                      <a:pt x="494" y="258"/>
                      <a:pt x="494" y="258"/>
                      <a:pt x="494" y="258"/>
                    </a:cubicBezTo>
                    <a:cubicBezTo>
                      <a:pt x="494" y="258"/>
                      <a:pt x="494" y="258"/>
                      <a:pt x="494" y="258"/>
                    </a:cubicBezTo>
                    <a:cubicBezTo>
                      <a:pt x="496" y="258"/>
                      <a:pt x="496" y="258"/>
                      <a:pt x="496" y="258"/>
                    </a:cubicBezTo>
                    <a:cubicBezTo>
                      <a:pt x="496" y="258"/>
                      <a:pt x="496" y="258"/>
                      <a:pt x="496" y="258"/>
                    </a:cubicBezTo>
                    <a:cubicBezTo>
                      <a:pt x="497" y="258"/>
                      <a:pt x="497" y="258"/>
                      <a:pt x="497" y="258"/>
                    </a:cubicBezTo>
                    <a:cubicBezTo>
                      <a:pt x="497" y="258"/>
                      <a:pt x="497" y="258"/>
                      <a:pt x="497" y="258"/>
                    </a:cubicBezTo>
                    <a:cubicBezTo>
                      <a:pt x="499" y="257"/>
                      <a:pt x="499" y="257"/>
                      <a:pt x="499" y="257"/>
                    </a:cubicBezTo>
                    <a:cubicBezTo>
                      <a:pt x="499" y="257"/>
                      <a:pt x="499" y="257"/>
                      <a:pt x="499" y="257"/>
                    </a:cubicBezTo>
                    <a:cubicBezTo>
                      <a:pt x="506" y="250"/>
                      <a:pt x="506" y="250"/>
                      <a:pt x="506" y="250"/>
                    </a:cubicBezTo>
                    <a:cubicBezTo>
                      <a:pt x="506" y="250"/>
                      <a:pt x="506" y="250"/>
                      <a:pt x="506" y="250"/>
                    </a:cubicBezTo>
                    <a:cubicBezTo>
                      <a:pt x="514" y="242"/>
                      <a:pt x="514" y="242"/>
                      <a:pt x="514" y="242"/>
                    </a:cubicBezTo>
                    <a:cubicBezTo>
                      <a:pt x="514" y="242"/>
                      <a:pt x="514" y="242"/>
                      <a:pt x="514" y="242"/>
                    </a:cubicBezTo>
                    <a:cubicBezTo>
                      <a:pt x="519" y="233"/>
                      <a:pt x="519" y="233"/>
                      <a:pt x="519" y="233"/>
                    </a:cubicBezTo>
                    <a:cubicBezTo>
                      <a:pt x="519" y="233"/>
                      <a:pt x="519" y="233"/>
                      <a:pt x="519" y="233"/>
                    </a:cubicBezTo>
                    <a:cubicBezTo>
                      <a:pt x="525" y="223"/>
                      <a:pt x="525" y="223"/>
                      <a:pt x="525" y="223"/>
                    </a:cubicBezTo>
                    <a:cubicBezTo>
                      <a:pt x="525" y="223"/>
                      <a:pt x="525" y="223"/>
                      <a:pt x="525" y="223"/>
                    </a:cubicBezTo>
                    <a:cubicBezTo>
                      <a:pt x="531" y="214"/>
                      <a:pt x="531" y="214"/>
                      <a:pt x="531" y="214"/>
                    </a:cubicBezTo>
                    <a:cubicBezTo>
                      <a:pt x="531" y="214"/>
                      <a:pt x="531" y="214"/>
                      <a:pt x="531" y="214"/>
                    </a:cubicBezTo>
                    <a:cubicBezTo>
                      <a:pt x="537" y="205"/>
                      <a:pt x="537" y="205"/>
                      <a:pt x="537" y="205"/>
                    </a:cubicBezTo>
                    <a:cubicBezTo>
                      <a:pt x="537" y="205"/>
                      <a:pt x="537" y="205"/>
                      <a:pt x="537" y="205"/>
                    </a:cubicBezTo>
                    <a:cubicBezTo>
                      <a:pt x="544" y="198"/>
                      <a:pt x="544" y="198"/>
                      <a:pt x="544" y="198"/>
                    </a:cubicBezTo>
                    <a:cubicBezTo>
                      <a:pt x="544" y="198"/>
                      <a:pt x="544" y="198"/>
                      <a:pt x="544" y="198"/>
                    </a:cubicBezTo>
                    <a:cubicBezTo>
                      <a:pt x="554" y="190"/>
                      <a:pt x="554" y="190"/>
                      <a:pt x="554" y="190"/>
                    </a:cubicBezTo>
                    <a:cubicBezTo>
                      <a:pt x="554" y="190"/>
                      <a:pt x="554" y="190"/>
                      <a:pt x="554" y="190"/>
                    </a:cubicBezTo>
                    <a:cubicBezTo>
                      <a:pt x="554" y="190"/>
                      <a:pt x="554" y="190"/>
                      <a:pt x="554" y="190"/>
                    </a:cubicBezTo>
                    <a:cubicBezTo>
                      <a:pt x="554" y="190"/>
                      <a:pt x="554" y="190"/>
                      <a:pt x="554" y="190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6" y="190"/>
                      <a:pt x="556" y="190"/>
                      <a:pt x="556" y="190"/>
                    </a:cubicBezTo>
                    <a:cubicBezTo>
                      <a:pt x="556" y="190"/>
                      <a:pt x="556" y="190"/>
                      <a:pt x="556" y="190"/>
                    </a:cubicBezTo>
                    <a:cubicBezTo>
                      <a:pt x="557" y="189"/>
                      <a:pt x="557" y="189"/>
                      <a:pt x="557" y="189"/>
                    </a:cubicBezTo>
                    <a:cubicBezTo>
                      <a:pt x="557" y="189"/>
                      <a:pt x="557" y="189"/>
                      <a:pt x="557" y="189"/>
                    </a:cubicBezTo>
                    <a:cubicBezTo>
                      <a:pt x="558" y="189"/>
                      <a:pt x="558" y="189"/>
                      <a:pt x="558" y="189"/>
                    </a:cubicBezTo>
                    <a:cubicBezTo>
                      <a:pt x="558" y="189"/>
                      <a:pt x="558" y="189"/>
                      <a:pt x="558" y="189"/>
                    </a:cubicBezTo>
                    <a:cubicBezTo>
                      <a:pt x="559" y="189"/>
                      <a:pt x="559" y="189"/>
                      <a:pt x="559" y="189"/>
                    </a:cubicBezTo>
                    <a:cubicBezTo>
                      <a:pt x="559" y="189"/>
                      <a:pt x="559" y="189"/>
                      <a:pt x="559" y="189"/>
                    </a:cubicBezTo>
                    <a:cubicBezTo>
                      <a:pt x="560" y="189"/>
                      <a:pt x="560" y="189"/>
                      <a:pt x="560" y="189"/>
                    </a:cubicBezTo>
                    <a:cubicBezTo>
                      <a:pt x="560" y="189"/>
                      <a:pt x="560" y="189"/>
                      <a:pt x="560" y="189"/>
                    </a:cubicBezTo>
                    <a:cubicBezTo>
                      <a:pt x="561" y="189"/>
                      <a:pt x="561" y="189"/>
                      <a:pt x="561" y="189"/>
                    </a:cubicBezTo>
                    <a:cubicBezTo>
                      <a:pt x="561" y="189"/>
                      <a:pt x="561" y="189"/>
                      <a:pt x="561" y="189"/>
                    </a:cubicBezTo>
                    <a:cubicBezTo>
                      <a:pt x="561" y="192"/>
                      <a:pt x="561" y="192"/>
                      <a:pt x="561" y="192"/>
                    </a:cubicBezTo>
                    <a:cubicBezTo>
                      <a:pt x="561" y="192"/>
                      <a:pt x="561" y="192"/>
                      <a:pt x="561" y="192"/>
                    </a:cubicBezTo>
                    <a:cubicBezTo>
                      <a:pt x="561" y="195"/>
                      <a:pt x="561" y="195"/>
                      <a:pt x="561" y="195"/>
                    </a:cubicBezTo>
                    <a:cubicBezTo>
                      <a:pt x="561" y="195"/>
                      <a:pt x="561" y="195"/>
                      <a:pt x="561" y="195"/>
                    </a:cubicBezTo>
                    <a:cubicBezTo>
                      <a:pt x="561" y="198"/>
                      <a:pt x="561" y="198"/>
                      <a:pt x="561" y="198"/>
                    </a:cubicBezTo>
                    <a:cubicBezTo>
                      <a:pt x="561" y="198"/>
                      <a:pt x="561" y="198"/>
                      <a:pt x="561" y="198"/>
                    </a:cubicBezTo>
                    <a:cubicBezTo>
                      <a:pt x="562" y="200"/>
                      <a:pt x="562" y="200"/>
                      <a:pt x="562" y="200"/>
                    </a:cubicBezTo>
                    <a:cubicBezTo>
                      <a:pt x="562" y="200"/>
                      <a:pt x="562" y="200"/>
                      <a:pt x="562" y="200"/>
                    </a:cubicBezTo>
                    <a:cubicBezTo>
                      <a:pt x="561" y="203"/>
                      <a:pt x="561" y="203"/>
                      <a:pt x="561" y="203"/>
                    </a:cubicBezTo>
                    <a:cubicBezTo>
                      <a:pt x="561" y="203"/>
                      <a:pt x="561" y="203"/>
                      <a:pt x="561" y="203"/>
                    </a:cubicBezTo>
                    <a:cubicBezTo>
                      <a:pt x="561" y="205"/>
                      <a:pt x="561" y="205"/>
                      <a:pt x="561" y="205"/>
                    </a:cubicBezTo>
                    <a:cubicBezTo>
                      <a:pt x="561" y="205"/>
                      <a:pt x="561" y="205"/>
                      <a:pt x="561" y="205"/>
                    </a:cubicBezTo>
                    <a:cubicBezTo>
                      <a:pt x="561" y="208"/>
                      <a:pt x="561" y="208"/>
                      <a:pt x="561" y="208"/>
                    </a:cubicBezTo>
                    <a:cubicBezTo>
                      <a:pt x="561" y="208"/>
                      <a:pt x="561" y="208"/>
                      <a:pt x="561" y="208"/>
                    </a:cubicBezTo>
                    <a:cubicBezTo>
                      <a:pt x="561" y="210"/>
                      <a:pt x="561" y="210"/>
                      <a:pt x="561" y="210"/>
                    </a:cubicBezTo>
                    <a:cubicBezTo>
                      <a:pt x="561" y="210"/>
                      <a:pt x="561" y="210"/>
                      <a:pt x="561" y="210"/>
                    </a:cubicBezTo>
                    <a:cubicBezTo>
                      <a:pt x="559" y="211"/>
                      <a:pt x="559" y="211"/>
                      <a:pt x="559" y="211"/>
                    </a:cubicBezTo>
                    <a:cubicBezTo>
                      <a:pt x="559" y="211"/>
                      <a:pt x="559" y="211"/>
                      <a:pt x="559" y="211"/>
                    </a:cubicBezTo>
                    <a:cubicBezTo>
                      <a:pt x="558" y="212"/>
                      <a:pt x="558" y="212"/>
                      <a:pt x="558" y="212"/>
                    </a:cubicBezTo>
                    <a:cubicBezTo>
                      <a:pt x="558" y="212"/>
                      <a:pt x="558" y="212"/>
                      <a:pt x="558" y="212"/>
                    </a:cubicBezTo>
                    <a:cubicBezTo>
                      <a:pt x="557" y="213"/>
                      <a:pt x="557" y="213"/>
                      <a:pt x="557" y="213"/>
                    </a:cubicBezTo>
                    <a:cubicBezTo>
                      <a:pt x="557" y="213"/>
                      <a:pt x="557" y="213"/>
                      <a:pt x="557" y="213"/>
                    </a:cubicBezTo>
                    <a:cubicBezTo>
                      <a:pt x="556" y="213"/>
                      <a:pt x="556" y="213"/>
                      <a:pt x="556" y="213"/>
                    </a:cubicBezTo>
                    <a:cubicBezTo>
                      <a:pt x="556" y="213"/>
                      <a:pt x="556" y="213"/>
                      <a:pt x="556" y="213"/>
                    </a:cubicBezTo>
                    <a:cubicBezTo>
                      <a:pt x="555" y="214"/>
                      <a:pt x="555" y="214"/>
                      <a:pt x="555" y="214"/>
                    </a:cubicBezTo>
                    <a:cubicBezTo>
                      <a:pt x="555" y="214"/>
                      <a:pt x="555" y="214"/>
                      <a:pt x="555" y="214"/>
                    </a:cubicBezTo>
                    <a:cubicBezTo>
                      <a:pt x="555" y="214"/>
                      <a:pt x="555" y="214"/>
                      <a:pt x="555" y="214"/>
                    </a:cubicBezTo>
                    <a:cubicBezTo>
                      <a:pt x="555" y="214"/>
                      <a:pt x="555" y="214"/>
                      <a:pt x="555" y="214"/>
                    </a:cubicBezTo>
                    <a:cubicBezTo>
                      <a:pt x="555" y="214"/>
                      <a:pt x="555" y="214"/>
                      <a:pt x="555" y="214"/>
                    </a:cubicBezTo>
                    <a:cubicBezTo>
                      <a:pt x="555" y="214"/>
                      <a:pt x="555" y="214"/>
                      <a:pt x="555" y="214"/>
                    </a:cubicBezTo>
                    <a:cubicBezTo>
                      <a:pt x="553" y="215"/>
                      <a:pt x="553" y="215"/>
                      <a:pt x="553" y="215"/>
                    </a:cubicBezTo>
                    <a:cubicBezTo>
                      <a:pt x="553" y="215"/>
                      <a:pt x="553" y="215"/>
                      <a:pt x="553" y="215"/>
                    </a:cubicBezTo>
                    <a:cubicBezTo>
                      <a:pt x="553" y="217"/>
                      <a:pt x="553" y="217"/>
                      <a:pt x="553" y="217"/>
                    </a:cubicBezTo>
                    <a:cubicBezTo>
                      <a:pt x="553" y="217"/>
                      <a:pt x="553" y="217"/>
                      <a:pt x="553" y="217"/>
                    </a:cubicBezTo>
                    <a:cubicBezTo>
                      <a:pt x="553" y="219"/>
                      <a:pt x="553" y="219"/>
                      <a:pt x="553" y="219"/>
                    </a:cubicBezTo>
                    <a:cubicBezTo>
                      <a:pt x="553" y="219"/>
                      <a:pt x="553" y="219"/>
                      <a:pt x="553" y="219"/>
                    </a:cubicBezTo>
                    <a:cubicBezTo>
                      <a:pt x="553" y="220"/>
                      <a:pt x="553" y="220"/>
                      <a:pt x="553" y="220"/>
                    </a:cubicBezTo>
                    <a:cubicBezTo>
                      <a:pt x="553" y="220"/>
                      <a:pt x="553" y="220"/>
                      <a:pt x="553" y="220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55" y="225"/>
                      <a:pt x="555" y="225"/>
                      <a:pt x="555" y="225"/>
                    </a:cubicBezTo>
                    <a:cubicBezTo>
                      <a:pt x="555" y="225"/>
                      <a:pt x="555" y="225"/>
                      <a:pt x="555" y="225"/>
                    </a:cubicBezTo>
                    <a:cubicBezTo>
                      <a:pt x="556" y="225"/>
                      <a:pt x="556" y="225"/>
                      <a:pt x="556" y="225"/>
                    </a:cubicBezTo>
                    <a:cubicBezTo>
                      <a:pt x="556" y="225"/>
                      <a:pt x="556" y="225"/>
                      <a:pt x="556" y="225"/>
                    </a:cubicBezTo>
                    <a:cubicBezTo>
                      <a:pt x="562" y="227"/>
                      <a:pt x="562" y="227"/>
                      <a:pt x="562" y="227"/>
                    </a:cubicBezTo>
                    <a:cubicBezTo>
                      <a:pt x="562" y="227"/>
                      <a:pt x="562" y="227"/>
                      <a:pt x="562" y="227"/>
                    </a:cubicBezTo>
                    <a:cubicBezTo>
                      <a:pt x="558" y="268"/>
                      <a:pt x="558" y="268"/>
                      <a:pt x="558" y="268"/>
                    </a:cubicBezTo>
                    <a:cubicBezTo>
                      <a:pt x="558" y="268"/>
                      <a:pt x="558" y="268"/>
                      <a:pt x="558" y="268"/>
                    </a:cubicBezTo>
                    <a:cubicBezTo>
                      <a:pt x="555" y="269"/>
                      <a:pt x="555" y="269"/>
                      <a:pt x="555" y="269"/>
                    </a:cubicBezTo>
                    <a:cubicBezTo>
                      <a:pt x="555" y="269"/>
                      <a:pt x="555" y="269"/>
                      <a:pt x="555" y="269"/>
                    </a:cubicBezTo>
                    <a:cubicBezTo>
                      <a:pt x="551" y="270"/>
                      <a:pt x="551" y="270"/>
                      <a:pt x="551" y="270"/>
                    </a:cubicBezTo>
                    <a:cubicBezTo>
                      <a:pt x="551" y="270"/>
                      <a:pt x="551" y="270"/>
                      <a:pt x="551" y="270"/>
                    </a:cubicBezTo>
                    <a:cubicBezTo>
                      <a:pt x="548" y="272"/>
                      <a:pt x="548" y="272"/>
                      <a:pt x="548" y="272"/>
                    </a:cubicBezTo>
                    <a:cubicBezTo>
                      <a:pt x="548" y="272"/>
                      <a:pt x="548" y="272"/>
                      <a:pt x="548" y="272"/>
                    </a:cubicBezTo>
                    <a:cubicBezTo>
                      <a:pt x="546" y="272"/>
                      <a:pt x="546" y="272"/>
                      <a:pt x="546" y="272"/>
                    </a:cubicBezTo>
                    <a:cubicBezTo>
                      <a:pt x="546" y="272"/>
                      <a:pt x="546" y="272"/>
                      <a:pt x="546" y="272"/>
                    </a:cubicBezTo>
                    <a:cubicBezTo>
                      <a:pt x="543" y="274"/>
                      <a:pt x="543" y="274"/>
                      <a:pt x="543" y="274"/>
                    </a:cubicBezTo>
                    <a:cubicBezTo>
                      <a:pt x="543" y="274"/>
                      <a:pt x="543" y="274"/>
                      <a:pt x="543" y="274"/>
                    </a:cubicBezTo>
                    <a:cubicBezTo>
                      <a:pt x="541" y="275"/>
                      <a:pt x="541" y="275"/>
                      <a:pt x="541" y="275"/>
                    </a:cubicBezTo>
                    <a:cubicBezTo>
                      <a:pt x="541" y="275"/>
                      <a:pt x="541" y="275"/>
                      <a:pt x="541" y="275"/>
                    </a:cubicBezTo>
                    <a:cubicBezTo>
                      <a:pt x="539" y="276"/>
                      <a:pt x="539" y="276"/>
                      <a:pt x="539" y="276"/>
                    </a:cubicBezTo>
                    <a:cubicBezTo>
                      <a:pt x="539" y="276"/>
                      <a:pt x="539" y="276"/>
                      <a:pt x="539" y="276"/>
                    </a:cubicBezTo>
                    <a:cubicBezTo>
                      <a:pt x="538" y="277"/>
                      <a:pt x="538" y="277"/>
                      <a:pt x="538" y="277"/>
                    </a:cubicBezTo>
                    <a:cubicBezTo>
                      <a:pt x="538" y="277"/>
                      <a:pt x="538" y="277"/>
                      <a:pt x="538" y="277"/>
                    </a:cubicBezTo>
                    <a:cubicBezTo>
                      <a:pt x="538" y="279"/>
                      <a:pt x="538" y="279"/>
                      <a:pt x="538" y="279"/>
                    </a:cubicBezTo>
                    <a:cubicBezTo>
                      <a:pt x="538" y="279"/>
                      <a:pt x="538" y="279"/>
                      <a:pt x="538" y="279"/>
                    </a:cubicBezTo>
                    <a:cubicBezTo>
                      <a:pt x="539" y="280"/>
                      <a:pt x="539" y="280"/>
                      <a:pt x="539" y="280"/>
                    </a:cubicBezTo>
                    <a:cubicBezTo>
                      <a:pt x="539" y="280"/>
                      <a:pt x="539" y="280"/>
                      <a:pt x="539" y="280"/>
                    </a:cubicBezTo>
                    <a:cubicBezTo>
                      <a:pt x="539" y="281"/>
                      <a:pt x="539" y="281"/>
                      <a:pt x="539" y="281"/>
                    </a:cubicBezTo>
                    <a:cubicBezTo>
                      <a:pt x="539" y="281"/>
                      <a:pt x="539" y="281"/>
                      <a:pt x="539" y="281"/>
                    </a:cubicBezTo>
                    <a:cubicBezTo>
                      <a:pt x="540" y="282"/>
                      <a:pt x="540" y="282"/>
                      <a:pt x="540" y="282"/>
                    </a:cubicBezTo>
                    <a:cubicBezTo>
                      <a:pt x="540" y="282"/>
                      <a:pt x="540" y="282"/>
                      <a:pt x="540" y="282"/>
                    </a:cubicBezTo>
                    <a:cubicBezTo>
                      <a:pt x="540" y="282"/>
                      <a:pt x="540" y="282"/>
                      <a:pt x="540" y="282"/>
                    </a:cubicBezTo>
                    <a:cubicBezTo>
                      <a:pt x="540" y="282"/>
                      <a:pt x="540" y="282"/>
                      <a:pt x="540" y="282"/>
                    </a:cubicBezTo>
                    <a:cubicBezTo>
                      <a:pt x="541" y="283"/>
                      <a:pt x="541" y="283"/>
                      <a:pt x="541" y="283"/>
                    </a:cubicBezTo>
                    <a:cubicBezTo>
                      <a:pt x="541" y="283"/>
                      <a:pt x="541" y="283"/>
                      <a:pt x="541" y="283"/>
                    </a:cubicBezTo>
                    <a:cubicBezTo>
                      <a:pt x="541" y="284"/>
                      <a:pt x="541" y="284"/>
                      <a:pt x="541" y="284"/>
                    </a:cubicBezTo>
                    <a:cubicBezTo>
                      <a:pt x="541" y="284"/>
                      <a:pt x="541" y="284"/>
                      <a:pt x="541" y="284"/>
                    </a:cubicBezTo>
                    <a:cubicBezTo>
                      <a:pt x="542" y="284"/>
                      <a:pt x="542" y="284"/>
                      <a:pt x="542" y="284"/>
                    </a:cubicBezTo>
                    <a:cubicBezTo>
                      <a:pt x="542" y="284"/>
                      <a:pt x="542" y="284"/>
                      <a:pt x="542" y="284"/>
                    </a:cubicBezTo>
                    <a:cubicBezTo>
                      <a:pt x="543" y="285"/>
                      <a:pt x="543" y="285"/>
                      <a:pt x="543" y="285"/>
                    </a:cubicBezTo>
                    <a:cubicBezTo>
                      <a:pt x="543" y="285"/>
                      <a:pt x="543" y="285"/>
                      <a:pt x="543" y="285"/>
                    </a:cubicBezTo>
                    <a:cubicBezTo>
                      <a:pt x="545" y="286"/>
                      <a:pt x="545" y="286"/>
                      <a:pt x="545" y="286"/>
                    </a:cubicBezTo>
                    <a:cubicBezTo>
                      <a:pt x="545" y="286"/>
                      <a:pt x="545" y="286"/>
                      <a:pt x="545" y="286"/>
                    </a:cubicBezTo>
                    <a:cubicBezTo>
                      <a:pt x="547" y="287"/>
                      <a:pt x="547" y="287"/>
                      <a:pt x="547" y="287"/>
                    </a:cubicBezTo>
                    <a:cubicBezTo>
                      <a:pt x="547" y="287"/>
                      <a:pt x="547" y="287"/>
                      <a:pt x="547" y="287"/>
                    </a:cubicBezTo>
                    <a:cubicBezTo>
                      <a:pt x="549" y="287"/>
                      <a:pt x="549" y="287"/>
                      <a:pt x="549" y="287"/>
                    </a:cubicBezTo>
                    <a:cubicBezTo>
                      <a:pt x="549" y="287"/>
                      <a:pt x="549" y="287"/>
                      <a:pt x="549" y="287"/>
                    </a:cubicBezTo>
                    <a:cubicBezTo>
                      <a:pt x="550" y="288"/>
                      <a:pt x="550" y="288"/>
                      <a:pt x="550" y="288"/>
                    </a:cubicBezTo>
                    <a:cubicBezTo>
                      <a:pt x="550" y="288"/>
                      <a:pt x="550" y="288"/>
                      <a:pt x="550" y="288"/>
                    </a:cubicBezTo>
                    <a:cubicBezTo>
                      <a:pt x="553" y="288"/>
                      <a:pt x="553" y="288"/>
                      <a:pt x="553" y="288"/>
                    </a:cubicBezTo>
                    <a:cubicBezTo>
                      <a:pt x="553" y="288"/>
                      <a:pt x="553" y="288"/>
                      <a:pt x="553" y="288"/>
                    </a:cubicBezTo>
                    <a:cubicBezTo>
                      <a:pt x="554" y="289"/>
                      <a:pt x="554" y="289"/>
                      <a:pt x="554" y="289"/>
                    </a:cubicBezTo>
                    <a:cubicBezTo>
                      <a:pt x="554" y="289"/>
                      <a:pt x="554" y="289"/>
                      <a:pt x="554" y="289"/>
                    </a:cubicBezTo>
                    <a:cubicBezTo>
                      <a:pt x="556" y="289"/>
                      <a:pt x="556" y="289"/>
                      <a:pt x="556" y="289"/>
                    </a:cubicBezTo>
                    <a:cubicBezTo>
                      <a:pt x="556" y="289"/>
                      <a:pt x="556" y="289"/>
                      <a:pt x="556" y="289"/>
                    </a:cubicBezTo>
                    <a:cubicBezTo>
                      <a:pt x="554" y="375"/>
                      <a:pt x="554" y="375"/>
                      <a:pt x="554" y="375"/>
                    </a:cubicBezTo>
                    <a:cubicBezTo>
                      <a:pt x="554" y="375"/>
                      <a:pt x="554" y="375"/>
                      <a:pt x="554" y="375"/>
                    </a:cubicBezTo>
                    <a:cubicBezTo>
                      <a:pt x="550" y="378"/>
                      <a:pt x="550" y="378"/>
                      <a:pt x="550" y="378"/>
                    </a:cubicBezTo>
                    <a:cubicBezTo>
                      <a:pt x="550" y="378"/>
                      <a:pt x="550" y="378"/>
                      <a:pt x="550" y="378"/>
                    </a:cubicBezTo>
                    <a:cubicBezTo>
                      <a:pt x="545" y="379"/>
                      <a:pt x="545" y="379"/>
                      <a:pt x="545" y="379"/>
                    </a:cubicBezTo>
                    <a:cubicBezTo>
                      <a:pt x="545" y="379"/>
                      <a:pt x="545" y="379"/>
                      <a:pt x="545" y="379"/>
                    </a:cubicBezTo>
                    <a:cubicBezTo>
                      <a:pt x="541" y="379"/>
                      <a:pt x="541" y="379"/>
                      <a:pt x="541" y="379"/>
                    </a:cubicBezTo>
                    <a:cubicBezTo>
                      <a:pt x="541" y="379"/>
                      <a:pt x="541" y="379"/>
                      <a:pt x="541" y="379"/>
                    </a:cubicBezTo>
                    <a:cubicBezTo>
                      <a:pt x="536" y="379"/>
                      <a:pt x="536" y="379"/>
                      <a:pt x="536" y="379"/>
                    </a:cubicBezTo>
                    <a:cubicBezTo>
                      <a:pt x="536" y="379"/>
                      <a:pt x="536" y="379"/>
                      <a:pt x="536" y="379"/>
                    </a:cubicBezTo>
                    <a:cubicBezTo>
                      <a:pt x="532" y="378"/>
                      <a:pt x="532" y="378"/>
                      <a:pt x="532" y="378"/>
                    </a:cubicBezTo>
                    <a:cubicBezTo>
                      <a:pt x="532" y="378"/>
                      <a:pt x="532" y="378"/>
                      <a:pt x="532" y="378"/>
                    </a:cubicBezTo>
                    <a:cubicBezTo>
                      <a:pt x="526" y="378"/>
                      <a:pt x="526" y="378"/>
                      <a:pt x="526" y="378"/>
                    </a:cubicBezTo>
                    <a:cubicBezTo>
                      <a:pt x="526" y="378"/>
                      <a:pt x="526" y="378"/>
                      <a:pt x="526" y="378"/>
                    </a:cubicBezTo>
                    <a:cubicBezTo>
                      <a:pt x="523" y="378"/>
                      <a:pt x="523" y="378"/>
                      <a:pt x="523" y="378"/>
                    </a:cubicBezTo>
                    <a:cubicBezTo>
                      <a:pt x="523" y="378"/>
                      <a:pt x="523" y="378"/>
                      <a:pt x="523" y="378"/>
                    </a:cubicBezTo>
                    <a:cubicBezTo>
                      <a:pt x="518" y="378"/>
                      <a:pt x="518" y="378"/>
                      <a:pt x="518" y="378"/>
                    </a:cubicBezTo>
                    <a:cubicBezTo>
                      <a:pt x="518" y="378"/>
                      <a:pt x="518" y="378"/>
                      <a:pt x="518" y="378"/>
                    </a:cubicBezTo>
                    <a:cubicBezTo>
                      <a:pt x="515" y="378"/>
                      <a:pt x="515" y="378"/>
                      <a:pt x="515" y="378"/>
                    </a:cubicBezTo>
                    <a:cubicBezTo>
                      <a:pt x="515" y="378"/>
                      <a:pt x="515" y="378"/>
                      <a:pt x="515" y="378"/>
                    </a:cubicBezTo>
                    <a:cubicBezTo>
                      <a:pt x="514" y="381"/>
                      <a:pt x="514" y="381"/>
                      <a:pt x="514" y="381"/>
                    </a:cubicBezTo>
                    <a:cubicBezTo>
                      <a:pt x="514" y="381"/>
                      <a:pt x="514" y="381"/>
                      <a:pt x="514" y="381"/>
                    </a:cubicBezTo>
                    <a:cubicBezTo>
                      <a:pt x="522" y="383"/>
                      <a:pt x="522" y="383"/>
                      <a:pt x="522" y="383"/>
                    </a:cubicBezTo>
                    <a:cubicBezTo>
                      <a:pt x="522" y="383"/>
                      <a:pt x="522" y="383"/>
                      <a:pt x="522" y="383"/>
                    </a:cubicBezTo>
                    <a:cubicBezTo>
                      <a:pt x="531" y="386"/>
                      <a:pt x="531" y="386"/>
                      <a:pt x="531" y="386"/>
                    </a:cubicBezTo>
                    <a:cubicBezTo>
                      <a:pt x="531" y="386"/>
                      <a:pt x="531" y="386"/>
                      <a:pt x="531" y="386"/>
                    </a:cubicBezTo>
                    <a:cubicBezTo>
                      <a:pt x="538" y="390"/>
                      <a:pt x="538" y="390"/>
                      <a:pt x="538" y="390"/>
                    </a:cubicBezTo>
                    <a:cubicBezTo>
                      <a:pt x="538" y="390"/>
                      <a:pt x="538" y="390"/>
                      <a:pt x="538" y="390"/>
                    </a:cubicBezTo>
                    <a:cubicBezTo>
                      <a:pt x="546" y="393"/>
                      <a:pt x="546" y="393"/>
                      <a:pt x="546" y="393"/>
                    </a:cubicBezTo>
                    <a:cubicBezTo>
                      <a:pt x="546" y="393"/>
                      <a:pt x="546" y="393"/>
                      <a:pt x="546" y="393"/>
                    </a:cubicBezTo>
                    <a:cubicBezTo>
                      <a:pt x="553" y="397"/>
                      <a:pt x="553" y="397"/>
                      <a:pt x="553" y="397"/>
                    </a:cubicBezTo>
                    <a:cubicBezTo>
                      <a:pt x="553" y="397"/>
                      <a:pt x="553" y="397"/>
                      <a:pt x="553" y="397"/>
                    </a:cubicBezTo>
                    <a:cubicBezTo>
                      <a:pt x="559" y="402"/>
                      <a:pt x="559" y="402"/>
                      <a:pt x="559" y="402"/>
                    </a:cubicBezTo>
                    <a:cubicBezTo>
                      <a:pt x="559" y="402"/>
                      <a:pt x="559" y="402"/>
                      <a:pt x="559" y="402"/>
                    </a:cubicBezTo>
                    <a:cubicBezTo>
                      <a:pt x="565" y="408"/>
                      <a:pt x="565" y="408"/>
                      <a:pt x="565" y="408"/>
                    </a:cubicBezTo>
                    <a:cubicBezTo>
                      <a:pt x="565" y="408"/>
                      <a:pt x="565" y="408"/>
                      <a:pt x="565" y="408"/>
                    </a:cubicBezTo>
                    <a:cubicBezTo>
                      <a:pt x="571" y="412"/>
                      <a:pt x="571" y="412"/>
                      <a:pt x="571" y="412"/>
                    </a:cubicBezTo>
                    <a:lnTo>
                      <a:pt x="573" y="412"/>
                    </a:lnTo>
                    <a:close/>
                    <a:moveTo>
                      <a:pt x="1446" y="406"/>
                    </a:moveTo>
                    <a:cubicBezTo>
                      <a:pt x="1469" y="399"/>
                      <a:pt x="1469" y="399"/>
                      <a:pt x="1469" y="399"/>
                    </a:cubicBezTo>
                    <a:cubicBezTo>
                      <a:pt x="1469" y="399"/>
                      <a:pt x="1469" y="399"/>
                      <a:pt x="1469" y="399"/>
                    </a:cubicBezTo>
                    <a:cubicBezTo>
                      <a:pt x="1469" y="398"/>
                      <a:pt x="1469" y="398"/>
                      <a:pt x="1469" y="398"/>
                    </a:cubicBezTo>
                    <a:cubicBezTo>
                      <a:pt x="1469" y="398"/>
                      <a:pt x="1469" y="398"/>
                      <a:pt x="1469" y="398"/>
                    </a:cubicBezTo>
                    <a:cubicBezTo>
                      <a:pt x="1472" y="397"/>
                      <a:pt x="1472" y="397"/>
                      <a:pt x="1472" y="397"/>
                    </a:cubicBezTo>
                    <a:cubicBezTo>
                      <a:pt x="1472" y="397"/>
                      <a:pt x="1472" y="397"/>
                      <a:pt x="1472" y="397"/>
                    </a:cubicBezTo>
                    <a:cubicBezTo>
                      <a:pt x="1473" y="396"/>
                      <a:pt x="1473" y="396"/>
                      <a:pt x="1473" y="396"/>
                    </a:cubicBezTo>
                    <a:cubicBezTo>
                      <a:pt x="1473" y="396"/>
                      <a:pt x="1473" y="396"/>
                      <a:pt x="1473" y="396"/>
                    </a:cubicBezTo>
                    <a:cubicBezTo>
                      <a:pt x="1476" y="396"/>
                      <a:pt x="1476" y="396"/>
                      <a:pt x="1476" y="396"/>
                    </a:cubicBezTo>
                    <a:cubicBezTo>
                      <a:pt x="1476" y="396"/>
                      <a:pt x="1476" y="396"/>
                      <a:pt x="1476" y="396"/>
                    </a:cubicBezTo>
                    <a:cubicBezTo>
                      <a:pt x="1477" y="396"/>
                      <a:pt x="1477" y="396"/>
                      <a:pt x="1477" y="396"/>
                    </a:cubicBezTo>
                    <a:cubicBezTo>
                      <a:pt x="1477" y="396"/>
                      <a:pt x="1477" y="396"/>
                      <a:pt x="1477" y="396"/>
                    </a:cubicBezTo>
                    <a:cubicBezTo>
                      <a:pt x="1479" y="396"/>
                      <a:pt x="1479" y="396"/>
                      <a:pt x="1479" y="396"/>
                    </a:cubicBezTo>
                    <a:cubicBezTo>
                      <a:pt x="1479" y="396"/>
                      <a:pt x="1479" y="396"/>
                      <a:pt x="1479" y="396"/>
                    </a:cubicBezTo>
                    <a:cubicBezTo>
                      <a:pt x="1480" y="395"/>
                      <a:pt x="1480" y="395"/>
                      <a:pt x="1480" y="395"/>
                    </a:cubicBezTo>
                    <a:cubicBezTo>
                      <a:pt x="1480" y="395"/>
                      <a:pt x="1480" y="395"/>
                      <a:pt x="1480" y="395"/>
                    </a:cubicBezTo>
                    <a:cubicBezTo>
                      <a:pt x="1482" y="393"/>
                      <a:pt x="1482" y="393"/>
                      <a:pt x="1482" y="393"/>
                    </a:cubicBezTo>
                    <a:cubicBezTo>
                      <a:pt x="1482" y="393"/>
                      <a:pt x="1482" y="393"/>
                      <a:pt x="1482" y="393"/>
                    </a:cubicBezTo>
                    <a:cubicBezTo>
                      <a:pt x="1509" y="378"/>
                      <a:pt x="1509" y="378"/>
                      <a:pt x="1509" y="378"/>
                    </a:cubicBezTo>
                    <a:cubicBezTo>
                      <a:pt x="1509" y="378"/>
                      <a:pt x="1509" y="378"/>
                      <a:pt x="1509" y="378"/>
                    </a:cubicBezTo>
                    <a:cubicBezTo>
                      <a:pt x="1517" y="377"/>
                      <a:pt x="1517" y="377"/>
                      <a:pt x="1517" y="377"/>
                    </a:cubicBezTo>
                    <a:cubicBezTo>
                      <a:pt x="1517" y="377"/>
                      <a:pt x="1517" y="377"/>
                      <a:pt x="1517" y="377"/>
                    </a:cubicBezTo>
                    <a:cubicBezTo>
                      <a:pt x="1523" y="374"/>
                      <a:pt x="1523" y="374"/>
                      <a:pt x="1523" y="374"/>
                    </a:cubicBezTo>
                    <a:cubicBezTo>
                      <a:pt x="1523" y="374"/>
                      <a:pt x="1523" y="374"/>
                      <a:pt x="1523" y="374"/>
                    </a:cubicBezTo>
                    <a:cubicBezTo>
                      <a:pt x="1528" y="370"/>
                      <a:pt x="1528" y="370"/>
                      <a:pt x="1528" y="370"/>
                    </a:cubicBezTo>
                    <a:cubicBezTo>
                      <a:pt x="1528" y="370"/>
                      <a:pt x="1528" y="370"/>
                      <a:pt x="1528" y="370"/>
                    </a:cubicBezTo>
                    <a:cubicBezTo>
                      <a:pt x="1533" y="366"/>
                      <a:pt x="1533" y="366"/>
                      <a:pt x="1533" y="366"/>
                    </a:cubicBezTo>
                    <a:cubicBezTo>
                      <a:pt x="1533" y="366"/>
                      <a:pt x="1533" y="366"/>
                      <a:pt x="1533" y="366"/>
                    </a:cubicBezTo>
                    <a:cubicBezTo>
                      <a:pt x="1538" y="362"/>
                      <a:pt x="1538" y="362"/>
                      <a:pt x="1538" y="362"/>
                    </a:cubicBezTo>
                    <a:cubicBezTo>
                      <a:pt x="1538" y="362"/>
                      <a:pt x="1538" y="362"/>
                      <a:pt x="1538" y="362"/>
                    </a:cubicBezTo>
                    <a:cubicBezTo>
                      <a:pt x="1542" y="357"/>
                      <a:pt x="1542" y="357"/>
                      <a:pt x="1542" y="357"/>
                    </a:cubicBezTo>
                    <a:cubicBezTo>
                      <a:pt x="1542" y="357"/>
                      <a:pt x="1542" y="357"/>
                      <a:pt x="1542" y="357"/>
                    </a:cubicBezTo>
                    <a:cubicBezTo>
                      <a:pt x="1545" y="353"/>
                      <a:pt x="1545" y="353"/>
                      <a:pt x="1545" y="353"/>
                    </a:cubicBezTo>
                    <a:cubicBezTo>
                      <a:pt x="1545" y="353"/>
                      <a:pt x="1545" y="353"/>
                      <a:pt x="1545" y="353"/>
                    </a:cubicBezTo>
                    <a:cubicBezTo>
                      <a:pt x="1550" y="348"/>
                      <a:pt x="1550" y="348"/>
                      <a:pt x="1550" y="348"/>
                    </a:cubicBezTo>
                    <a:cubicBezTo>
                      <a:pt x="1550" y="348"/>
                      <a:pt x="1550" y="348"/>
                      <a:pt x="1550" y="348"/>
                    </a:cubicBezTo>
                    <a:cubicBezTo>
                      <a:pt x="1568" y="312"/>
                      <a:pt x="1568" y="312"/>
                      <a:pt x="1568" y="312"/>
                    </a:cubicBezTo>
                    <a:cubicBezTo>
                      <a:pt x="1568" y="312"/>
                      <a:pt x="1568" y="312"/>
                      <a:pt x="1568" y="312"/>
                    </a:cubicBezTo>
                    <a:cubicBezTo>
                      <a:pt x="1583" y="269"/>
                      <a:pt x="1583" y="269"/>
                      <a:pt x="1583" y="269"/>
                    </a:cubicBezTo>
                    <a:cubicBezTo>
                      <a:pt x="1583" y="269"/>
                      <a:pt x="1583" y="269"/>
                      <a:pt x="1583" y="269"/>
                    </a:cubicBezTo>
                    <a:cubicBezTo>
                      <a:pt x="1584" y="269"/>
                      <a:pt x="1584" y="269"/>
                      <a:pt x="1584" y="269"/>
                    </a:cubicBezTo>
                    <a:cubicBezTo>
                      <a:pt x="1584" y="269"/>
                      <a:pt x="1584" y="269"/>
                      <a:pt x="1584" y="269"/>
                    </a:cubicBezTo>
                    <a:cubicBezTo>
                      <a:pt x="1586" y="267"/>
                      <a:pt x="1586" y="267"/>
                      <a:pt x="1586" y="267"/>
                    </a:cubicBezTo>
                    <a:cubicBezTo>
                      <a:pt x="1586" y="267"/>
                      <a:pt x="1586" y="267"/>
                      <a:pt x="1586" y="267"/>
                    </a:cubicBezTo>
                    <a:cubicBezTo>
                      <a:pt x="1588" y="266"/>
                      <a:pt x="1588" y="266"/>
                      <a:pt x="1588" y="266"/>
                    </a:cubicBezTo>
                    <a:cubicBezTo>
                      <a:pt x="1588" y="266"/>
                      <a:pt x="1588" y="266"/>
                      <a:pt x="1588" y="266"/>
                    </a:cubicBezTo>
                    <a:cubicBezTo>
                      <a:pt x="1591" y="264"/>
                      <a:pt x="1591" y="264"/>
                      <a:pt x="1591" y="264"/>
                    </a:cubicBezTo>
                    <a:cubicBezTo>
                      <a:pt x="1591" y="264"/>
                      <a:pt x="1591" y="264"/>
                      <a:pt x="1591" y="264"/>
                    </a:cubicBezTo>
                    <a:cubicBezTo>
                      <a:pt x="1593" y="263"/>
                      <a:pt x="1593" y="263"/>
                      <a:pt x="1593" y="263"/>
                    </a:cubicBezTo>
                    <a:cubicBezTo>
                      <a:pt x="1593" y="263"/>
                      <a:pt x="1593" y="263"/>
                      <a:pt x="1593" y="263"/>
                    </a:cubicBezTo>
                    <a:cubicBezTo>
                      <a:pt x="1597" y="262"/>
                      <a:pt x="1597" y="262"/>
                      <a:pt x="1597" y="262"/>
                    </a:cubicBezTo>
                    <a:cubicBezTo>
                      <a:pt x="1597" y="262"/>
                      <a:pt x="1597" y="262"/>
                      <a:pt x="1597" y="262"/>
                    </a:cubicBezTo>
                    <a:cubicBezTo>
                      <a:pt x="1599" y="262"/>
                      <a:pt x="1599" y="262"/>
                      <a:pt x="1599" y="262"/>
                    </a:cubicBezTo>
                    <a:cubicBezTo>
                      <a:pt x="1599" y="262"/>
                      <a:pt x="1599" y="262"/>
                      <a:pt x="1599" y="262"/>
                    </a:cubicBezTo>
                    <a:cubicBezTo>
                      <a:pt x="1602" y="261"/>
                      <a:pt x="1602" y="261"/>
                      <a:pt x="1602" y="261"/>
                    </a:cubicBezTo>
                    <a:cubicBezTo>
                      <a:pt x="1602" y="261"/>
                      <a:pt x="1602" y="261"/>
                      <a:pt x="1602" y="261"/>
                    </a:cubicBezTo>
                    <a:cubicBezTo>
                      <a:pt x="1602" y="260"/>
                      <a:pt x="1602" y="260"/>
                      <a:pt x="1602" y="260"/>
                    </a:cubicBezTo>
                    <a:cubicBezTo>
                      <a:pt x="1602" y="260"/>
                      <a:pt x="1602" y="260"/>
                      <a:pt x="1602" y="260"/>
                    </a:cubicBezTo>
                    <a:cubicBezTo>
                      <a:pt x="1604" y="258"/>
                      <a:pt x="1604" y="258"/>
                      <a:pt x="1604" y="258"/>
                    </a:cubicBezTo>
                    <a:cubicBezTo>
                      <a:pt x="1604" y="258"/>
                      <a:pt x="1604" y="258"/>
                      <a:pt x="1604" y="258"/>
                    </a:cubicBezTo>
                    <a:cubicBezTo>
                      <a:pt x="1606" y="257"/>
                      <a:pt x="1606" y="257"/>
                      <a:pt x="1606" y="257"/>
                    </a:cubicBezTo>
                    <a:cubicBezTo>
                      <a:pt x="1606" y="257"/>
                      <a:pt x="1606" y="257"/>
                      <a:pt x="1606" y="257"/>
                    </a:cubicBezTo>
                    <a:cubicBezTo>
                      <a:pt x="1609" y="256"/>
                      <a:pt x="1609" y="256"/>
                      <a:pt x="1609" y="256"/>
                    </a:cubicBezTo>
                    <a:cubicBezTo>
                      <a:pt x="1609" y="256"/>
                      <a:pt x="1609" y="256"/>
                      <a:pt x="1609" y="256"/>
                    </a:cubicBezTo>
                    <a:cubicBezTo>
                      <a:pt x="1611" y="256"/>
                      <a:pt x="1611" y="256"/>
                      <a:pt x="1611" y="256"/>
                    </a:cubicBezTo>
                    <a:cubicBezTo>
                      <a:pt x="1611" y="256"/>
                      <a:pt x="1611" y="256"/>
                      <a:pt x="1611" y="256"/>
                    </a:cubicBezTo>
                    <a:cubicBezTo>
                      <a:pt x="1613" y="255"/>
                      <a:pt x="1613" y="255"/>
                      <a:pt x="1613" y="255"/>
                    </a:cubicBezTo>
                    <a:cubicBezTo>
                      <a:pt x="1613" y="255"/>
                      <a:pt x="1613" y="255"/>
                      <a:pt x="1613" y="255"/>
                    </a:cubicBezTo>
                    <a:cubicBezTo>
                      <a:pt x="1616" y="255"/>
                      <a:pt x="1616" y="255"/>
                      <a:pt x="1616" y="255"/>
                    </a:cubicBezTo>
                    <a:cubicBezTo>
                      <a:pt x="1616" y="255"/>
                      <a:pt x="1616" y="255"/>
                      <a:pt x="1616" y="255"/>
                    </a:cubicBezTo>
                    <a:cubicBezTo>
                      <a:pt x="1619" y="254"/>
                      <a:pt x="1619" y="254"/>
                      <a:pt x="1619" y="254"/>
                    </a:cubicBezTo>
                    <a:cubicBezTo>
                      <a:pt x="1619" y="254"/>
                      <a:pt x="1619" y="254"/>
                      <a:pt x="1619" y="254"/>
                    </a:cubicBezTo>
                    <a:cubicBezTo>
                      <a:pt x="1697" y="217"/>
                      <a:pt x="1697" y="217"/>
                      <a:pt x="1697" y="217"/>
                    </a:cubicBezTo>
                    <a:cubicBezTo>
                      <a:pt x="1697" y="217"/>
                      <a:pt x="1697" y="217"/>
                      <a:pt x="1697" y="217"/>
                    </a:cubicBezTo>
                    <a:cubicBezTo>
                      <a:pt x="1695" y="215"/>
                      <a:pt x="1695" y="215"/>
                      <a:pt x="1695" y="215"/>
                    </a:cubicBezTo>
                    <a:cubicBezTo>
                      <a:pt x="1695" y="215"/>
                      <a:pt x="1695" y="215"/>
                      <a:pt x="1695" y="215"/>
                    </a:cubicBezTo>
                    <a:cubicBezTo>
                      <a:pt x="1691" y="214"/>
                      <a:pt x="1691" y="214"/>
                      <a:pt x="1691" y="214"/>
                    </a:cubicBezTo>
                    <a:cubicBezTo>
                      <a:pt x="1691" y="214"/>
                      <a:pt x="1691" y="214"/>
                      <a:pt x="1691" y="214"/>
                    </a:cubicBezTo>
                    <a:cubicBezTo>
                      <a:pt x="1688" y="212"/>
                      <a:pt x="1688" y="212"/>
                      <a:pt x="1688" y="212"/>
                    </a:cubicBezTo>
                    <a:cubicBezTo>
                      <a:pt x="1688" y="212"/>
                      <a:pt x="1688" y="212"/>
                      <a:pt x="1688" y="212"/>
                    </a:cubicBezTo>
                    <a:cubicBezTo>
                      <a:pt x="1685" y="210"/>
                      <a:pt x="1685" y="210"/>
                      <a:pt x="1685" y="210"/>
                    </a:cubicBezTo>
                    <a:cubicBezTo>
                      <a:pt x="1685" y="210"/>
                      <a:pt x="1685" y="210"/>
                      <a:pt x="1685" y="210"/>
                    </a:cubicBezTo>
                    <a:cubicBezTo>
                      <a:pt x="1682" y="209"/>
                      <a:pt x="1682" y="209"/>
                      <a:pt x="1682" y="209"/>
                    </a:cubicBezTo>
                    <a:cubicBezTo>
                      <a:pt x="1682" y="209"/>
                      <a:pt x="1682" y="209"/>
                      <a:pt x="1682" y="209"/>
                    </a:cubicBezTo>
                    <a:cubicBezTo>
                      <a:pt x="1679" y="207"/>
                      <a:pt x="1679" y="207"/>
                      <a:pt x="1679" y="207"/>
                    </a:cubicBezTo>
                    <a:cubicBezTo>
                      <a:pt x="1679" y="207"/>
                      <a:pt x="1679" y="207"/>
                      <a:pt x="1679" y="207"/>
                    </a:cubicBezTo>
                    <a:cubicBezTo>
                      <a:pt x="1675" y="206"/>
                      <a:pt x="1675" y="206"/>
                      <a:pt x="1675" y="206"/>
                    </a:cubicBezTo>
                    <a:cubicBezTo>
                      <a:pt x="1675" y="206"/>
                      <a:pt x="1675" y="206"/>
                      <a:pt x="1675" y="206"/>
                    </a:cubicBezTo>
                    <a:cubicBezTo>
                      <a:pt x="1673" y="205"/>
                      <a:pt x="1673" y="205"/>
                      <a:pt x="1673" y="205"/>
                    </a:cubicBezTo>
                    <a:cubicBezTo>
                      <a:pt x="1673" y="205"/>
                      <a:pt x="1673" y="205"/>
                      <a:pt x="1673" y="205"/>
                    </a:cubicBezTo>
                    <a:cubicBezTo>
                      <a:pt x="1664" y="214"/>
                      <a:pt x="1664" y="214"/>
                      <a:pt x="1664" y="214"/>
                    </a:cubicBezTo>
                    <a:cubicBezTo>
                      <a:pt x="1664" y="214"/>
                      <a:pt x="1664" y="214"/>
                      <a:pt x="1664" y="214"/>
                    </a:cubicBezTo>
                    <a:cubicBezTo>
                      <a:pt x="1654" y="221"/>
                      <a:pt x="1654" y="221"/>
                      <a:pt x="1654" y="221"/>
                    </a:cubicBezTo>
                    <a:cubicBezTo>
                      <a:pt x="1654" y="221"/>
                      <a:pt x="1654" y="221"/>
                      <a:pt x="1654" y="221"/>
                    </a:cubicBezTo>
                    <a:cubicBezTo>
                      <a:pt x="1645" y="229"/>
                      <a:pt x="1645" y="229"/>
                      <a:pt x="1645" y="229"/>
                    </a:cubicBezTo>
                    <a:cubicBezTo>
                      <a:pt x="1645" y="229"/>
                      <a:pt x="1645" y="229"/>
                      <a:pt x="1645" y="229"/>
                    </a:cubicBezTo>
                    <a:cubicBezTo>
                      <a:pt x="1636" y="234"/>
                      <a:pt x="1636" y="234"/>
                      <a:pt x="1636" y="234"/>
                    </a:cubicBezTo>
                    <a:cubicBezTo>
                      <a:pt x="1636" y="234"/>
                      <a:pt x="1636" y="234"/>
                      <a:pt x="1636" y="234"/>
                    </a:cubicBezTo>
                    <a:cubicBezTo>
                      <a:pt x="1624" y="240"/>
                      <a:pt x="1624" y="240"/>
                      <a:pt x="1624" y="240"/>
                    </a:cubicBezTo>
                    <a:cubicBezTo>
                      <a:pt x="1624" y="240"/>
                      <a:pt x="1624" y="240"/>
                      <a:pt x="1624" y="240"/>
                    </a:cubicBezTo>
                    <a:cubicBezTo>
                      <a:pt x="1613" y="244"/>
                      <a:pt x="1613" y="244"/>
                      <a:pt x="1613" y="244"/>
                    </a:cubicBezTo>
                    <a:cubicBezTo>
                      <a:pt x="1613" y="244"/>
                      <a:pt x="1613" y="244"/>
                      <a:pt x="1613" y="244"/>
                    </a:cubicBezTo>
                    <a:cubicBezTo>
                      <a:pt x="1602" y="248"/>
                      <a:pt x="1602" y="248"/>
                      <a:pt x="1602" y="248"/>
                    </a:cubicBezTo>
                    <a:cubicBezTo>
                      <a:pt x="1602" y="248"/>
                      <a:pt x="1602" y="248"/>
                      <a:pt x="1602" y="248"/>
                    </a:cubicBezTo>
                    <a:cubicBezTo>
                      <a:pt x="1590" y="251"/>
                      <a:pt x="1590" y="251"/>
                      <a:pt x="1590" y="251"/>
                    </a:cubicBezTo>
                    <a:cubicBezTo>
                      <a:pt x="1586" y="249"/>
                      <a:pt x="1586" y="249"/>
                      <a:pt x="1586" y="249"/>
                    </a:cubicBezTo>
                    <a:cubicBezTo>
                      <a:pt x="1606" y="141"/>
                      <a:pt x="1606" y="141"/>
                      <a:pt x="1606" y="141"/>
                    </a:cubicBezTo>
                    <a:cubicBezTo>
                      <a:pt x="1606" y="141"/>
                      <a:pt x="1606" y="141"/>
                      <a:pt x="1606" y="141"/>
                    </a:cubicBezTo>
                    <a:cubicBezTo>
                      <a:pt x="1606" y="138"/>
                      <a:pt x="1607" y="134"/>
                      <a:pt x="1607" y="131"/>
                    </a:cubicBezTo>
                    <a:cubicBezTo>
                      <a:pt x="1607" y="131"/>
                      <a:pt x="1607" y="131"/>
                      <a:pt x="1607" y="131"/>
                    </a:cubicBezTo>
                    <a:cubicBezTo>
                      <a:pt x="1605" y="123"/>
                      <a:pt x="1605" y="122"/>
                      <a:pt x="1601" y="114"/>
                    </a:cubicBezTo>
                    <a:cubicBezTo>
                      <a:pt x="1601" y="114"/>
                      <a:pt x="1601" y="114"/>
                      <a:pt x="1601" y="114"/>
                    </a:cubicBezTo>
                    <a:cubicBezTo>
                      <a:pt x="1599" y="112"/>
                      <a:pt x="1597" y="109"/>
                      <a:pt x="1595" y="106"/>
                    </a:cubicBezTo>
                    <a:cubicBezTo>
                      <a:pt x="1595" y="106"/>
                      <a:pt x="1595" y="106"/>
                      <a:pt x="1595" y="106"/>
                    </a:cubicBezTo>
                    <a:cubicBezTo>
                      <a:pt x="1588" y="100"/>
                      <a:pt x="1588" y="100"/>
                      <a:pt x="1588" y="100"/>
                    </a:cubicBezTo>
                    <a:cubicBezTo>
                      <a:pt x="1588" y="100"/>
                      <a:pt x="1588" y="100"/>
                      <a:pt x="1588" y="100"/>
                    </a:cubicBezTo>
                    <a:cubicBezTo>
                      <a:pt x="1580" y="94"/>
                      <a:pt x="1580" y="94"/>
                      <a:pt x="1580" y="94"/>
                    </a:cubicBezTo>
                    <a:cubicBezTo>
                      <a:pt x="1580" y="94"/>
                      <a:pt x="1580" y="94"/>
                      <a:pt x="1580" y="94"/>
                    </a:cubicBezTo>
                    <a:cubicBezTo>
                      <a:pt x="1571" y="87"/>
                      <a:pt x="1571" y="87"/>
                      <a:pt x="1571" y="87"/>
                    </a:cubicBezTo>
                    <a:cubicBezTo>
                      <a:pt x="1571" y="87"/>
                      <a:pt x="1571" y="87"/>
                      <a:pt x="1571" y="87"/>
                    </a:cubicBezTo>
                    <a:cubicBezTo>
                      <a:pt x="1564" y="81"/>
                      <a:pt x="1564" y="81"/>
                      <a:pt x="1564" y="81"/>
                    </a:cubicBezTo>
                    <a:cubicBezTo>
                      <a:pt x="1564" y="81"/>
                      <a:pt x="1564" y="81"/>
                      <a:pt x="1564" y="81"/>
                    </a:cubicBezTo>
                    <a:cubicBezTo>
                      <a:pt x="1562" y="81"/>
                      <a:pt x="1562" y="81"/>
                      <a:pt x="1562" y="81"/>
                    </a:cubicBezTo>
                    <a:cubicBezTo>
                      <a:pt x="1562" y="81"/>
                      <a:pt x="1562" y="81"/>
                      <a:pt x="1562" y="81"/>
                    </a:cubicBezTo>
                    <a:cubicBezTo>
                      <a:pt x="1560" y="81"/>
                      <a:pt x="1560" y="81"/>
                      <a:pt x="1560" y="81"/>
                    </a:cubicBezTo>
                    <a:cubicBezTo>
                      <a:pt x="1560" y="81"/>
                      <a:pt x="1560" y="81"/>
                      <a:pt x="1560" y="81"/>
                    </a:cubicBezTo>
                    <a:cubicBezTo>
                      <a:pt x="1558" y="80"/>
                      <a:pt x="1558" y="80"/>
                      <a:pt x="1558" y="80"/>
                    </a:cubicBezTo>
                    <a:cubicBezTo>
                      <a:pt x="1558" y="80"/>
                      <a:pt x="1558" y="80"/>
                      <a:pt x="1558" y="80"/>
                    </a:cubicBezTo>
                    <a:cubicBezTo>
                      <a:pt x="1557" y="79"/>
                      <a:pt x="1557" y="79"/>
                      <a:pt x="1557" y="79"/>
                    </a:cubicBezTo>
                    <a:cubicBezTo>
                      <a:pt x="1557" y="79"/>
                      <a:pt x="1557" y="79"/>
                      <a:pt x="1557" y="79"/>
                    </a:cubicBezTo>
                    <a:cubicBezTo>
                      <a:pt x="1554" y="80"/>
                      <a:pt x="1554" y="80"/>
                      <a:pt x="1551" y="80"/>
                    </a:cubicBezTo>
                    <a:cubicBezTo>
                      <a:pt x="1551" y="80"/>
                      <a:pt x="1551" y="80"/>
                      <a:pt x="1551" y="80"/>
                    </a:cubicBezTo>
                    <a:cubicBezTo>
                      <a:pt x="1551" y="80"/>
                      <a:pt x="1551" y="80"/>
                      <a:pt x="1551" y="80"/>
                    </a:cubicBezTo>
                    <a:cubicBezTo>
                      <a:pt x="1551" y="80"/>
                      <a:pt x="1551" y="80"/>
                      <a:pt x="1551" y="80"/>
                    </a:cubicBezTo>
                    <a:cubicBezTo>
                      <a:pt x="1550" y="82"/>
                      <a:pt x="1550" y="82"/>
                      <a:pt x="1550" y="82"/>
                    </a:cubicBezTo>
                    <a:cubicBezTo>
                      <a:pt x="1550" y="82"/>
                      <a:pt x="1550" y="82"/>
                      <a:pt x="1550" y="82"/>
                    </a:cubicBezTo>
                    <a:cubicBezTo>
                      <a:pt x="1556" y="90"/>
                      <a:pt x="1556" y="90"/>
                      <a:pt x="1556" y="90"/>
                    </a:cubicBezTo>
                    <a:cubicBezTo>
                      <a:pt x="1556" y="90"/>
                      <a:pt x="1556" y="90"/>
                      <a:pt x="1556" y="90"/>
                    </a:cubicBezTo>
                    <a:cubicBezTo>
                      <a:pt x="1560" y="99"/>
                      <a:pt x="1560" y="99"/>
                      <a:pt x="1560" y="99"/>
                    </a:cubicBezTo>
                    <a:cubicBezTo>
                      <a:pt x="1560" y="99"/>
                      <a:pt x="1560" y="99"/>
                      <a:pt x="1560" y="99"/>
                    </a:cubicBezTo>
                    <a:cubicBezTo>
                      <a:pt x="1562" y="107"/>
                      <a:pt x="1562" y="107"/>
                      <a:pt x="1562" y="107"/>
                    </a:cubicBezTo>
                    <a:cubicBezTo>
                      <a:pt x="1562" y="107"/>
                      <a:pt x="1562" y="107"/>
                      <a:pt x="1562" y="107"/>
                    </a:cubicBezTo>
                    <a:cubicBezTo>
                      <a:pt x="1565" y="114"/>
                      <a:pt x="1565" y="114"/>
                      <a:pt x="1565" y="114"/>
                    </a:cubicBezTo>
                    <a:cubicBezTo>
                      <a:pt x="1565" y="114"/>
                      <a:pt x="1565" y="114"/>
                      <a:pt x="1565" y="114"/>
                    </a:cubicBezTo>
                    <a:cubicBezTo>
                      <a:pt x="1566" y="120"/>
                      <a:pt x="1566" y="125"/>
                      <a:pt x="1567" y="130"/>
                    </a:cubicBezTo>
                    <a:cubicBezTo>
                      <a:pt x="1567" y="130"/>
                      <a:pt x="1567" y="130"/>
                      <a:pt x="1567" y="130"/>
                    </a:cubicBezTo>
                    <a:cubicBezTo>
                      <a:pt x="1571" y="145"/>
                      <a:pt x="1574" y="143"/>
                      <a:pt x="1572" y="160"/>
                    </a:cubicBezTo>
                    <a:cubicBezTo>
                      <a:pt x="1572" y="160"/>
                      <a:pt x="1572" y="160"/>
                      <a:pt x="1572" y="160"/>
                    </a:cubicBezTo>
                    <a:cubicBezTo>
                      <a:pt x="1572" y="175"/>
                      <a:pt x="1572" y="175"/>
                      <a:pt x="1572" y="175"/>
                    </a:cubicBezTo>
                    <a:cubicBezTo>
                      <a:pt x="1572" y="175"/>
                      <a:pt x="1572" y="175"/>
                      <a:pt x="1572" y="175"/>
                    </a:cubicBezTo>
                    <a:cubicBezTo>
                      <a:pt x="1572" y="190"/>
                      <a:pt x="1572" y="190"/>
                      <a:pt x="1572" y="190"/>
                    </a:cubicBezTo>
                    <a:cubicBezTo>
                      <a:pt x="1572" y="190"/>
                      <a:pt x="1572" y="190"/>
                      <a:pt x="1572" y="190"/>
                    </a:cubicBezTo>
                    <a:cubicBezTo>
                      <a:pt x="1574" y="205"/>
                      <a:pt x="1574" y="205"/>
                      <a:pt x="1574" y="205"/>
                    </a:cubicBezTo>
                    <a:cubicBezTo>
                      <a:pt x="1574" y="205"/>
                      <a:pt x="1574" y="205"/>
                      <a:pt x="1574" y="205"/>
                    </a:cubicBezTo>
                    <a:cubicBezTo>
                      <a:pt x="1572" y="220"/>
                      <a:pt x="1572" y="220"/>
                      <a:pt x="1572" y="220"/>
                    </a:cubicBezTo>
                    <a:cubicBezTo>
                      <a:pt x="1572" y="220"/>
                      <a:pt x="1572" y="220"/>
                      <a:pt x="1572" y="220"/>
                    </a:cubicBezTo>
                    <a:cubicBezTo>
                      <a:pt x="1570" y="234"/>
                      <a:pt x="1570" y="234"/>
                      <a:pt x="1570" y="234"/>
                    </a:cubicBezTo>
                    <a:cubicBezTo>
                      <a:pt x="1570" y="234"/>
                      <a:pt x="1570" y="234"/>
                      <a:pt x="1570" y="234"/>
                    </a:cubicBezTo>
                    <a:cubicBezTo>
                      <a:pt x="1565" y="248"/>
                      <a:pt x="1565" y="248"/>
                      <a:pt x="1565" y="248"/>
                    </a:cubicBezTo>
                    <a:cubicBezTo>
                      <a:pt x="1565" y="248"/>
                      <a:pt x="1565" y="248"/>
                      <a:pt x="1565" y="248"/>
                    </a:cubicBezTo>
                    <a:cubicBezTo>
                      <a:pt x="1558" y="259"/>
                      <a:pt x="1558" y="259"/>
                      <a:pt x="1558" y="259"/>
                    </a:cubicBezTo>
                    <a:cubicBezTo>
                      <a:pt x="1558" y="259"/>
                      <a:pt x="1558" y="259"/>
                      <a:pt x="1558" y="259"/>
                    </a:cubicBezTo>
                    <a:cubicBezTo>
                      <a:pt x="1511" y="269"/>
                      <a:pt x="1511" y="269"/>
                      <a:pt x="1511" y="269"/>
                    </a:cubicBezTo>
                    <a:cubicBezTo>
                      <a:pt x="1511" y="269"/>
                      <a:pt x="1511" y="269"/>
                      <a:pt x="1511" y="269"/>
                    </a:cubicBezTo>
                    <a:cubicBezTo>
                      <a:pt x="1469" y="282"/>
                      <a:pt x="1469" y="282"/>
                      <a:pt x="1469" y="282"/>
                    </a:cubicBezTo>
                    <a:cubicBezTo>
                      <a:pt x="1469" y="282"/>
                      <a:pt x="1469" y="282"/>
                      <a:pt x="1469" y="282"/>
                    </a:cubicBezTo>
                    <a:cubicBezTo>
                      <a:pt x="1455" y="286"/>
                      <a:pt x="1455" y="286"/>
                      <a:pt x="1455" y="286"/>
                    </a:cubicBezTo>
                    <a:cubicBezTo>
                      <a:pt x="1455" y="286"/>
                      <a:pt x="1455" y="286"/>
                      <a:pt x="1455" y="286"/>
                    </a:cubicBezTo>
                    <a:cubicBezTo>
                      <a:pt x="1442" y="290"/>
                      <a:pt x="1442" y="290"/>
                      <a:pt x="1442" y="290"/>
                    </a:cubicBezTo>
                    <a:cubicBezTo>
                      <a:pt x="1442" y="290"/>
                      <a:pt x="1442" y="290"/>
                      <a:pt x="1442" y="290"/>
                    </a:cubicBezTo>
                    <a:cubicBezTo>
                      <a:pt x="1427" y="295"/>
                      <a:pt x="1427" y="295"/>
                      <a:pt x="1427" y="295"/>
                    </a:cubicBezTo>
                    <a:cubicBezTo>
                      <a:pt x="1427" y="295"/>
                      <a:pt x="1427" y="295"/>
                      <a:pt x="1427" y="295"/>
                    </a:cubicBezTo>
                    <a:cubicBezTo>
                      <a:pt x="1415" y="299"/>
                      <a:pt x="1415" y="299"/>
                      <a:pt x="1415" y="299"/>
                    </a:cubicBezTo>
                    <a:cubicBezTo>
                      <a:pt x="1415" y="299"/>
                      <a:pt x="1415" y="299"/>
                      <a:pt x="1415" y="299"/>
                    </a:cubicBezTo>
                    <a:cubicBezTo>
                      <a:pt x="1401" y="305"/>
                      <a:pt x="1401" y="305"/>
                      <a:pt x="1401" y="305"/>
                    </a:cubicBezTo>
                    <a:cubicBezTo>
                      <a:pt x="1401" y="305"/>
                      <a:pt x="1401" y="305"/>
                      <a:pt x="1401" y="305"/>
                    </a:cubicBezTo>
                    <a:cubicBezTo>
                      <a:pt x="1387" y="310"/>
                      <a:pt x="1387" y="310"/>
                      <a:pt x="1387" y="310"/>
                    </a:cubicBezTo>
                    <a:cubicBezTo>
                      <a:pt x="1387" y="310"/>
                      <a:pt x="1387" y="310"/>
                      <a:pt x="1387" y="310"/>
                    </a:cubicBezTo>
                    <a:cubicBezTo>
                      <a:pt x="1374" y="313"/>
                      <a:pt x="1374" y="313"/>
                      <a:pt x="1374" y="313"/>
                    </a:cubicBezTo>
                    <a:cubicBezTo>
                      <a:pt x="1374" y="313"/>
                      <a:pt x="1374" y="313"/>
                      <a:pt x="1374" y="313"/>
                    </a:cubicBezTo>
                    <a:cubicBezTo>
                      <a:pt x="1361" y="316"/>
                      <a:pt x="1361" y="316"/>
                      <a:pt x="1361" y="316"/>
                    </a:cubicBezTo>
                    <a:cubicBezTo>
                      <a:pt x="1361" y="316"/>
                      <a:pt x="1361" y="316"/>
                      <a:pt x="1361" y="316"/>
                    </a:cubicBezTo>
                    <a:cubicBezTo>
                      <a:pt x="1393" y="337"/>
                      <a:pt x="1393" y="337"/>
                      <a:pt x="1393" y="337"/>
                    </a:cubicBezTo>
                    <a:cubicBezTo>
                      <a:pt x="1393" y="337"/>
                      <a:pt x="1393" y="337"/>
                      <a:pt x="1393" y="337"/>
                    </a:cubicBezTo>
                    <a:cubicBezTo>
                      <a:pt x="1396" y="338"/>
                      <a:pt x="1396" y="338"/>
                      <a:pt x="1396" y="338"/>
                    </a:cubicBezTo>
                    <a:cubicBezTo>
                      <a:pt x="1396" y="338"/>
                      <a:pt x="1396" y="338"/>
                      <a:pt x="1396" y="338"/>
                    </a:cubicBezTo>
                    <a:cubicBezTo>
                      <a:pt x="1400" y="338"/>
                      <a:pt x="1400" y="338"/>
                      <a:pt x="1400" y="338"/>
                    </a:cubicBezTo>
                    <a:cubicBezTo>
                      <a:pt x="1400" y="338"/>
                      <a:pt x="1400" y="338"/>
                      <a:pt x="1400" y="338"/>
                    </a:cubicBezTo>
                    <a:cubicBezTo>
                      <a:pt x="1403" y="338"/>
                      <a:pt x="1403" y="338"/>
                      <a:pt x="1403" y="338"/>
                    </a:cubicBezTo>
                    <a:cubicBezTo>
                      <a:pt x="1403" y="338"/>
                      <a:pt x="1403" y="338"/>
                      <a:pt x="1403" y="338"/>
                    </a:cubicBezTo>
                    <a:cubicBezTo>
                      <a:pt x="1407" y="338"/>
                      <a:pt x="1407" y="338"/>
                      <a:pt x="1407" y="338"/>
                    </a:cubicBezTo>
                    <a:cubicBezTo>
                      <a:pt x="1407" y="338"/>
                      <a:pt x="1407" y="338"/>
                      <a:pt x="1407" y="338"/>
                    </a:cubicBezTo>
                    <a:cubicBezTo>
                      <a:pt x="1411" y="337"/>
                      <a:pt x="1411" y="337"/>
                      <a:pt x="1411" y="337"/>
                    </a:cubicBezTo>
                    <a:cubicBezTo>
                      <a:pt x="1411" y="337"/>
                      <a:pt x="1411" y="337"/>
                      <a:pt x="1411" y="337"/>
                    </a:cubicBezTo>
                    <a:cubicBezTo>
                      <a:pt x="1415" y="335"/>
                      <a:pt x="1415" y="335"/>
                      <a:pt x="1415" y="335"/>
                    </a:cubicBezTo>
                    <a:cubicBezTo>
                      <a:pt x="1415" y="335"/>
                      <a:pt x="1415" y="335"/>
                      <a:pt x="1415" y="335"/>
                    </a:cubicBezTo>
                    <a:cubicBezTo>
                      <a:pt x="1417" y="333"/>
                      <a:pt x="1417" y="333"/>
                      <a:pt x="1417" y="333"/>
                    </a:cubicBezTo>
                    <a:cubicBezTo>
                      <a:pt x="1417" y="333"/>
                      <a:pt x="1417" y="333"/>
                      <a:pt x="1417" y="333"/>
                    </a:cubicBezTo>
                    <a:cubicBezTo>
                      <a:pt x="1420" y="330"/>
                      <a:pt x="1420" y="330"/>
                      <a:pt x="1420" y="330"/>
                    </a:cubicBezTo>
                    <a:cubicBezTo>
                      <a:pt x="1420" y="330"/>
                      <a:pt x="1420" y="330"/>
                      <a:pt x="1420" y="330"/>
                    </a:cubicBezTo>
                    <a:cubicBezTo>
                      <a:pt x="1450" y="315"/>
                      <a:pt x="1450" y="315"/>
                      <a:pt x="1450" y="315"/>
                    </a:cubicBezTo>
                    <a:cubicBezTo>
                      <a:pt x="1450" y="315"/>
                      <a:pt x="1450" y="315"/>
                      <a:pt x="1450" y="315"/>
                    </a:cubicBezTo>
                    <a:cubicBezTo>
                      <a:pt x="1463" y="310"/>
                      <a:pt x="1463" y="310"/>
                      <a:pt x="1463" y="310"/>
                    </a:cubicBezTo>
                    <a:cubicBezTo>
                      <a:pt x="1463" y="310"/>
                      <a:pt x="1463" y="310"/>
                      <a:pt x="1463" y="310"/>
                    </a:cubicBezTo>
                    <a:cubicBezTo>
                      <a:pt x="1476" y="305"/>
                      <a:pt x="1476" y="305"/>
                      <a:pt x="1476" y="305"/>
                    </a:cubicBezTo>
                    <a:cubicBezTo>
                      <a:pt x="1476" y="305"/>
                      <a:pt x="1476" y="305"/>
                      <a:pt x="1476" y="305"/>
                    </a:cubicBezTo>
                    <a:cubicBezTo>
                      <a:pt x="1489" y="299"/>
                      <a:pt x="1489" y="299"/>
                      <a:pt x="1489" y="299"/>
                    </a:cubicBezTo>
                    <a:cubicBezTo>
                      <a:pt x="1489" y="299"/>
                      <a:pt x="1489" y="299"/>
                      <a:pt x="1489" y="299"/>
                    </a:cubicBezTo>
                    <a:cubicBezTo>
                      <a:pt x="1503" y="292"/>
                      <a:pt x="1503" y="292"/>
                      <a:pt x="1503" y="292"/>
                    </a:cubicBezTo>
                    <a:cubicBezTo>
                      <a:pt x="1503" y="292"/>
                      <a:pt x="1503" y="292"/>
                      <a:pt x="1503" y="292"/>
                    </a:cubicBezTo>
                    <a:cubicBezTo>
                      <a:pt x="1516" y="287"/>
                      <a:pt x="1516" y="287"/>
                      <a:pt x="1516" y="287"/>
                    </a:cubicBezTo>
                    <a:cubicBezTo>
                      <a:pt x="1516" y="287"/>
                      <a:pt x="1516" y="287"/>
                      <a:pt x="1516" y="287"/>
                    </a:cubicBezTo>
                    <a:cubicBezTo>
                      <a:pt x="1528" y="282"/>
                      <a:pt x="1528" y="282"/>
                      <a:pt x="1528" y="282"/>
                    </a:cubicBezTo>
                    <a:cubicBezTo>
                      <a:pt x="1528" y="282"/>
                      <a:pt x="1528" y="282"/>
                      <a:pt x="1528" y="282"/>
                    </a:cubicBezTo>
                    <a:cubicBezTo>
                      <a:pt x="1542" y="279"/>
                      <a:pt x="1542" y="279"/>
                      <a:pt x="1542" y="279"/>
                    </a:cubicBezTo>
                    <a:cubicBezTo>
                      <a:pt x="1542" y="279"/>
                      <a:pt x="1542" y="279"/>
                      <a:pt x="1542" y="279"/>
                    </a:cubicBezTo>
                    <a:cubicBezTo>
                      <a:pt x="1556" y="277"/>
                      <a:pt x="1556" y="277"/>
                      <a:pt x="1556" y="277"/>
                    </a:cubicBezTo>
                    <a:cubicBezTo>
                      <a:pt x="1556" y="277"/>
                      <a:pt x="1556" y="277"/>
                      <a:pt x="1556" y="277"/>
                    </a:cubicBezTo>
                    <a:cubicBezTo>
                      <a:pt x="1556" y="279"/>
                      <a:pt x="1556" y="279"/>
                      <a:pt x="1556" y="279"/>
                    </a:cubicBezTo>
                    <a:cubicBezTo>
                      <a:pt x="1556" y="279"/>
                      <a:pt x="1556" y="279"/>
                      <a:pt x="1556" y="279"/>
                    </a:cubicBezTo>
                    <a:cubicBezTo>
                      <a:pt x="1557" y="280"/>
                      <a:pt x="1557" y="280"/>
                      <a:pt x="1557" y="280"/>
                    </a:cubicBezTo>
                    <a:cubicBezTo>
                      <a:pt x="1557" y="280"/>
                      <a:pt x="1557" y="280"/>
                      <a:pt x="1557" y="280"/>
                    </a:cubicBezTo>
                    <a:cubicBezTo>
                      <a:pt x="1557" y="282"/>
                      <a:pt x="1557" y="282"/>
                      <a:pt x="1557" y="282"/>
                    </a:cubicBezTo>
                    <a:cubicBezTo>
                      <a:pt x="1557" y="282"/>
                      <a:pt x="1557" y="282"/>
                      <a:pt x="1557" y="282"/>
                    </a:cubicBezTo>
                    <a:cubicBezTo>
                      <a:pt x="1558" y="282"/>
                      <a:pt x="1558" y="282"/>
                      <a:pt x="1558" y="282"/>
                    </a:cubicBezTo>
                    <a:cubicBezTo>
                      <a:pt x="1558" y="282"/>
                      <a:pt x="1558" y="282"/>
                      <a:pt x="1558" y="282"/>
                    </a:cubicBezTo>
                    <a:cubicBezTo>
                      <a:pt x="1558" y="284"/>
                      <a:pt x="1558" y="284"/>
                      <a:pt x="1558" y="284"/>
                    </a:cubicBezTo>
                    <a:cubicBezTo>
                      <a:pt x="1558" y="284"/>
                      <a:pt x="1558" y="284"/>
                      <a:pt x="1558" y="284"/>
                    </a:cubicBezTo>
                    <a:cubicBezTo>
                      <a:pt x="1558" y="284"/>
                      <a:pt x="1558" y="284"/>
                      <a:pt x="1558" y="284"/>
                    </a:cubicBezTo>
                    <a:cubicBezTo>
                      <a:pt x="1558" y="284"/>
                      <a:pt x="1558" y="284"/>
                      <a:pt x="1558" y="284"/>
                    </a:cubicBezTo>
                    <a:cubicBezTo>
                      <a:pt x="1558" y="286"/>
                      <a:pt x="1558" y="286"/>
                      <a:pt x="1558" y="286"/>
                    </a:cubicBezTo>
                    <a:cubicBezTo>
                      <a:pt x="1558" y="286"/>
                      <a:pt x="1558" y="286"/>
                      <a:pt x="1558" y="286"/>
                    </a:cubicBezTo>
                    <a:cubicBezTo>
                      <a:pt x="1559" y="286"/>
                      <a:pt x="1559" y="286"/>
                      <a:pt x="1559" y="286"/>
                    </a:cubicBezTo>
                    <a:cubicBezTo>
                      <a:pt x="1559" y="286"/>
                      <a:pt x="1559" y="286"/>
                      <a:pt x="1559" y="286"/>
                    </a:cubicBezTo>
                    <a:cubicBezTo>
                      <a:pt x="1552" y="301"/>
                      <a:pt x="1552" y="301"/>
                      <a:pt x="1552" y="301"/>
                    </a:cubicBezTo>
                    <a:cubicBezTo>
                      <a:pt x="1552" y="301"/>
                      <a:pt x="1552" y="301"/>
                      <a:pt x="1552" y="301"/>
                    </a:cubicBezTo>
                    <a:cubicBezTo>
                      <a:pt x="1547" y="314"/>
                      <a:pt x="1547" y="314"/>
                      <a:pt x="1547" y="314"/>
                    </a:cubicBezTo>
                    <a:cubicBezTo>
                      <a:pt x="1547" y="314"/>
                      <a:pt x="1547" y="314"/>
                      <a:pt x="1547" y="314"/>
                    </a:cubicBezTo>
                    <a:cubicBezTo>
                      <a:pt x="1540" y="328"/>
                      <a:pt x="1540" y="328"/>
                      <a:pt x="1540" y="328"/>
                    </a:cubicBezTo>
                    <a:cubicBezTo>
                      <a:pt x="1540" y="328"/>
                      <a:pt x="1540" y="328"/>
                      <a:pt x="1540" y="328"/>
                    </a:cubicBezTo>
                    <a:cubicBezTo>
                      <a:pt x="1533" y="339"/>
                      <a:pt x="1533" y="339"/>
                      <a:pt x="1533" y="339"/>
                    </a:cubicBezTo>
                    <a:cubicBezTo>
                      <a:pt x="1533" y="339"/>
                      <a:pt x="1533" y="339"/>
                      <a:pt x="1533" y="339"/>
                    </a:cubicBezTo>
                    <a:cubicBezTo>
                      <a:pt x="1523" y="351"/>
                      <a:pt x="1523" y="351"/>
                      <a:pt x="1523" y="351"/>
                    </a:cubicBezTo>
                    <a:cubicBezTo>
                      <a:pt x="1523" y="351"/>
                      <a:pt x="1523" y="351"/>
                      <a:pt x="1523" y="351"/>
                    </a:cubicBezTo>
                    <a:cubicBezTo>
                      <a:pt x="1514" y="361"/>
                      <a:pt x="1514" y="361"/>
                      <a:pt x="1514" y="361"/>
                    </a:cubicBezTo>
                    <a:cubicBezTo>
                      <a:pt x="1514" y="361"/>
                      <a:pt x="1514" y="361"/>
                      <a:pt x="1514" y="361"/>
                    </a:cubicBezTo>
                    <a:cubicBezTo>
                      <a:pt x="1502" y="370"/>
                      <a:pt x="1502" y="370"/>
                      <a:pt x="1502" y="370"/>
                    </a:cubicBezTo>
                    <a:cubicBezTo>
                      <a:pt x="1502" y="370"/>
                      <a:pt x="1502" y="370"/>
                      <a:pt x="1502" y="370"/>
                    </a:cubicBezTo>
                    <a:cubicBezTo>
                      <a:pt x="1490" y="378"/>
                      <a:pt x="1490" y="378"/>
                      <a:pt x="1490" y="378"/>
                    </a:cubicBezTo>
                    <a:cubicBezTo>
                      <a:pt x="1490" y="378"/>
                      <a:pt x="1490" y="378"/>
                      <a:pt x="1490" y="378"/>
                    </a:cubicBezTo>
                    <a:cubicBezTo>
                      <a:pt x="1484" y="382"/>
                      <a:pt x="1484" y="382"/>
                      <a:pt x="1484" y="382"/>
                    </a:cubicBezTo>
                    <a:cubicBezTo>
                      <a:pt x="1484" y="382"/>
                      <a:pt x="1484" y="382"/>
                      <a:pt x="1484" y="382"/>
                    </a:cubicBezTo>
                    <a:cubicBezTo>
                      <a:pt x="1478" y="386"/>
                      <a:pt x="1478" y="386"/>
                      <a:pt x="1478" y="386"/>
                    </a:cubicBezTo>
                    <a:cubicBezTo>
                      <a:pt x="1478" y="386"/>
                      <a:pt x="1478" y="386"/>
                      <a:pt x="1478" y="386"/>
                    </a:cubicBezTo>
                    <a:cubicBezTo>
                      <a:pt x="1470" y="389"/>
                      <a:pt x="1470" y="389"/>
                      <a:pt x="1470" y="389"/>
                    </a:cubicBezTo>
                    <a:cubicBezTo>
                      <a:pt x="1470" y="389"/>
                      <a:pt x="1470" y="389"/>
                      <a:pt x="1470" y="389"/>
                    </a:cubicBezTo>
                    <a:cubicBezTo>
                      <a:pt x="1463" y="391"/>
                      <a:pt x="1463" y="391"/>
                      <a:pt x="1463" y="391"/>
                    </a:cubicBezTo>
                    <a:cubicBezTo>
                      <a:pt x="1463" y="391"/>
                      <a:pt x="1463" y="391"/>
                      <a:pt x="1463" y="391"/>
                    </a:cubicBezTo>
                    <a:cubicBezTo>
                      <a:pt x="1456" y="395"/>
                      <a:pt x="1456" y="395"/>
                      <a:pt x="1456" y="395"/>
                    </a:cubicBezTo>
                    <a:cubicBezTo>
                      <a:pt x="1456" y="395"/>
                      <a:pt x="1456" y="395"/>
                      <a:pt x="1456" y="395"/>
                    </a:cubicBezTo>
                    <a:cubicBezTo>
                      <a:pt x="1449" y="397"/>
                      <a:pt x="1449" y="397"/>
                      <a:pt x="1449" y="397"/>
                    </a:cubicBezTo>
                    <a:cubicBezTo>
                      <a:pt x="1449" y="397"/>
                      <a:pt x="1449" y="397"/>
                      <a:pt x="1449" y="397"/>
                    </a:cubicBezTo>
                    <a:cubicBezTo>
                      <a:pt x="1444" y="401"/>
                      <a:pt x="1444" y="401"/>
                      <a:pt x="1444" y="401"/>
                    </a:cubicBezTo>
                    <a:cubicBezTo>
                      <a:pt x="1444" y="401"/>
                      <a:pt x="1444" y="401"/>
                      <a:pt x="1444" y="401"/>
                    </a:cubicBezTo>
                    <a:cubicBezTo>
                      <a:pt x="1442" y="406"/>
                      <a:pt x="1442" y="406"/>
                      <a:pt x="1442" y="406"/>
                    </a:cubicBezTo>
                    <a:lnTo>
                      <a:pt x="1446" y="406"/>
                    </a:lnTo>
                    <a:close/>
                    <a:moveTo>
                      <a:pt x="303" y="401"/>
                    </a:moveTo>
                    <a:cubicBezTo>
                      <a:pt x="312" y="401"/>
                      <a:pt x="312" y="401"/>
                      <a:pt x="312" y="401"/>
                    </a:cubicBezTo>
                    <a:cubicBezTo>
                      <a:pt x="312" y="401"/>
                      <a:pt x="312" y="401"/>
                      <a:pt x="312" y="401"/>
                    </a:cubicBezTo>
                    <a:cubicBezTo>
                      <a:pt x="313" y="401"/>
                      <a:pt x="313" y="401"/>
                      <a:pt x="313" y="401"/>
                    </a:cubicBezTo>
                    <a:cubicBezTo>
                      <a:pt x="313" y="401"/>
                      <a:pt x="313" y="401"/>
                      <a:pt x="313" y="401"/>
                    </a:cubicBezTo>
                    <a:cubicBezTo>
                      <a:pt x="315" y="399"/>
                      <a:pt x="315" y="399"/>
                      <a:pt x="315" y="399"/>
                    </a:cubicBezTo>
                    <a:cubicBezTo>
                      <a:pt x="315" y="399"/>
                      <a:pt x="315" y="399"/>
                      <a:pt x="315" y="399"/>
                    </a:cubicBezTo>
                    <a:cubicBezTo>
                      <a:pt x="317" y="398"/>
                      <a:pt x="317" y="398"/>
                      <a:pt x="317" y="398"/>
                    </a:cubicBezTo>
                    <a:cubicBezTo>
                      <a:pt x="317" y="398"/>
                      <a:pt x="317" y="398"/>
                      <a:pt x="317" y="398"/>
                    </a:cubicBezTo>
                    <a:cubicBezTo>
                      <a:pt x="319" y="396"/>
                      <a:pt x="319" y="396"/>
                      <a:pt x="319" y="396"/>
                    </a:cubicBezTo>
                    <a:cubicBezTo>
                      <a:pt x="319" y="396"/>
                      <a:pt x="319" y="396"/>
                      <a:pt x="319" y="396"/>
                    </a:cubicBezTo>
                    <a:cubicBezTo>
                      <a:pt x="320" y="396"/>
                      <a:pt x="320" y="396"/>
                      <a:pt x="320" y="396"/>
                    </a:cubicBezTo>
                    <a:cubicBezTo>
                      <a:pt x="320" y="396"/>
                      <a:pt x="320" y="396"/>
                      <a:pt x="320" y="396"/>
                    </a:cubicBezTo>
                    <a:cubicBezTo>
                      <a:pt x="323" y="394"/>
                      <a:pt x="323" y="394"/>
                      <a:pt x="323" y="394"/>
                    </a:cubicBezTo>
                    <a:cubicBezTo>
                      <a:pt x="323" y="394"/>
                      <a:pt x="323" y="394"/>
                      <a:pt x="323" y="394"/>
                    </a:cubicBezTo>
                    <a:cubicBezTo>
                      <a:pt x="324" y="393"/>
                      <a:pt x="324" y="393"/>
                      <a:pt x="324" y="393"/>
                    </a:cubicBezTo>
                    <a:cubicBezTo>
                      <a:pt x="324" y="393"/>
                      <a:pt x="324" y="393"/>
                      <a:pt x="324" y="393"/>
                    </a:cubicBezTo>
                    <a:cubicBezTo>
                      <a:pt x="328" y="391"/>
                      <a:pt x="328" y="391"/>
                      <a:pt x="328" y="391"/>
                    </a:cubicBezTo>
                    <a:cubicBezTo>
                      <a:pt x="328" y="391"/>
                      <a:pt x="328" y="391"/>
                      <a:pt x="328" y="391"/>
                    </a:cubicBezTo>
                    <a:cubicBezTo>
                      <a:pt x="327" y="390"/>
                      <a:pt x="327" y="390"/>
                      <a:pt x="327" y="390"/>
                    </a:cubicBezTo>
                    <a:cubicBezTo>
                      <a:pt x="327" y="390"/>
                      <a:pt x="327" y="390"/>
                      <a:pt x="327" y="390"/>
                    </a:cubicBezTo>
                    <a:cubicBezTo>
                      <a:pt x="327" y="388"/>
                      <a:pt x="327" y="388"/>
                      <a:pt x="327" y="388"/>
                    </a:cubicBezTo>
                    <a:cubicBezTo>
                      <a:pt x="327" y="388"/>
                      <a:pt x="327" y="388"/>
                      <a:pt x="327" y="388"/>
                    </a:cubicBezTo>
                    <a:cubicBezTo>
                      <a:pt x="327" y="387"/>
                      <a:pt x="327" y="387"/>
                      <a:pt x="327" y="387"/>
                    </a:cubicBezTo>
                    <a:cubicBezTo>
                      <a:pt x="327" y="387"/>
                      <a:pt x="327" y="387"/>
                      <a:pt x="327" y="387"/>
                    </a:cubicBezTo>
                    <a:cubicBezTo>
                      <a:pt x="327" y="385"/>
                      <a:pt x="327" y="385"/>
                      <a:pt x="327" y="385"/>
                    </a:cubicBezTo>
                    <a:cubicBezTo>
                      <a:pt x="327" y="385"/>
                      <a:pt x="327" y="385"/>
                      <a:pt x="327" y="385"/>
                    </a:cubicBezTo>
                    <a:cubicBezTo>
                      <a:pt x="326" y="384"/>
                      <a:pt x="326" y="384"/>
                      <a:pt x="326" y="384"/>
                    </a:cubicBezTo>
                    <a:cubicBezTo>
                      <a:pt x="326" y="384"/>
                      <a:pt x="326" y="384"/>
                      <a:pt x="326" y="384"/>
                    </a:cubicBezTo>
                    <a:cubicBezTo>
                      <a:pt x="326" y="383"/>
                      <a:pt x="326" y="383"/>
                      <a:pt x="326" y="383"/>
                    </a:cubicBezTo>
                    <a:cubicBezTo>
                      <a:pt x="326" y="383"/>
                      <a:pt x="326" y="383"/>
                      <a:pt x="326" y="383"/>
                    </a:cubicBezTo>
                    <a:cubicBezTo>
                      <a:pt x="324" y="382"/>
                      <a:pt x="324" y="382"/>
                      <a:pt x="324" y="382"/>
                    </a:cubicBezTo>
                    <a:cubicBezTo>
                      <a:pt x="324" y="382"/>
                      <a:pt x="324" y="382"/>
                      <a:pt x="324" y="382"/>
                    </a:cubicBezTo>
                    <a:cubicBezTo>
                      <a:pt x="324" y="381"/>
                      <a:pt x="324" y="381"/>
                      <a:pt x="324" y="381"/>
                    </a:cubicBezTo>
                    <a:cubicBezTo>
                      <a:pt x="324" y="381"/>
                      <a:pt x="324" y="381"/>
                      <a:pt x="324" y="381"/>
                    </a:cubicBezTo>
                    <a:cubicBezTo>
                      <a:pt x="320" y="377"/>
                      <a:pt x="320" y="377"/>
                      <a:pt x="320" y="377"/>
                    </a:cubicBezTo>
                    <a:cubicBezTo>
                      <a:pt x="320" y="377"/>
                      <a:pt x="320" y="377"/>
                      <a:pt x="320" y="377"/>
                    </a:cubicBezTo>
                    <a:cubicBezTo>
                      <a:pt x="316" y="372"/>
                      <a:pt x="316" y="372"/>
                      <a:pt x="316" y="372"/>
                    </a:cubicBezTo>
                    <a:cubicBezTo>
                      <a:pt x="316" y="372"/>
                      <a:pt x="316" y="372"/>
                      <a:pt x="316" y="372"/>
                    </a:cubicBezTo>
                    <a:cubicBezTo>
                      <a:pt x="311" y="368"/>
                      <a:pt x="311" y="368"/>
                      <a:pt x="311" y="368"/>
                    </a:cubicBezTo>
                    <a:cubicBezTo>
                      <a:pt x="311" y="368"/>
                      <a:pt x="311" y="368"/>
                      <a:pt x="311" y="368"/>
                    </a:cubicBezTo>
                    <a:cubicBezTo>
                      <a:pt x="305" y="364"/>
                      <a:pt x="305" y="364"/>
                      <a:pt x="305" y="364"/>
                    </a:cubicBezTo>
                    <a:cubicBezTo>
                      <a:pt x="305" y="364"/>
                      <a:pt x="305" y="364"/>
                      <a:pt x="305" y="364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293" y="357"/>
                      <a:pt x="293" y="357"/>
                      <a:pt x="293" y="357"/>
                    </a:cubicBezTo>
                    <a:cubicBezTo>
                      <a:pt x="293" y="357"/>
                      <a:pt x="293" y="357"/>
                      <a:pt x="293" y="357"/>
                    </a:cubicBezTo>
                    <a:cubicBezTo>
                      <a:pt x="286" y="354"/>
                      <a:pt x="286" y="354"/>
                      <a:pt x="286" y="354"/>
                    </a:cubicBezTo>
                    <a:cubicBezTo>
                      <a:pt x="286" y="354"/>
                      <a:pt x="286" y="354"/>
                      <a:pt x="286" y="354"/>
                    </a:cubicBezTo>
                    <a:cubicBezTo>
                      <a:pt x="281" y="352"/>
                      <a:pt x="281" y="352"/>
                      <a:pt x="281" y="352"/>
                    </a:cubicBezTo>
                    <a:cubicBezTo>
                      <a:pt x="281" y="352"/>
                      <a:pt x="281" y="352"/>
                      <a:pt x="281" y="352"/>
                    </a:cubicBezTo>
                    <a:cubicBezTo>
                      <a:pt x="279" y="353"/>
                      <a:pt x="279" y="353"/>
                      <a:pt x="279" y="353"/>
                    </a:cubicBezTo>
                    <a:cubicBezTo>
                      <a:pt x="279" y="353"/>
                      <a:pt x="279" y="353"/>
                      <a:pt x="279" y="353"/>
                    </a:cubicBezTo>
                    <a:cubicBezTo>
                      <a:pt x="278" y="353"/>
                      <a:pt x="278" y="353"/>
                      <a:pt x="278" y="353"/>
                    </a:cubicBezTo>
                    <a:cubicBezTo>
                      <a:pt x="278" y="353"/>
                      <a:pt x="278" y="353"/>
                      <a:pt x="278" y="353"/>
                    </a:cubicBezTo>
                    <a:cubicBezTo>
                      <a:pt x="277" y="354"/>
                      <a:pt x="277" y="354"/>
                      <a:pt x="277" y="354"/>
                    </a:cubicBezTo>
                    <a:cubicBezTo>
                      <a:pt x="277" y="354"/>
                      <a:pt x="277" y="354"/>
                      <a:pt x="277" y="354"/>
                    </a:cubicBezTo>
                    <a:cubicBezTo>
                      <a:pt x="276" y="354"/>
                      <a:pt x="276" y="354"/>
                      <a:pt x="276" y="354"/>
                    </a:cubicBezTo>
                    <a:cubicBezTo>
                      <a:pt x="276" y="354"/>
                      <a:pt x="276" y="354"/>
                      <a:pt x="276" y="354"/>
                    </a:cubicBezTo>
                    <a:cubicBezTo>
                      <a:pt x="275" y="355"/>
                      <a:pt x="275" y="355"/>
                      <a:pt x="275" y="355"/>
                    </a:cubicBezTo>
                    <a:cubicBezTo>
                      <a:pt x="275" y="355"/>
                      <a:pt x="275" y="355"/>
                      <a:pt x="275" y="355"/>
                    </a:cubicBezTo>
                    <a:cubicBezTo>
                      <a:pt x="275" y="355"/>
                      <a:pt x="275" y="355"/>
                      <a:pt x="275" y="355"/>
                    </a:cubicBezTo>
                    <a:cubicBezTo>
                      <a:pt x="275" y="355"/>
                      <a:pt x="275" y="355"/>
                      <a:pt x="275" y="355"/>
                    </a:cubicBezTo>
                    <a:cubicBezTo>
                      <a:pt x="275" y="356"/>
                      <a:pt x="275" y="356"/>
                      <a:pt x="275" y="356"/>
                    </a:cubicBezTo>
                    <a:cubicBezTo>
                      <a:pt x="275" y="356"/>
                      <a:pt x="275" y="356"/>
                      <a:pt x="275" y="356"/>
                    </a:cubicBezTo>
                    <a:cubicBezTo>
                      <a:pt x="275" y="356"/>
                      <a:pt x="275" y="356"/>
                      <a:pt x="275" y="356"/>
                    </a:cubicBezTo>
                    <a:cubicBezTo>
                      <a:pt x="275" y="356"/>
                      <a:pt x="275" y="356"/>
                      <a:pt x="275" y="356"/>
                    </a:cubicBezTo>
                    <a:cubicBezTo>
                      <a:pt x="279" y="360"/>
                      <a:pt x="279" y="360"/>
                      <a:pt x="279" y="360"/>
                    </a:cubicBezTo>
                    <a:cubicBezTo>
                      <a:pt x="279" y="360"/>
                      <a:pt x="279" y="360"/>
                      <a:pt x="279" y="360"/>
                    </a:cubicBezTo>
                    <a:cubicBezTo>
                      <a:pt x="284" y="364"/>
                      <a:pt x="284" y="364"/>
                      <a:pt x="284" y="364"/>
                    </a:cubicBezTo>
                    <a:cubicBezTo>
                      <a:pt x="284" y="364"/>
                      <a:pt x="284" y="364"/>
                      <a:pt x="284" y="364"/>
                    </a:cubicBezTo>
                    <a:cubicBezTo>
                      <a:pt x="288" y="369"/>
                      <a:pt x="288" y="369"/>
                      <a:pt x="288" y="369"/>
                    </a:cubicBezTo>
                    <a:cubicBezTo>
                      <a:pt x="288" y="369"/>
                      <a:pt x="288" y="369"/>
                      <a:pt x="288" y="369"/>
                    </a:cubicBezTo>
                    <a:cubicBezTo>
                      <a:pt x="291" y="374"/>
                      <a:pt x="291" y="374"/>
                      <a:pt x="291" y="374"/>
                    </a:cubicBezTo>
                    <a:cubicBezTo>
                      <a:pt x="291" y="374"/>
                      <a:pt x="291" y="374"/>
                      <a:pt x="291" y="374"/>
                    </a:cubicBezTo>
                    <a:cubicBezTo>
                      <a:pt x="292" y="380"/>
                      <a:pt x="292" y="380"/>
                      <a:pt x="292" y="380"/>
                    </a:cubicBezTo>
                    <a:cubicBezTo>
                      <a:pt x="292" y="380"/>
                      <a:pt x="292" y="380"/>
                      <a:pt x="292" y="380"/>
                    </a:cubicBezTo>
                    <a:cubicBezTo>
                      <a:pt x="294" y="384"/>
                      <a:pt x="294" y="384"/>
                      <a:pt x="294" y="384"/>
                    </a:cubicBezTo>
                    <a:cubicBezTo>
                      <a:pt x="294" y="384"/>
                      <a:pt x="294" y="384"/>
                      <a:pt x="294" y="384"/>
                    </a:cubicBezTo>
                    <a:cubicBezTo>
                      <a:pt x="294" y="390"/>
                      <a:pt x="294" y="390"/>
                      <a:pt x="294" y="390"/>
                    </a:cubicBezTo>
                    <a:cubicBezTo>
                      <a:pt x="294" y="390"/>
                      <a:pt x="294" y="390"/>
                      <a:pt x="294" y="390"/>
                    </a:cubicBezTo>
                    <a:cubicBezTo>
                      <a:pt x="295" y="395"/>
                      <a:pt x="295" y="395"/>
                      <a:pt x="295" y="395"/>
                    </a:cubicBezTo>
                    <a:cubicBezTo>
                      <a:pt x="295" y="395"/>
                      <a:pt x="295" y="395"/>
                      <a:pt x="295" y="395"/>
                    </a:cubicBezTo>
                    <a:cubicBezTo>
                      <a:pt x="295" y="396"/>
                      <a:pt x="295" y="396"/>
                      <a:pt x="295" y="396"/>
                    </a:cubicBezTo>
                    <a:cubicBezTo>
                      <a:pt x="295" y="396"/>
                      <a:pt x="295" y="396"/>
                      <a:pt x="295" y="396"/>
                    </a:cubicBezTo>
                    <a:cubicBezTo>
                      <a:pt x="296" y="397"/>
                      <a:pt x="296" y="397"/>
                      <a:pt x="296" y="397"/>
                    </a:cubicBezTo>
                    <a:cubicBezTo>
                      <a:pt x="296" y="397"/>
                      <a:pt x="296" y="397"/>
                      <a:pt x="296" y="397"/>
                    </a:cubicBezTo>
                    <a:cubicBezTo>
                      <a:pt x="297" y="398"/>
                      <a:pt x="297" y="398"/>
                      <a:pt x="297" y="398"/>
                    </a:cubicBezTo>
                    <a:cubicBezTo>
                      <a:pt x="297" y="398"/>
                      <a:pt x="297" y="398"/>
                      <a:pt x="297" y="398"/>
                    </a:cubicBezTo>
                    <a:cubicBezTo>
                      <a:pt x="298" y="399"/>
                      <a:pt x="298" y="399"/>
                      <a:pt x="298" y="399"/>
                    </a:cubicBezTo>
                    <a:cubicBezTo>
                      <a:pt x="298" y="399"/>
                      <a:pt x="298" y="399"/>
                      <a:pt x="298" y="399"/>
                    </a:cubicBezTo>
                    <a:cubicBezTo>
                      <a:pt x="298" y="400"/>
                      <a:pt x="298" y="400"/>
                      <a:pt x="298" y="400"/>
                    </a:cubicBezTo>
                    <a:cubicBezTo>
                      <a:pt x="298" y="400"/>
                      <a:pt x="298" y="400"/>
                      <a:pt x="298" y="400"/>
                    </a:cubicBezTo>
                    <a:cubicBezTo>
                      <a:pt x="300" y="401"/>
                      <a:pt x="300" y="401"/>
                      <a:pt x="300" y="401"/>
                    </a:cubicBezTo>
                    <a:cubicBezTo>
                      <a:pt x="300" y="401"/>
                      <a:pt x="300" y="401"/>
                      <a:pt x="300" y="401"/>
                    </a:cubicBezTo>
                    <a:cubicBezTo>
                      <a:pt x="301" y="401"/>
                      <a:pt x="301" y="401"/>
                      <a:pt x="301" y="401"/>
                    </a:cubicBezTo>
                    <a:cubicBezTo>
                      <a:pt x="301" y="401"/>
                      <a:pt x="301" y="401"/>
                      <a:pt x="301" y="401"/>
                    </a:cubicBezTo>
                    <a:cubicBezTo>
                      <a:pt x="303" y="401"/>
                      <a:pt x="303" y="401"/>
                      <a:pt x="303" y="401"/>
                    </a:cubicBezTo>
                    <a:close/>
                    <a:moveTo>
                      <a:pt x="1278" y="393"/>
                    </a:moveTo>
                    <a:cubicBezTo>
                      <a:pt x="1278" y="392"/>
                      <a:pt x="1278" y="392"/>
                      <a:pt x="1278" y="392"/>
                    </a:cubicBezTo>
                    <a:cubicBezTo>
                      <a:pt x="1278" y="392"/>
                      <a:pt x="1278" y="392"/>
                      <a:pt x="1278" y="392"/>
                    </a:cubicBezTo>
                    <a:cubicBezTo>
                      <a:pt x="1278" y="391"/>
                      <a:pt x="1278" y="391"/>
                      <a:pt x="1278" y="391"/>
                    </a:cubicBezTo>
                    <a:cubicBezTo>
                      <a:pt x="1278" y="391"/>
                      <a:pt x="1278" y="391"/>
                      <a:pt x="1278" y="391"/>
                    </a:cubicBezTo>
                    <a:cubicBezTo>
                      <a:pt x="1279" y="391"/>
                      <a:pt x="1279" y="391"/>
                      <a:pt x="1279" y="391"/>
                    </a:cubicBezTo>
                    <a:cubicBezTo>
                      <a:pt x="1279" y="391"/>
                      <a:pt x="1279" y="391"/>
                      <a:pt x="1279" y="391"/>
                    </a:cubicBezTo>
                    <a:cubicBezTo>
                      <a:pt x="1281" y="390"/>
                      <a:pt x="1281" y="390"/>
                      <a:pt x="1281" y="390"/>
                    </a:cubicBezTo>
                    <a:cubicBezTo>
                      <a:pt x="1281" y="390"/>
                      <a:pt x="1281" y="390"/>
                      <a:pt x="1281" y="390"/>
                    </a:cubicBezTo>
                    <a:cubicBezTo>
                      <a:pt x="1281" y="390"/>
                      <a:pt x="1281" y="390"/>
                      <a:pt x="1281" y="390"/>
                    </a:cubicBezTo>
                    <a:cubicBezTo>
                      <a:pt x="1281" y="390"/>
                      <a:pt x="1281" y="390"/>
                      <a:pt x="1281" y="390"/>
                    </a:cubicBezTo>
                    <a:cubicBezTo>
                      <a:pt x="1283" y="389"/>
                      <a:pt x="1283" y="389"/>
                      <a:pt x="1283" y="389"/>
                    </a:cubicBezTo>
                    <a:cubicBezTo>
                      <a:pt x="1283" y="389"/>
                      <a:pt x="1283" y="389"/>
                      <a:pt x="1283" y="389"/>
                    </a:cubicBezTo>
                    <a:cubicBezTo>
                      <a:pt x="1283" y="389"/>
                      <a:pt x="1283" y="389"/>
                      <a:pt x="1283" y="389"/>
                    </a:cubicBezTo>
                    <a:cubicBezTo>
                      <a:pt x="1283" y="389"/>
                      <a:pt x="1283" y="389"/>
                      <a:pt x="1283" y="389"/>
                    </a:cubicBezTo>
                    <a:cubicBezTo>
                      <a:pt x="1285" y="388"/>
                      <a:pt x="1285" y="388"/>
                      <a:pt x="1285" y="388"/>
                    </a:cubicBezTo>
                    <a:cubicBezTo>
                      <a:pt x="1285" y="388"/>
                      <a:pt x="1285" y="388"/>
                      <a:pt x="1285" y="388"/>
                    </a:cubicBezTo>
                    <a:cubicBezTo>
                      <a:pt x="1286" y="387"/>
                      <a:pt x="1286" y="387"/>
                      <a:pt x="1286" y="387"/>
                    </a:cubicBezTo>
                    <a:cubicBezTo>
                      <a:pt x="1286" y="387"/>
                      <a:pt x="1286" y="387"/>
                      <a:pt x="1286" y="387"/>
                    </a:cubicBezTo>
                    <a:cubicBezTo>
                      <a:pt x="1289" y="384"/>
                      <a:pt x="1289" y="384"/>
                      <a:pt x="1289" y="384"/>
                    </a:cubicBezTo>
                    <a:cubicBezTo>
                      <a:pt x="1289" y="384"/>
                      <a:pt x="1289" y="384"/>
                      <a:pt x="1289" y="384"/>
                    </a:cubicBezTo>
                    <a:cubicBezTo>
                      <a:pt x="1290" y="382"/>
                      <a:pt x="1290" y="382"/>
                      <a:pt x="1290" y="382"/>
                    </a:cubicBezTo>
                    <a:cubicBezTo>
                      <a:pt x="1290" y="382"/>
                      <a:pt x="1290" y="382"/>
                      <a:pt x="1290" y="382"/>
                    </a:cubicBezTo>
                    <a:cubicBezTo>
                      <a:pt x="1291" y="380"/>
                      <a:pt x="1291" y="380"/>
                      <a:pt x="1291" y="380"/>
                    </a:cubicBezTo>
                    <a:cubicBezTo>
                      <a:pt x="1291" y="380"/>
                      <a:pt x="1291" y="380"/>
                      <a:pt x="1291" y="380"/>
                    </a:cubicBezTo>
                    <a:cubicBezTo>
                      <a:pt x="1291" y="377"/>
                      <a:pt x="1291" y="377"/>
                      <a:pt x="1291" y="377"/>
                    </a:cubicBezTo>
                    <a:cubicBezTo>
                      <a:pt x="1291" y="377"/>
                      <a:pt x="1291" y="377"/>
                      <a:pt x="1291" y="377"/>
                    </a:cubicBezTo>
                    <a:cubicBezTo>
                      <a:pt x="1291" y="374"/>
                      <a:pt x="1291" y="374"/>
                      <a:pt x="1291" y="374"/>
                    </a:cubicBezTo>
                    <a:cubicBezTo>
                      <a:pt x="1291" y="374"/>
                      <a:pt x="1291" y="374"/>
                      <a:pt x="1291" y="374"/>
                    </a:cubicBezTo>
                    <a:cubicBezTo>
                      <a:pt x="1291" y="371"/>
                      <a:pt x="1291" y="371"/>
                      <a:pt x="1291" y="371"/>
                    </a:cubicBezTo>
                    <a:cubicBezTo>
                      <a:pt x="1291" y="371"/>
                      <a:pt x="1291" y="371"/>
                      <a:pt x="1291" y="371"/>
                    </a:cubicBezTo>
                    <a:cubicBezTo>
                      <a:pt x="1291" y="368"/>
                      <a:pt x="1291" y="368"/>
                      <a:pt x="1291" y="368"/>
                    </a:cubicBezTo>
                    <a:cubicBezTo>
                      <a:pt x="1291" y="368"/>
                      <a:pt x="1291" y="368"/>
                      <a:pt x="1291" y="368"/>
                    </a:cubicBezTo>
                    <a:cubicBezTo>
                      <a:pt x="1289" y="367"/>
                      <a:pt x="1289" y="367"/>
                      <a:pt x="1289" y="367"/>
                    </a:cubicBezTo>
                    <a:cubicBezTo>
                      <a:pt x="1289" y="367"/>
                      <a:pt x="1289" y="367"/>
                      <a:pt x="1289" y="367"/>
                    </a:cubicBezTo>
                    <a:cubicBezTo>
                      <a:pt x="1287" y="364"/>
                      <a:pt x="1287" y="364"/>
                      <a:pt x="1287" y="364"/>
                    </a:cubicBezTo>
                    <a:cubicBezTo>
                      <a:pt x="1287" y="364"/>
                      <a:pt x="1287" y="364"/>
                      <a:pt x="1287" y="364"/>
                    </a:cubicBezTo>
                    <a:cubicBezTo>
                      <a:pt x="1285" y="362"/>
                      <a:pt x="1285" y="362"/>
                      <a:pt x="1285" y="362"/>
                    </a:cubicBezTo>
                    <a:cubicBezTo>
                      <a:pt x="1285" y="362"/>
                      <a:pt x="1285" y="362"/>
                      <a:pt x="1285" y="362"/>
                    </a:cubicBezTo>
                    <a:cubicBezTo>
                      <a:pt x="1284" y="359"/>
                      <a:pt x="1284" y="359"/>
                      <a:pt x="1284" y="359"/>
                    </a:cubicBezTo>
                    <a:cubicBezTo>
                      <a:pt x="1284" y="359"/>
                      <a:pt x="1284" y="359"/>
                      <a:pt x="1284" y="359"/>
                    </a:cubicBezTo>
                    <a:cubicBezTo>
                      <a:pt x="1281" y="358"/>
                      <a:pt x="1281" y="358"/>
                      <a:pt x="1281" y="358"/>
                    </a:cubicBezTo>
                    <a:cubicBezTo>
                      <a:pt x="1281" y="358"/>
                      <a:pt x="1281" y="358"/>
                      <a:pt x="1281" y="358"/>
                    </a:cubicBezTo>
                    <a:cubicBezTo>
                      <a:pt x="1279" y="356"/>
                      <a:pt x="1279" y="356"/>
                      <a:pt x="1279" y="356"/>
                    </a:cubicBezTo>
                    <a:cubicBezTo>
                      <a:pt x="1279" y="356"/>
                      <a:pt x="1279" y="356"/>
                      <a:pt x="1279" y="356"/>
                    </a:cubicBezTo>
                    <a:cubicBezTo>
                      <a:pt x="1277" y="355"/>
                      <a:pt x="1277" y="355"/>
                      <a:pt x="1277" y="355"/>
                    </a:cubicBezTo>
                    <a:cubicBezTo>
                      <a:pt x="1277" y="355"/>
                      <a:pt x="1277" y="355"/>
                      <a:pt x="1277" y="355"/>
                    </a:cubicBezTo>
                    <a:cubicBezTo>
                      <a:pt x="1275" y="353"/>
                      <a:pt x="1275" y="353"/>
                      <a:pt x="1275" y="353"/>
                    </a:cubicBezTo>
                    <a:cubicBezTo>
                      <a:pt x="1275" y="353"/>
                      <a:pt x="1275" y="353"/>
                      <a:pt x="1275" y="353"/>
                    </a:cubicBezTo>
                    <a:cubicBezTo>
                      <a:pt x="1269" y="353"/>
                      <a:pt x="1269" y="353"/>
                      <a:pt x="1269" y="353"/>
                    </a:cubicBezTo>
                    <a:cubicBezTo>
                      <a:pt x="1269" y="353"/>
                      <a:pt x="1269" y="353"/>
                      <a:pt x="1269" y="353"/>
                    </a:cubicBezTo>
                    <a:cubicBezTo>
                      <a:pt x="1265" y="353"/>
                      <a:pt x="1265" y="353"/>
                      <a:pt x="1265" y="353"/>
                    </a:cubicBezTo>
                    <a:cubicBezTo>
                      <a:pt x="1265" y="353"/>
                      <a:pt x="1265" y="353"/>
                      <a:pt x="1265" y="353"/>
                    </a:cubicBezTo>
                    <a:cubicBezTo>
                      <a:pt x="1260" y="352"/>
                      <a:pt x="1260" y="352"/>
                      <a:pt x="1260" y="352"/>
                    </a:cubicBezTo>
                    <a:cubicBezTo>
                      <a:pt x="1260" y="352"/>
                      <a:pt x="1260" y="352"/>
                      <a:pt x="1260" y="352"/>
                    </a:cubicBezTo>
                    <a:cubicBezTo>
                      <a:pt x="1256" y="351"/>
                      <a:pt x="1256" y="351"/>
                      <a:pt x="1256" y="351"/>
                    </a:cubicBezTo>
                    <a:cubicBezTo>
                      <a:pt x="1256" y="351"/>
                      <a:pt x="1256" y="351"/>
                      <a:pt x="1256" y="351"/>
                    </a:cubicBezTo>
                    <a:cubicBezTo>
                      <a:pt x="1251" y="352"/>
                      <a:pt x="1251" y="352"/>
                      <a:pt x="1251" y="352"/>
                    </a:cubicBezTo>
                    <a:cubicBezTo>
                      <a:pt x="1251" y="352"/>
                      <a:pt x="1251" y="352"/>
                      <a:pt x="1251" y="352"/>
                    </a:cubicBezTo>
                    <a:cubicBezTo>
                      <a:pt x="1248" y="352"/>
                      <a:pt x="1248" y="352"/>
                      <a:pt x="1248" y="352"/>
                    </a:cubicBezTo>
                    <a:cubicBezTo>
                      <a:pt x="1248" y="352"/>
                      <a:pt x="1248" y="352"/>
                      <a:pt x="1248" y="352"/>
                    </a:cubicBezTo>
                    <a:cubicBezTo>
                      <a:pt x="1242" y="353"/>
                      <a:pt x="1242" y="353"/>
                      <a:pt x="1242" y="353"/>
                    </a:cubicBezTo>
                    <a:cubicBezTo>
                      <a:pt x="1242" y="353"/>
                      <a:pt x="1242" y="353"/>
                      <a:pt x="1242" y="353"/>
                    </a:cubicBezTo>
                    <a:cubicBezTo>
                      <a:pt x="1239" y="353"/>
                      <a:pt x="1239" y="353"/>
                      <a:pt x="1239" y="353"/>
                    </a:cubicBezTo>
                    <a:cubicBezTo>
                      <a:pt x="1239" y="353"/>
                      <a:pt x="1239" y="353"/>
                      <a:pt x="1239" y="353"/>
                    </a:cubicBezTo>
                    <a:cubicBezTo>
                      <a:pt x="1239" y="359"/>
                      <a:pt x="1239" y="359"/>
                      <a:pt x="1239" y="359"/>
                    </a:cubicBezTo>
                    <a:cubicBezTo>
                      <a:pt x="1239" y="359"/>
                      <a:pt x="1239" y="359"/>
                      <a:pt x="1239" y="359"/>
                    </a:cubicBezTo>
                    <a:cubicBezTo>
                      <a:pt x="1244" y="363"/>
                      <a:pt x="1244" y="363"/>
                      <a:pt x="1244" y="363"/>
                    </a:cubicBezTo>
                    <a:cubicBezTo>
                      <a:pt x="1244" y="363"/>
                      <a:pt x="1244" y="363"/>
                      <a:pt x="1244" y="363"/>
                    </a:cubicBezTo>
                    <a:cubicBezTo>
                      <a:pt x="1251" y="366"/>
                      <a:pt x="1251" y="366"/>
                      <a:pt x="1251" y="366"/>
                    </a:cubicBezTo>
                    <a:cubicBezTo>
                      <a:pt x="1251" y="366"/>
                      <a:pt x="1251" y="366"/>
                      <a:pt x="1251" y="366"/>
                    </a:cubicBezTo>
                    <a:cubicBezTo>
                      <a:pt x="1256" y="369"/>
                      <a:pt x="1256" y="369"/>
                      <a:pt x="1256" y="369"/>
                    </a:cubicBezTo>
                    <a:cubicBezTo>
                      <a:pt x="1256" y="369"/>
                      <a:pt x="1256" y="369"/>
                      <a:pt x="1256" y="369"/>
                    </a:cubicBezTo>
                    <a:cubicBezTo>
                      <a:pt x="1261" y="373"/>
                      <a:pt x="1261" y="373"/>
                      <a:pt x="1261" y="373"/>
                    </a:cubicBezTo>
                    <a:cubicBezTo>
                      <a:pt x="1261" y="373"/>
                      <a:pt x="1261" y="373"/>
                      <a:pt x="1261" y="373"/>
                    </a:cubicBezTo>
                    <a:cubicBezTo>
                      <a:pt x="1265" y="378"/>
                      <a:pt x="1265" y="378"/>
                      <a:pt x="1265" y="378"/>
                    </a:cubicBezTo>
                    <a:cubicBezTo>
                      <a:pt x="1265" y="378"/>
                      <a:pt x="1265" y="378"/>
                      <a:pt x="1265" y="378"/>
                    </a:cubicBezTo>
                    <a:cubicBezTo>
                      <a:pt x="1269" y="382"/>
                      <a:pt x="1269" y="382"/>
                      <a:pt x="1269" y="382"/>
                    </a:cubicBezTo>
                    <a:cubicBezTo>
                      <a:pt x="1269" y="382"/>
                      <a:pt x="1269" y="382"/>
                      <a:pt x="1269" y="382"/>
                    </a:cubicBezTo>
                    <a:cubicBezTo>
                      <a:pt x="1274" y="388"/>
                      <a:pt x="1274" y="388"/>
                      <a:pt x="1274" y="388"/>
                    </a:cubicBezTo>
                    <a:cubicBezTo>
                      <a:pt x="1274" y="388"/>
                      <a:pt x="1274" y="388"/>
                      <a:pt x="1274" y="388"/>
                    </a:cubicBezTo>
                    <a:cubicBezTo>
                      <a:pt x="1278" y="393"/>
                      <a:pt x="1278" y="393"/>
                      <a:pt x="1278" y="393"/>
                    </a:cubicBezTo>
                    <a:close/>
                    <a:moveTo>
                      <a:pt x="1179" y="386"/>
                    </a:moveTo>
                    <a:cubicBezTo>
                      <a:pt x="1179" y="386"/>
                      <a:pt x="1179" y="386"/>
                      <a:pt x="1179" y="386"/>
                    </a:cubicBezTo>
                    <a:cubicBezTo>
                      <a:pt x="1179" y="386"/>
                      <a:pt x="1179" y="386"/>
                      <a:pt x="1179" y="386"/>
                    </a:cubicBezTo>
                    <a:cubicBezTo>
                      <a:pt x="1181" y="386"/>
                      <a:pt x="1181" y="386"/>
                      <a:pt x="1181" y="386"/>
                    </a:cubicBezTo>
                    <a:cubicBezTo>
                      <a:pt x="1181" y="386"/>
                      <a:pt x="1181" y="386"/>
                      <a:pt x="1181" y="386"/>
                    </a:cubicBezTo>
                    <a:cubicBezTo>
                      <a:pt x="1182" y="386"/>
                      <a:pt x="1182" y="386"/>
                      <a:pt x="1182" y="386"/>
                    </a:cubicBezTo>
                    <a:cubicBezTo>
                      <a:pt x="1182" y="386"/>
                      <a:pt x="1182" y="386"/>
                      <a:pt x="1182" y="386"/>
                    </a:cubicBezTo>
                    <a:cubicBezTo>
                      <a:pt x="1184" y="385"/>
                      <a:pt x="1184" y="385"/>
                      <a:pt x="1184" y="385"/>
                    </a:cubicBezTo>
                    <a:cubicBezTo>
                      <a:pt x="1184" y="385"/>
                      <a:pt x="1184" y="385"/>
                      <a:pt x="1184" y="385"/>
                    </a:cubicBezTo>
                    <a:cubicBezTo>
                      <a:pt x="1185" y="385"/>
                      <a:pt x="1185" y="385"/>
                      <a:pt x="1185" y="385"/>
                    </a:cubicBezTo>
                    <a:cubicBezTo>
                      <a:pt x="1185" y="385"/>
                      <a:pt x="1185" y="385"/>
                      <a:pt x="1185" y="385"/>
                    </a:cubicBezTo>
                    <a:cubicBezTo>
                      <a:pt x="1187" y="384"/>
                      <a:pt x="1187" y="384"/>
                      <a:pt x="1187" y="384"/>
                    </a:cubicBezTo>
                    <a:cubicBezTo>
                      <a:pt x="1187" y="384"/>
                      <a:pt x="1187" y="384"/>
                      <a:pt x="1187" y="384"/>
                    </a:cubicBezTo>
                    <a:cubicBezTo>
                      <a:pt x="1188" y="383"/>
                      <a:pt x="1188" y="383"/>
                      <a:pt x="1188" y="383"/>
                    </a:cubicBezTo>
                    <a:cubicBezTo>
                      <a:pt x="1188" y="383"/>
                      <a:pt x="1188" y="383"/>
                      <a:pt x="1188" y="383"/>
                    </a:cubicBezTo>
                    <a:cubicBezTo>
                      <a:pt x="1189" y="382"/>
                      <a:pt x="1189" y="382"/>
                      <a:pt x="1189" y="382"/>
                    </a:cubicBezTo>
                    <a:cubicBezTo>
                      <a:pt x="1189" y="382"/>
                      <a:pt x="1189" y="382"/>
                      <a:pt x="1189" y="382"/>
                    </a:cubicBezTo>
                    <a:cubicBezTo>
                      <a:pt x="1188" y="381"/>
                      <a:pt x="1188" y="381"/>
                      <a:pt x="1188" y="381"/>
                    </a:cubicBezTo>
                    <a:cubicBezTo>
                      <a:pt x="1188" y="381"/>
                      <a:pt x="1188" y="381"/>
                      <a:pt x="1188" y="381"/>
                    </a:cubicBezTo>
                    <a:cubicBezTo>
                      <a:pt x="1188" y="379"/>
                      <a:pt x="1188" y="379"/>
                      <a:pt x="1188" y="379"/>
                    </a:cubicBezTo>
                    <a:cubicBezTo>
                      <a:pt x="1188" y="379"/>
                      <a:pt x="1188" y="379"/>
                      <a:pt x="1188" y="379"/>
                    </a:cubicBezTo>
                    <a:cubicBezTo>
                      <a:pt x="1188" y="378"/>
                      <a:pt x="1188" y="378"/>
                      <a:pt x="1188" y="378"/>
                    </a:cubicBezTo>
                    <a:cubicBezTo>
                      <a:pt x="1188" y="378"/>
                      <a:pt x="1188" y="378"/>
                      <a:pt x="1188" y="378"/>
                    </a:cubicBezTo>
                    <a:cubicBezTo>
                      <a:pt x="1188" y="375"/>
                      <a:pt x="1188" y="375"/>
                      <a:pt x="1188" y="375"/>
                    </a:cubicBezTo>
                    <a:cubicBezTo>
                      <a:pt x="1188" y="375"/>
                      <a:pt x="1188" y="375"/>
                      <a:pt x="1188" y="375"/>
                    </a:cubicBezTo>
                    <a:cubicBezTo>
                      <a:pt x="1187" y="374"/>
                      <a:pt x="1187" y="374"/>
                      <a:pt x="1187" y="374"/>
                    </a:cubicBezTo>
                    <a:cubicBezTo>
                      <a:pt x="1187" y="374"/>
                      <a:pt x="1187" y="374"/>
                      <a:pt x="1187" y="374"/>
                    </a:cubicBezTo>
                    <a:cubicBezTo>
                      <a:pt x="1187" y="371"/>
                      <a:pt x="1187" y="371"/>
                      <a:pt x="1187" y="371"/>
                    </a:cubicBezTo>
                    <a:cubicBezTo>
                      <a:pt x="1187" y="371"/>
                      <a:pt x="1187" y="371"/>
                      <a:pt x="1187" y="371"/>
                    </a:cubicBezTo>
                    <a:cubicBezTo>
                      <a:pt x="1187" y="370"/>
                      <a:pt x="1187" y="370"/>
                      <a:pt x="1187" y="370"/>
                    </a:cubicBezTo>
                    <a:cubicBezTo>
                      <a:pt x="1187" y="370"/>
                      <a:pt x="1187" y="370"/>
                      <a:pt x="1187" y="370"/>
                    </a:cubicBezTo>
                    <a:cubicBezTo>
                      <a:pt x="1187" y="367"/>
                      <a:pt x="1187" y="367"/>
                      <a:pt x="1187" y="367"/>
                    </a:cubicBezTo>
                    <a:cubicBezTo>
                      <a:pt x="1187" y="367"/>
                      <a:pt x="1187" y="367"/>
                      <a:pt x="1187" y="367"/>
                    </a:cubicBezTo>
                    <a:cubicBezTo>
                      <a:pt x="1183" y="367"/>
                      <a:pt x="1183" y="367"/>
                      <a:pt x="1183" y="367"/>
                    </a:cubicBezTo>
                    <a:cubicBezTo>
                      <a:pt x="1183" y="367"/>
                      <a:pt x="1183" y="367"/>
                      <a:pt x="1183" y="367"/>
                    </a:cubicBezTo>
                    <a:cubicBezTo>
                      <a:pt x="1181" y="370"/>
                      <a:pt x="1181" y="370"/>
                      <a:pt x="1181" y="370"/>
                    </a:cubicBezTo>
                    <a:cubicBezTo>
                      <a:pt x="1181" y="370"/>
                      <a:pt x="1181" y="370"/>
                      <a:pt x="1181" y="370"/>
                    </a:cubicBezTo>
                    <a:cubicBezTo>
                      <a:pt x="1179" y="372"/>
                      <a:pt x="1179" y="372"/>
                      <a:pt x="1179" y="372"/>
                    </a:cubicBezTo>
                    <a:cubicBezTo>
                      <a:pt x="1179" y="372"/>
                      <a:pt x="1179" y="372"/>
                      <a:pt x="1179" y="372"/>
                    </a:cubicBezTo>
                    <a:cubicBezTo>
                      <a:pt x="1177" y="375"/>
                      <a:pt x="1177" y="375"/>
                      <a:pt x="1177" y="375"/>
                    </a:cubicBezTo>
                    <a:cubicBezTo>
                      <a:pt x="1177" y="375"/>
                      <a:pt x="1177" y="375"/>
                      <a:pt x="1177" y="375"/>
                    </a:cubicBezTo>
                    <a:cubicBezTo>
                      <a:pt x="1175" y="376"/>
                      <a:pt x="1175" y="376"/>
                      <a:pt x="1175" y="376"/>
                    </a:cubicBezTo>
                    <a:cubicBezTo>
                      <a:pt x="1175" y="376"/>
                      <a:pt x="1175" y="376"/>
                      <a:pt x="1175" y="376"/>
                    </a:cubicBezTo>
                    <a:cubicBezTo>
                      <a:pt x="1172" y="378"/>
                      <a:pt x="1172" y="378"/>
                      <a:pt x="1172" y="378"/>
                    </a:cubicBezTo>
                    <a:cubicBezTo>
                      <a:pt x="1172" y="378"/>
                      <a:pt x="1172" y="378"/>
                      <a:pt x="1172" y="378"/>
                    </a:cubicBezTo>
                    <a:cubicBezTo>
                      <a:pt x="1171" y="380"/>
                      <a:pt x="1171" y="380"/>
                      <a:pt x="1171" y="380"/>
                    </a:cubicBezTo>
                    <a:cubicBezTo>
                      <a:pt x="1171" y="380"/>
                      <a:pt x="1171" y="380"/>
                      <a:pt x="1171" y="380"/>
                    </a:cubicBezTo>
                    <a:cubicBezTo>
                      <a:pt x="1170" y="381"/>
                      <a:pt x="1170" y="381"/>
                      <a:pt x="1170" y="381"/>
                    </a:cubicBezTo>
                    <a:cubicBezTo>
                      <a:pt x="1170" y="381"/>
                      <a:pt x="1170" y="381"/>
                      <a:pt x="1170" y="381"/>
                    </a:cubicBezTo>
                    <a:cubicBezTo>
                      <a:pt x="1170" y="382"/>
                      <a:pt x="1170" y="382"/>
                      <a:pt x="1170" y="382"/>
                    </a:cubicBezTo>
                    <a:cubicBezTo>
                      <a:pt x="1170" y="382"/>
                      <a:pt x="1170" y="382"/>
                      <a:pt x="1170" y="382"/>
                    </a:cubicBezTo>
                    <a:cubicBezTo>
                      <a:pt x="1171" y="383"/>
                      <a:pt x="1171" y="383"/>
                      <a:pt x="1171" y="383"/>
                    </a:cubicBezTo>
                    <a:cubicBezTo>
                      <a:pt x="1171" y="383"/>
                      <a:pt x="1171" y="383"/>
                      <a:pt x="1171" y="383"/>
                    </a:cubicBezTo>
                    <a:cubicBezTo>
                      <a:pt x="1172" y="384"/>
                      <a:pt x="1172" y="384"/>
                      <a:pt x="1172" y="384"/>
                    </a:cubicBezTo>
                    <a:cubicBezTo>
                      <a:pt x="1172" y="384"/>
                      <a:pt x="1172" y="384"/>
                      <a:pt x="1172" y="384"/>
                    </a:cubicBezTo>
                    <a:cubicBezTo>
                      <a:pt x="1173" y="385"/>
                      <a:pt x="1173" y="385"/>
                      <a:pt x="1173" y="385"/>
                    </a:cubicBezTo>
                    <a:cubicBezTo>
                      <a:pt x="1173" y="385"/>
                      <a:pt x="1173" y="385"/>
                      <a:pt x="1173" y="385"/>
                    </a:cubicBezTo>
                    <a:cubicBezTo>
                      <a:pt x="1174" y="385"/>
                      <a:pt x="1174" y="385"/>
                      <a:pt x="1174" y="385"/>
                    </a:cubicBezTo>
                    <a:cubicBezTo>
                      <a:pt x="1174" y="385"/>
                      <a:pt x="1174" y="385"/>
                      <a:pt x="1174" y="385"/>
                    </a:cubicBezTo>
                    <a:cubicBezTo>
                      <a:pt x="1175" y="386"/>
                      <a:pt x="1175" y="386"/>
                      <a:pt x="1175" y="386"/>
                    </a:cubicBezTo>
                    <a:cubicBezTo>
                      <a:pt x="1175" y="386"/>
                      <a:pt x="1175" y="386"/>
                      <a:pt x="1175" y="386"/>
                    </a:cubicBezTo>
                    <a:cubicBezTo>
                      <a:pt x="1176" y="386"/>
                      <a:pt x="1176" y="386"/>
                      <a:pt x="1176" y="386"/>
                    </a:cubicBezTo>
                    <a:cubicBezTo>
                      <a:pt x="1176" y="386"/>
                      <a:pt x="1176" y="386"/>
                      <a:pt x="1176" y="386"/>
                    </a:cubicBezTo>
                    <a:cubicBezTo>
                      <a:pt x="1177" y="386"/>
                      <a:pt x="1177" y="386"/>
                      <a:pt x="1177" y="386"/>
                    </a:cubicBezTo>
                    <a:cubicBezTo>
                      <a:pt x="1177" y="386"/>
                      <a:pt x="1177" y="386"/>
                      <a:pt x="1177" y="386"/>
                    </a:cubicBezTo>
                    <a:cubicBezTo>
                      <a:pt x="1179" y="386"/>
                      <a:pt x="1179" y="386"/>
                      <a:pt x="1179" y="386"/>
                    </a:cubicBezTo>
                    <a:close/>
                    <a:moveTo>
                      <a:pt x="778" y="381"/>
                    </a:moveTo>
                    <a:cubicBezTo>
                      <a:pt x="728" y="357"/>
                      <a:pt x="728" y="357"/>
                      <a:pt x="728" y="357"/>
                    </a:cubicBezTo>
                    <a:cubicBezTo>
                      <a:pt x="728" y="357"/>
                      <a:pt x="728" y="357"/>
                      <a:pt x="728" y="357"/>
                    </a:cubicBezTo>
                    <a:cubicBezTo>
                      <a:pt x="726" y="357"/>
                      <a:pt x="726" y="357"/>
                      <a:pt x="726" y="357"/>
                    </a:cubicBezTo>
                    <a:cubicBezTo>
                      <a:pt x="726" y="357"/>
                      <a:pt x="726" y="357"/>
                      <a:pt x="726" y="357"/>
                    </a:cubicBezTo>
                    <a:cubicBezTo>
                      <a:pt x="726" y="355"/>
                      <a:pt x="726" y="355"/>
                      <a:pt x="726" y="355"/>
                    </a:cubicBezTo>
                    <a:cubicBezTo>
                      <a:pt x="726" y="355"/>
                      <a:pt x="726" y="355"/>
                      <a:pt x="726" y="355"/>
                    </a:cubicBezTo>
                    <a:cubicBezTo>
                      <a:pt x="726" y="355"/>
                      <a:pt x="726" y="355"/>
                      <a:pt x="726" y="355"/>
                    </a:cubicBezTo>
                    <a:cubicBezTo>
                      <a:pt x="726" y="355"/>
                      <a:pt x="726" y="355"/>
                      <a:pt x="726" y="355"/>
                    </a:cubicBezTo>
                    <a:cubicBezTo>
                      <a:pt x="727" y="353"/>
                      <a:pt x="727" y="353"/>
                      <a:pt x="727" y="353"/>
                    </a:cubicBezTo>
                    <a:cubicBezTo>
                      <a:pt x="727" y="353"/>
                      <a:pt x="727" y="353"/>
                      <a:pt x="727" y="353"/>
                    </a:cubicBezTo>
                    <a:cubicBezTo>
                      <a:pt x="727" y="353"/>
                      <a:pt x="727" y="353"/>
                      <a:pt x="727" y="353"/>
                    </a:cubicBezTo>
                    <a:cubicBezTo>
                      <a:pt x="727" y="353"/>
                      <a:pt x="727" y="353"/>
                      <a:pt x="727" y="353"/>
                    </a:cubicBezTo>
                    <a:cubicBezTo>
                      <a:pt x="728" y="351"/>
                      <a:pt x="728" y="351"/>
                      <a:pt x="728" y="351"/>
                    </a:cubicBezTo>
                    <a:cubicBezTo>
                      <a:pt x="728" y="351"/>
                      <a:pt x="728" y="351"/>
                      <a:pt x="728" y="351"/>
                    </a:cubicBezTo>
                    <a:cubicBezTo>
                      <a:pt x="728" y="350"/>
                      <a:pt x="728" y="350"/>
                      <a:pt x="728" y="350"/>
                    </a:cubicBezTo>
                    <a:cubicBezTo>
                      <a:pt x="728" y="350"/>
                      <a:pt x="728" y="350"/>
                      <a:pt x="728" y="350"/>
                    </a:cubicBezTo>
                    <a:cubicBezTo>
                      <a:pt x="729" y="348"/>
                      <a:pt x="729" y="348"/>
                      <a:pt x="729" y="348"/>
                    </a:cubicBezTo>
                    <a:cubicBezTo>
                      <a:pt x="729" y="348"/>
                      <a:pt x="729" y="348"/>
                      <a:pt x="729" y="348"/>
                    </a:cubicBezTo>
                    <a:cubicBezTo>
                      <a:pt x="731" y="348"/>
                      <a:pt x="731" y="348"/>
                      <a:pt x="731" y="348"/>
                    </a:cubicBezTo>
                    <a:cubicBezTo>
                      <a:pt x="731" y="348"/>
                      <a:pt x="731" y="348"/>
                      <a:pt x="731" y="348"/>
                    </a:cubicBezTo>
                    <a:cubicBezTo>
                      <a:pt x="733" y="347"/>
                      <a:pt x="733" y="347"/>
                      <a:pt x="733" y="347"/>
                    </a:cubicBezTo>
                    <a:cubicBezTo>
                      <a:pt x="733" y="347"/>
                      <a:pt x="733" y="347"/>
                      <a:pt x="733" y="347"/>
                    </a:cubicBezTo>
                    <a:cubicBezTo>
                      <a:pt x="736" y="346"/>
                      <a:pt x="736" y="346"/>
                      <a:pt x="736" y="346"/>
                    </a:cubicBezTo>
                    <a:cubicBezTo>
                      <a:pt x="736" y="346"/>
                      <a:pt x="736" y="346"/>
                      <a:pt x="736" y="346"/>
                    </a:cubicBezTo>
                    <a:cubicBezTo>
                      <a:pt x="739" y="345"/>
                      <a:pt x="739" y="345"/>
                      <a:pt x="739" y="345"/>
                    </a:cubicBezTo>
                    <a:cubicBezTo>
                      <a:pt x="739" y="345"/>
                      <a:pt x="739" y="345"/>
                      <a:pt x="739" y="345"/>
                    </a:cubicBezTo>
                    <a:cubicBezTo>
                      <a:pt x="741" y="345"/>
                      <a:pt x="741" y="345"/>
                      <a:pt x="741" y="345"/>
                    </a:cubicBezTo>
                    <a:cubicBezTo>
                      <a:pt x="741" y="345"/>
                      <a:pt x="741" y="345"/>
                      <a:pt x="741" y="345"/>
                    </a:cubicBezTo>
                    <a:cubicBezTo>
                      <a:pt x="743" y="345"/>
                      <a:pt x="743" y="345"/>
                      <a:pt x="743" y="345"/>
                    </a:cubicBezTo>
                    <a:cubicBezTo>
                      <a:pt x="743" y="345"/>
                      <a:pt x="743" y="345"/>
                      <a:pt x="743" y="345"/>
                    </a:cubicBezTo>
                    <a:cubicBezTo>
                      <a:pt x="745" y="346"/>
                      <a:pt x="745" y="346"/>
                      <a:pt x="745" y="346"/>
                    </a:cubicBezTo>
                    <a:cubicBezTo>
                      <a:pt x="745" y="346"/>
                      <a:pt x="745" y="346"/>
                      <a:pt x="745" y="346"/>
                    </a:cubicBezTo>
                    <a:cubicBezTo>
                      <a:pt x="748" y="346"/>
                      <a:pt x="748" y="346"/>
                      <a:pt x="748" y="346"/>
                    </a:cubicBezTo>
                    <a:cubicBezTo>
                      <a:pt x="748" y="346"/>
                      <a:pt x="748" y="346"/>
                      <a:pt x="748" y="346"/>
                    </a:cubicBezTo>
                    <a:cubicBezTo>
                      <a:pt x="748" y="347"/>
                      <a:pt x="748" y="347"/>
                      <a:pt x="748" y="347"/>
                    </a:cubicBezTo>
                    <a:cubicBezTo>
                      <a:pt x="748" y="347"/>
                      <a:pt x="748" y="347"/>
                      <a:pt x="748" y="347"/>
                    </a:cubicBezTo>
                    <a:cubicBezTo>
                      <a:pt x="749" y="347"/>
                      <a:pt x="749" y="347"/>
                      <a:pt x="749" y="347"/>
                    </a:cubicBezTo>
                    <a:cubicBezTo>
                      <a:pt x="749" y="347"/>
                      <a:pt x="749" y="347"/>
                      <a:pt x="749" y="347"/>
                    </a:cubicBezTo>
                    <a:cubicBezTo>
                      <a:pt x="750" y="347"/>
                      <a:pt x="750" y="347"/>
                      <a:pt x="750" y="347"/>
                    </a:cubicBezTo>
                    <a:cubicBezTo>
                      <a:pt x="750" y="347"/>
                      <a:pt x="750" y="347"/>
                      <a:pt x="750" y="347"/>
                    </a:cubicBezTo>
                    <a:cubicBezTo>
                      <a:pt x="752" y="347"/>
                      <a:pt x="752" y="347"/>
                      <a:pt x="752" y="347"/>
                    </a:cubicBezTo>
                    <a:cubicBezTo>
                      <a:pt x="752" y="347"/>
                      <a:pt x="752" y="347"/>
                      <a:pt x="752" y="347"/>
                    </a:cubicBezTo>
                    <a:cubicBezTo>
                      <a:pt x="753" y="347"/>
                      <a:pt x="753" y="347"/>
                      <a:pt x="753" y="347"/>
                    </a:cubicBezTo>
                    <a:cubicBezTo>
                      <a:pt x="753" y="347"/>
                      <a:pt x="753" y="347"/>
                      <a:pt x="753" y="347"/>
                    </a:cubicBezTo>
                    <a:cubicBezTo>
                      <a:pt x="754" y="346"/>
                      <a:pt x="754" y="346"/>
                      <a:pt x="754" y="346"/>
                    </a:cubicBezTo>
                    <a:cubicBezTo>
                      <a:pt x="754" y="346"/>
                      <a:pt x="754" y="346"/>
                      <a:pt x="754" y="346"/>
                    </a:cubicBezTo>
                    <a:cubicBezTo>
                      <a:pt x="755" y="346"/>
                      <a:pt x="755" y="346"/>
                      <a:pt x="755" y="346"/>
                    </a:cubicBezTo>
                    <a:cubicBezTo>
                      <a:pt x="755" y="346"/>
                      <a:pt x="755" y="346"/>
                      <a:pt x="755" y="346"/>
                    </a:cubicBezTo>
                    <a:cubicBezTo>
                      <a:pt x="758" y="344"/>
                      <a:pt x="758" y="344"/>
                      <a:pt x="758" y="344"/>
                    </a:cubicBezTo>
                    <a:cubicBezTo>
                      <a:pt x="758" y="344"/>
                      <a:pt x="758" y="344"/>
                      <a:pt x="758" y="344"/>
                    </a:cubicBezTo>
                    <a:cubicBezTo>
                      <a:pt x="758" y="344"/>
                      <a:pt x="758" y="344"/>
                      <a:pt x="758" y="344"/>
                    </a:cubicBezTo>
                    <a:cubicBezTo>
                      <a:pt x="758" y="344"/>
                      <a:pt x="758" y="344"/>
                      <a:pt x="758" y="344"/>
                    </a:cubicBezTo>
                    <a:cubicBezTo>
                      <a:pt x="759" y="344"/>
                      <a:pt x="759" y="344"/>
                      <a:pt x="759" y="344"/>
                    </a:cubicBezTo>
                    <a:cubicBezTo>
                      <a:pt x="759" y="344"/>
                      <a:pt x="759" y="344"/>
                      <a:pt x="759" y="344"/>
                    </a:cubicBezTo>
                    <a:cubicBezTo>
                      <a:pt x="760" y="344"/>
                      <a:pt x="760" y="344"/>
                      <a:pt x="760" y="344"/>
                    </a:cubicBezTo>
                    <a:cubicBezTo>
                      <a:pt x="760" y="344"/>
                      <a:pt x="760" y="344"/>
                      <a:pt x="760" y="344"/>
                    </a:cubicBezTo>
                    <a:cubicBezTo>
                      <a:pt x="762" y="344"/>
                      <a:pt x="762" y="344"/>
                      <a:pt x="762" y="344"/>
                    </a:cubicBezTo>
                    <a:cubicBezTo>
                      <a:pt x="762" y="344"/>
                      <a:pt x="762" y="344"/>
                      <a:pt x="762" y="344"/>
                    </a:cubicBezTo>
                    <a:cubicBezTo>
                      <a:pt x="763" y="345"/>
                      <a:pt x="763" y="345"/>
                      <a:pt x="763" y="345"/>
                    </a:cubicBezTo>
                    <a:cubicBezTo>
                      <a:pt x="763" y="345"/>
                      <a:pt x="763" y="345"/>
                      <a:pt x="763" y="345"/>
                    </a:cubicBezTo>
                    <a:cubicBezTo>
                      <a:pt x="764" y="345"/>
                      <a:pt x="764" y="345"/>
                      <a:pt x="764" y="345"/>
                    </a:cubicBezTo>
                    <a:cubicBezTo>
                      <a:pt x="764" y="345"/>
                      <a:pt x="764" y="345"/>
                      <a:pt x="764" y="345"/>
                    </a:cubicBezTo>
                    <a:cubicBezTo>
                      <a:pt x="765" y="346"/>
                      <a:pt x="765" y="346"/>
                      <a:pt x="765" y="346"/>
                    </a:cubicBezTo>
                    <a:cubicBezTo>
                      <a:pt x="765" y="346"/>
                      <a:pt x="765" y="346"/>
                      <a:pt x="765" y="346"/>
                    </a:cubicBezTo>
                    <a:cubicBezTo>
                      <a:pt x="767" y="346"/>
                      <a:pt x="767" y="346"/>
                      <a:pt x="767" y="346"/>
                    </a:cubicBezTo>
                    <a:cubicBezTo>
                      <a:pt x="767" y="346"/>
                      <a:pt x="767" y="346"/>
                      <a:pt x="767" y="346"/>
                    </a:cubicBezTo>
                    <a:cubicBezTo>
                      <a:pt x="779" y="345"/>
                      <a:pt x="779" y="345"/>
                      <a:pt x="779" y="345"/>
                    </a:cubicBezTo>
                    <a:cubicBezTo>
                      <a:pt x="779" y="345"/>
                      <a:pt x="779" y="345"/>
                      <a:pt x="779" y="345"/>
                    </a:cubicBezTo>
                    <a:cubicBezTo>
                      <a:pt x="792" y="342"/>
                      <a:pt x="792" y="342"/>
                      <a:pt x="792" y="342"/>
                    </a:cubicBezTo>
                    <a:cubicBezTo>
                      <a:pt x="792" y="342"/>
                      <a:pt x="792" y="342"/>
                      <a:pt x="792" y="342"/>
                    </a:cubicBezTo>
                    <a:cubicBezTo>
                      <a:pt x="805" y="340"/>
                      <a:pt x="805" y="340"/>
                      <a:pt x="805" y="340"/>
                    </a:cubicBezTo>
                    <a:cubicBezTo>
                      <a:pt x="805" y="340"/>
                      <a:pt x="805" y="340"/>
                      <a:pt x="805" y="340"/>
                    </a:cubicBezTo>
                    <a:cubicBezTo>
                      <a:pt x="820" y="336"/>
                      <a:pt x="820" y="336"/>
                      <a:pt x="820" y="336"/>
                    </a:cubicBezTo>
                    <a:cubicBezTo>
                      <a:pt x="820" y="336"/>
                      <a:pt x="820" y="336"/>
                      <a:pt x="820" y="336"/>
                    </a:cubicBezTo>
                    <a:cubicBezTo>
                      <a:pt x="831" y="332"/>
                      <a:pt x="831" y="332"/>
                      <a:pt x="831" y="332"/>
                    </a:cubicBezTo>
                    <a:cubicBezTo>
                      <a:pt x="831" y="332"/>
                      <a:pt x="831" y="332"/>
                      <a:pt x="831" y="332"/>
                    </a:cubicBezTo>
                    <a:cubicBezTo>
                      <a:pt x="844" y="325"/>
                      <a:pt x="844" y="325"/>
                      <a:pt x="844" y="325"/>
                    </a:cubicBezTo>
                    <a:cubicBezTo>
                      <a:pt x="844" y="325"/>
                      <a:pt x="844" y="325"/>
                      <a:pt x="844" y="325"/>
                    </a:cubicBezTo>
                    <a:cubicBezTo>
                      <a:pt x="855" y="318"/>
                      <a:pt x="855" y="318"/>
                      <a:pt x="855" y="318"/>
                    </a:cubicBezTo>
                    <a:cubicBezTo>
                      <a:pt x="855" y="318"/>
                      <a:pt x="855" y="318"/>
                      <a:pt x="855" y="318"/>
                    </a:cubicBezTo>
                    <a:cubicBezTo>
                      <a:pt x="866" y="308"/>
                      <a:pt x="866" y="308"/>
                      <a:pt x="866" y="308"/>
                    </a:cubicBezTo>
                    <a:cubicBezTo>
                      <a:pt x="866" y="308"/>
                      <a:pt x="866" y="308"/>
                      <a:pt x="866" y="308"/>
                    </a:cubicBezTo>
                    <a:cubicBezTo>
                      <a:pt x="900" y="268"/>
                      <a:pt x="900" y="268"/>
                      <a:pt x="900" y="268"/>
                    </a:cubicBezTo>
                    <a:cubicBezTo>
                      <a:pt x="900" y="268"/>
                      <a:pt x="900" y="268"/>
                      <a:pt x="900" y="268"/>
                    </a:cubicBezTo>
                    <a:cubicBezTo>
                      <a:pt x="901" y="268"/>
                      <a:pt x="901" y="268"/>
                      <a:pt x="901" y="268"/>
                    </a:cubicBezTo>
                    <a:cubicBezTo>
                      <a:pt x="901" y="268"/>
                      <a:pt x="901" y="268"/>
                      <a:pt x="901" y="268"/>
                    </a:cubicBezTo>
                    <a:cubicBezTo>
                      <a:pt x="903" y="266"/>
                      <a:pt x="903" y="266"/>
                      <a:pt x="903" y="266"/>
                    </a:cubicBezTo>
                    <a:cubicBezTo>
                      <a:pt x="903" y="266"/>
                      <a:pt x="903" y="266"/>
                      <a:pt x="903" y="266"/>
                    </a:cubicBezTo>
                    <a:cubicBezTo>
                      <a:pt x="905" y="264"/>
                      <a:pt x="905" y="264"/>
                      <a:pt x="905" y="264"/>
                    </a:cubicBezTo>
                    <a:cubicBezTo>
                      <a:pt x="905" y="264"/>
                      <a:pt x="905" y="264"/>
                      <a:pt x="905" y="264"/>
                    </a:cubicBezTo>
                    <a:cubicBezTo>
                      <a:pt x="907" y="261"/>
                      <a:pt x="907" y="261"/>
                      <a:pt x="907" y="261"/>
                    </a:cubicBezTo>
                    <a:cubicBezTo>
                      <a:pt x="907" y="261"/>
                      <a:pt x="907" y="261"/>
                      <a:pt x="907" y="261"/>
                    </a:cubicBezTo>
                    <a:cubicBezTo>
                      <a:pt x="908" y="259"/>
                      <a:pt x="908" y="259"/>
                      <a:pt x="908" y="259"/>
                    </a:cubicBezTo>
                    <a:cubicBezTo>
                      <a:pt x="908" y="259"/>
                      <a:pt x="908" y="259"/>
                      <a:pt x="908" y="259"/>
                    </a:cubicBezTo>
                    <a:cubicBezTo>
                      <a:pt x="911" y="257"/>
                      <a:pt x="911" y="257"/>
                      <a:pt x="911" y="257"/>
                    </a:cubicBezTo>
                    <a:cubicBezTo>
                      <a:pt x="911" y="257"/>
                      <a:pt x="911" y="257"/>
                      <a:pt x="911" y="257"/>
                    </a:cubicBezTo>
                    <a:cubicBezTo>
                      <a:pt x="913" y="256"/>
                      <a:pt x="913" y="256"/>
                      <a:pt x="913" y="256"/>
                    </a:cubicBezTo>
                    <a:cubicBezTo>
                      <a:pt x="913" y="256"/>
                      <a:pt x="913" y="256"/>
                      <a:pt x="913" y="256"/>
                    </a:cubicBezTo>
                    <a:cubicBezTo>
                      <a:pt x="916" y="253"/>
                      <a:pt x="916" y="253"/>
                      <a:pt x="916" y="253"/>
                    </a:cubicBezTo>
                    <a:cubicBezTo>
                      <a:pt x="916" y="253"/>
                      <a:pt x="916" y="253"/>
                      <a:pt x="916" y="253"/>
                    </a:cubicBezTo>
                    <a:cubicBezTo>
                      <a:pt x="922" y="247"/>
                      <a:pt x="922" y="247"/>
                      <a:pt x="922" y="247"/>
                    </a:cubicBezTo>
                    <a:cubicBezTo>
                      <a:pt x="922" y="247"/>
                      <a:pt x="922" y="247"/>
                      <a:pt x="922" y="247"/>
                    </a:cubicBezTo>
                    <a:cubicBezTo>
                      <a:pt x="928" y="242"/>
                      <a:pt x="928" y="242"/>
                      <a:pt x="928" y="242"/>
                    </a:cubicBezTo>
                    <a:cubicBezTo>
                      <a:pt x="928" y="242"/>
                      <a:pt x="928" y="242"/>
                      <a:pt x="928" y="242"/>
                    </a:cubicBezTo>
                    <a:cubicBezTo>
                      <a:pt x="934" y="235"/>
                      <a:pt x="934" y="235"/>
                      <a:pt x="934" y="235"/>
                    </a:cubicBezTo>
                    <a:cubicBezTo>
                      <a:pt x="934" y="235"/>
                      <a:pt x="934" y="235"/>
                      <a:pt x="934" y="235"/>
                    </a:cubicBezTo>
                    <a:cubicBezTo>
                      <a:pt x="941" y="229"/>
                      <a:pt x="941" y="229"/>
                      <a:pt x="941" y="229"/>
                    </a:cubicBezTo>
                    <a:cubicBezTo>
                      <a:pt x="941" y="229"/>
                      <a:pt x="941" y="229"/>
                      <a:pt x="941" y="229"/>
                    </a:cubicBezTo>
                    <a:cubicBezTo>
                      <a:pt x="946" y="223"/>
                      <a:pt x="946" y="223"/>
                      <a:pt x="946" y="223"/>
                    </a:cubicBezTo>
                    <a:cubicBezTo>
                      <a:pt x="946" y="223"/>
                      <a:pt x="946" y="223"/>
                      <a:pt x="946" y="223"/>
                    </a:cubicBezTo>
                    <a:cubicBezTo>
                      <a:pt x="951" y="215"/>
                      <a:pt x="951" y="215"/>
                      <a:pt x="951" y="215"/>
                    </a:cubicBezTo>
                    <a:cubicBezTo>
                      <a:pt x="951" y="215"/>
                      <a:pt x="951" y="215"/>
                      <a:pt x="951" y="215"/>
                    </a:cubicBezTo>
                    <a:cubicBezTo>
                      <a:pt x="956" y="208"/>
                      <a:pt x="956" y="208"/>
                      <a:pt x="956" y="208"/>
                    </a:cubicBezTo>
                    <a:cubicBezTo>
                      <a:pt x="956" y="208"/>
                      <a:pt x="956" y="208"/>
                      <a:pt x="956" y="208"/>
                    </a:cubicBezTo>
                    <a:cubicBezTo>
                      <a:pt x="961" y="200"/>
                      <a:pt x="961" y="200"/>
                      <a:pt x="961" y="200"/>
                    </a:cubicBezTo>
                    <a:cubicBezTo>
                      <a:pt x="961" y="200"/>
                      <a:pt x="961" y="200"/>
                      <a:pt x="961" y="200"/>
                    </a:cubicBezTo>
                    <a:cubicBezTo>
                      <a:pt x="959" y="198"/>
                      <a:pt x="959" y="198"/>
                      <a:pt x="959" y="198"/>
                    </a:cubicBezTo>
                    <a:cubicBezTo>
                      <a:pt x="959" y="198"/>
                      <a:pt x="959" y="198"/>
                      <a:pt x="959" y="198"/>
                    </a:cubicBezTo>
                    <a:cubicBezTo>
                      <a:pt x="956" y="196"/>
                      <a:pt x="956" y="196"/>
                      <a:pt x="956" y="196"/>
                    </a:cubicBezTo>
                    <a:cubicBezTo>
                      <a:pt x="956" y="196"/>
                      <a:pt x="956" y="196"/>
                      <a:pt x="956" y="196"/>
                    </a:cubicBezTo>
                    <a:cubicBezTo>
                      <a:pt x="953" y="195"/>
                      <a:pt x="953" y="195"/>
                      <a:pt x="953" y="195"/>
                    </a:cubicBezTo>
                    <a:cubicBezTo>
                      <a:pt x="953" y="195"/>
                      <a:pt x="953" y="195"/>
                      <a:pt x="953" y="195"/>
                    </a:cubicBezTo>
                    <a:cubicBezTo>
                      <a:pt x="950" y="194"/>
                      <a:pt x="950" y="194"/>
                      <a:pt x="950" y="194"/>
                    </a:cubicBezTo>
                    <a:cubicBezTo>
                      <a:pt x="950" y="194"/>
                      <a:pt x="950" y="194"/>
                      <a:pt x="950" y="194"/>
                    </a:cubicBezTo>
                    <a:cubicBezTo>
                      <a:pt x="946" y="194"/>
                      <a:pt x="946" y="194"/>
                      <a:pt x="946" y="194"/>
                    </a:cubicBezTo>
                    <a:cubicBezTo>
                      <a:pt x="946" y="194"/>
                      <a:pt x="946" y="194"/>
                      <a:pt x="946" y="194"/>
                    </a:cubicBezTo>
                    <a:cubicBezTo>
                      <a:pt x="943" y="194"/>
                      <a:pt x="943" y="194"/>
                      <a:pt x="943" y="194"/>
                    </a:cubicBezTo>
                    <a:cubicBezTo>
                      <a:pt x="943" y="194"/>
                      <a:pt x="943" y="194"/>
                      <a:pt x="943" y="194"/>
                    </a:cubicBezTo>
                    <a:cubicBezTo>
                      <a:pt x="939" y="194"/>
                      <a:pt x="939" y="194"/>
                      <a:pt x="939" y="194"/>
                    </a:cubicBezTo>
                    <a:cubicBezTo>
                      <a:pt x="939" y="194"/>
                      <a:pt x="939" y="194"/>
                      <a:pt x="939" y="194"/>
                    </a:cubicBezTo>
                    <a:cubicBezTo>
                      <a:pt x="936" y="194"/>
                      <a:pt x="936" y="194"/>
                      <a:pt x="936" y="194"/>
                    </a:cubicBezTo>
                    <a:cubicBezTo>
                      <a:pt x="936" y="194"/>
                      <a:pt x="936" y="194"/>
                      <a:pt x="936" y="194"/>
                    </a:cubicBezTo>
                    <a:cubicBezTo>
                      <a:pt x="927" y="198"/>
                      <a:pt x="927" y="198"/>
                      <a:pt x="927" y="198"/>
                    </a:cubicBezTo>
                    <a:cubicBezTo>
                      <a:pt x="927" y="198"/>
                      <a:pt x="927" y="198"/>
                      <a:pt x="927" y="198"/>
                    </a:cubicBezTo>
                    <a:cubicBezTo>
                      <a:pt x="918" y="200"/>
                      <a:pt x="918" y="200"/>
                      <a:pt x="918" y="200"/>
                    </a:cubicBezTo>
                    <a:cubicBezTo>
                      <a:pt x="918" y="200"/>
                      <a:pt x="918" y="200"/>
                      <a:pt x="918" y="200"/>
                    </a:cubicBezTo>
                    <a:cubicBezTo>
                      <a:pt x="910" y="202"/>
                      <a:pt x="910" y="202"/>
                      <a:pt x="910" y="202"/>
                    </a:cubicBezTo>
                    <a:cubicBezTo>
                      <a:pt x="910" y="202"/>
                      <a:pt x="910" y="202"/>
                      <a:pt x="910" y="202"/>
                    </a:cubicBezTo>
                    <a:cubicBezTo>
                      <a:pt x="901" y="203"/>
                      <a:pt x="901" y="203"/>
                      <a:pt x="901" y="203"/>
                    </a:cubicBezTo>
                    <a:cubicBezTo>
                      <a:pt x="901" y="203"/>
                      <a:pt x="901" y="203"/>
                      <a:pt x="901" y="203"/>
                    </a:cubicBezTo>
                    <a:cubicBezTo>
                      <a:pt x="892" y="205"/>
                      <a:pt x="892" y="205"/>
                      <a:pt x="892" y="205"/>
                    </a:cubicBezTo>
                    <a:cubicBezTo>
                      <a:pt x="892" y="205"/>
                      <a:pt x="892" y="205"/>
                      <a:pt x="892" y="205"/>
                    </a:cubicBezTo>
                    <a:cubicBezTo>
                      <a:pt x="884" y="206"/>
                      <a:pt x="884" y="206"/>
                      <a:pt x="884" y="206"/>
                    </a:cubicBezTo>
                    <a:cubicBezTo>
                      <a:pt x="884" y="206"/>
                      <a:pt x="884" y="206"/>
                      <a:pt x="884" y="206"/>
                    </a:cubicBezTo>
                    <a:cubicBezTo>
                      <a:pt x="875" y="207"/>
                      <a:pt x="875" y="207"/>
                      <a:pt x="875" y="207"/>
                    </a:cubicBezTo>
                    <a:cubicBezTo>
                      <a:pt x="875" y="207"/>
                      <a:pt x="875" y="207"/>
                      <a:pt x="875" y="207"/>
                    </a:cubicBezTo>
                    <a:cubicBezTo>
                      <a:pt x="867" y="207"/>
                      <a:pt x="867" y="207"/>
                      <a:pt x="867" y="207"/>
                    </a:cubicBezTo>
                    <a:cubicBezTo>
                      <a:pt x="867" y="207"/>
                      <a:pt x="867" y="207"/>
                      <a:pt x="867" y="207"/>
                    </a:cubicBezTo>
                    <a:cubicBezTo>
                      <a:pt x="865" y="207"/>
                      <a:pt x="865" y="207"/>
                      <a:pt x="865" y="207"/>
                    </a:cubicBezTo>
                    <a:cubicBezTo>
                      <a:pt x="865" y="207"/>
                      <a:pt x="865" y="207"/>
                      <a:pt x="865" y="207"/>
                    </a:cubicBezTo>
                    <a:cubicBezTo>
                      <a:pt x="863" y="207"/>
                      <a:pt x="863" y="207"/>
                      <a:pt x="863" y="207"/>
                    </a:cubicBezTo>
                    <a:cubicBezTo>
                      <a:pt x="863" y="207"/>
                      <a:pt x="863" y="207"/>
                      <a:pt x="863" y="207"/>
                    </a:cubicBezTo>
                    <a:cubicBezTo>
                      <a:pt x="861" y="207"/>
                      <a:pt x="861" y="207"/>
                      <a:pt x="861" y="207"/>
                    </a:cubicBezTo>
                    <a:cubicBezTo>
                      <a:pt x="861" y="207"/>
                      <a:pt x="861" y="207"/>
                      <a:pt x="861" y="207"/>
                    </a:cubicBezTo>
                    <a:cubicBezTo>
                      <a:pt x="859" y="207"/>
                      <a:pt x="859" y="207"/>
                      <a:pt x="859" y="207"/>
                    </a:cubicBezTo>
                    <a:cubicBezTo>
                      <a:pt x="859" y="207"/>
                      <a:pt x="859" y="207"/>
                      <a:pt x="859" y="207"/>
                    </a:cubicBezTo>
                    <a:cubicBezTo>
                      <a:pt x="857" y="207"/>
                      <a:pt x="857" y="207"/>
                      <a:pt x="857" y="207"/>
                    </a:cubicBezTo>
                    <a:cubicBezTo>
                      <a:pt x="857" y="207"/>
                      <a:pt x="857" y="207"/>
                      <a:pt x="857" y="207"/>
                    </a:cubicBezTo>
                    <a:cubicBezTo>
                      <a:pt x="855" y="207"/>
                      <a:pt x="855" y="207"/>
                      <a:pt x="855" y="207"/>
                    </a:cubicBezTo>
                    <a:cubicBezTo>
                      <a:pt x="855" y="207"/>
                      <a:pt x="855" y="207"/>
                      <a:pt x="855" y="207"/>
                    </a:cubicBezTo>
                    <a:cubicBezTo>
                      <a:pt x="853" y="206"/>
                      <a:pt x="853" y="206"/>
                      <a:pt x="853" y="206"/>
                    </a:cubicBezTo>
                    <a:cubicBezTo>
                      <a:pt x="853" y="206"/>
                      <a:pt x="853" y="206"/>
                      <a:pt x="853" y="206"/>
                    </a:cubicBezTo>
                    <a:cubicBezTo>
                      <a:pt x="852" y="204"/>
                      <a:pt x="852" y="204"/>
                      <a:pt x="852" y="204"/>
                    </a:cubicBezTo>
                    <a:cubicBezTo>
                      <a:pt x="852" y="204"/>
                      <a:pt x="852" y="204"/>
                      <a:pt x="852" y="204"/>
                    </a:cubicBezTo>
                    <a:cubicBezTo>
                      <a:pt x="849" y="203"/>
                      <a:pt x="849" y="203"/>
                      <a:pt x="849" y="203"/>
                    </a:cubicBezTo>
                    <a:cubicBezTo>
                      <a:pt x="849" y="203"/>
                      <a:pt x="849" y="203"/>
                      <a:pt x="849" y="203"/>
                    </a:cubicBezTo>
                    <a:cubicBezTo>
                      <a:pt x="847" y="200"/>
                      <a:pt x="847" y="200"/>
                      <a:pt x="847" y="200"/>
                    </a:cubicBezTo>
                    <a:cubicBezTo>
                      <a:pt x="847" y="200"/>
                      <a:pt x="847" y="200"/>
                      <a:pt x="847" y="200"/>
                    </a:cubicBezTo>
                    <a:cubicBezTo>
                      <a:pt x="844" y="199"/>
                      <a:pt x="844" y="199"/>
                      <a:pt x="844" y="199"/>
                    </a:cubicBezTo>
                    <a:cubicBezTo>
                      <a:pt x="844" y="199"/>
                      <a:pt x="844" y="199"/>
                      <a:pt x="844" y="199"/>
                    </a:cubicBezTo>
                    <a:cubicBezTo>
                      <a:pt x="842" y="196"/>
                      <a:pt x="842" y="196"/>
                      <a:pt x="842" y="196"/>
                    </a:cubicBezTo>
                    <a:cubicBezTo>
                      <a:pt x="842" y="196"/>
                      <a:pt x="842" y="196"/>
                      <a:pt x="842" y="196"/>
                    </a:cubicBezTo>
                    <a:cubicBezTo>
                      <a:pt x="839" y="194"/>
                      <a:pt x="839" y="194"/>
                      <a:pt x="839" y="194"/>
                    </a:cubicBezTo>
                    <a:cubicBezTo>
                      <a:pt x="839" y="194"/>
                      <a:pt x="839" y="194"/>
                      <a:pt x="839" y="194"/>
                    </a:cubicBezTo>
                    <a:cubicBezTo>
                      <a:pt x="838" y="191"/>
                      <a:pt x="838" y="191"/>
                      <a:pt x="838" y="191"/>
                    </a:cubicBezTo>
                    <a:cubicBezTo>
                      <a:pt x="838" y="191"/>
                      <a:pt x="838" y="191"/>
                      <a:pt x="838" y="191"/>
                    </a:cubicBezTo>
                    <a:cubicBezTo>
                      <a:pt x="836" y="188"/>
                      <a:pt x="836" y="188"/>
                      <a:pt x="836" y="188"/>
                    </a:cubicBezTo>
                    <a:cubicBezTo>
                      <a:pt x="836" y="188"/>
                      <a:pt x="836" y="188"/>
                      <a:pt x="836" y="188"/>
                    </a:cubicBezTo>
                    <a:cubicBezTo>
                      <a:pt x="836" y="184"/>
                      <a:pt x="836" y="184"/>
                      <a:pt x="836" y="184"/>
                    </a:cubicBezTo>
                    <a:cubicBezTo>
                      <a:pt x="836" y="184"/>
                      <a:pt x="836" y="184"/>
                      <a:pt x="836" y="184"/>
                    </a:cubicBezTo>
                    <a:cubicBezTo>
                      <a:pt x="836" y="183"/>
                      <a:pt x="836" y="183"/>
                      <a:pt x="836" y="183"/>
                    </a:cubicBezTo>
                    <a:cubicBezTo>
                      <a:pt x="836" y="183"/>
                      <a:pt x="836" y="183"/>
                      <a:pt x="836" y="183"/>
                    </a:cubicBezTo>
                    <a:cubicBezTo>
                      <a:pt x="838" y="182"/>
                      <a:pt x="838" y="182"/>
                      <a:pt x="838" y="182"/>
                    </a:cubicBezTo>
                    <a:cubicBezTo>
                      <a:pt x="838" y="182"/>
                      <a:pt x="838" y="182"/>
                      <a:pt x="838" y="182"/>
                    </a:cubicBezTo>
                    <a:cubicBezTo>
                      <a:pt x="839" y="181"/>
                      <a:pt x="839" y="181"/>
                      <a:pt x="839" y="181"/>
                    </a:cubicBezTo>
                    <a:cubicBezTo>
                      <a:pt x="839" y="181"/>
                      <a:pt x="839" y="181"/>
                      <a:pt x="839" y="181"/>
                    </a:cubicBezTo>
                    <a:cubicBezTo>
                      <a:pt x="840" y="179"/>
                      <a:pt x="840" y="179"/>
                      <a:pt x="840" y="179"/>
                    </a:cubicBezTo>
                    <a:cubicBezTo>
                      <a:pt x="840" y="179"/>
                      <a:pt x="840" y="179"/>
                      <a:pt x="840" y="179"/>
                    </a:cubicBezTo>
                    <a:cubicBezTo>
                      <a:pt x="840" y="178"/>
                      <a:pt x="840" y="178"/>
                      <a:pt x="840" y="178"/>
                    </a:cubicBezTo>
                    <a:cubicBezTo>
                      <a:pt x="840" y="178"/>
                      <a:pt x="840" y="178"/>
                      <a:pt x="840" y="178"/>
                    </a:cubicBezTo>
                    <a:cubicBezTo>
                      <a:pt x="842" y="177"/>
                      <a:pt x="842" y="177"/>
                      <a:pt x="842" y="177"/>
                    </a:cubicBezTo>
                    <a:cubicBezTo>
                      <a:pt x="842" y="177"/>
                      <a:pt x="842" y="177"/>
                      <a:pt x="842" y="177"/>
                    </a:cubicBezTo>
                    <a:cubicBezTo>
                      <a:pt x="843" y="176"/>
                      <a:pt x="843" y="176"/>
                      <a:pt x="843" y="176"/>
                    </a:cubicBezTo>
                    <a:cubicBezTo>
                      <a:pt x="843" y="176"/>
                      <a:pt x="843" y="176"/>
                      <a:pt x="843" y="176"/>
                    </a:cubicBezTo>
                    <a:cubicBezTo>
                      <a:pt x="845" y="174"/>
                      <a:pt x="845" y="174"/>
                      <a:pt x="845" y="174"/>
                    </a:cubicBezTo>
                    <a:cubicBezTo>
                      <a:pt x="845" y="174"/>
                      <a:pt x="845" y="174"/>
                      <a:pt x="845" y="174"/>
                    </a:cubicBezTo>
                    <a:cubicBezTo>
                      <a:pt x="847" y="177"/>
                      <a:pt x="847" y="177"/>
                      <a:pt x="847" y="177"/>
                    </a:cubicBezTo>
                    <a:cubicBezTo>
                      <a:pt x="847" y="177"/>
                      <a:pt x="847" y="177"/>
                      <a:pt x="847" y="177"/>
                    </a:cubicBezTo>
                    <a:cubicBezTo>
                      <a:pt x="850" y="178"/>
                      <a:pt x="850" y="178"/>
                      <a:pt x="850" y="178"/>
                    </a:cubicBezTo>
                    <a:cubicBezTo>
                      <a:pt x="850" y="178"/>
                      <a:pt x="850" y="178"/>
                      <a:pt x="850" y="178"/>
                    </a:cubicBezTo>
                    <a:cubicBezTo>
                      <a:pt x="854" y="179"/>
                      <a:pt x="854" y="179"/>
                      <a:pt x="854" y="179"/>
                    </a:cubicBezTo>
                    <a:cubicBezTo>
                      <a:pt x="854" y="179"/>
                      <a:pt x="854" y="179"/>
                      <a:pt x="854" y="179"/>
                    </a:cubicBezTo>
                    <a:cubicBezTo>
                      <a:pt x="858" y="179"/>
                      <a:pt x="858" y="179"/>
                      <a:pt x="858" y="179"/>
                    </a:cubicBezTo>
                    <a:cubicBezTo>
                      <a:pt x="858" y="179"/>
                      <a:pt x="858" y="179"/>
                      <a:pt x="858" y="179"/>
                    </a:cubicBezTo>
                    <a:cubicBezTo>
                      <a:pt x="862" y="180"/>
                      <a:pt x="862" y="180"/>
                      <a:pt x="862" y="180"/>
                    </a:cubicBezTo>
                    <a:cubicBezTo>
                      <a:pt x="862" y="180"/>
                      <a:pt x="862" y="180"/>
                      <a:pt x="862" y="180"/>
                    </a:cubicBezTo>
                    <a:cubicBezTo>
                      <a:pt x="866" y="180"/>
                      <a:pt x="866" y="180"/>
                      <a:pt x="866" y="180"/>
                    </a:cubicBezTo>
                    <a:cubicBezTo>
                      <a:pt x="866" y="180"/>
                      <a:pt x="866" y="180"/>
                      <a:pt x="866" y="180"/>
                    </a:cubicBezTo>
                    <a:cubicBezTo>
                      <a:pt x="870" y="181"/>
                      <a:pt x="870" y="181"/>
                      <a:pt x="870" y="181"/>
                    </a:cubicBezTo>
                    <a:cubicBezTo>
                      <a:pt x="870" y="181"/>
                      <a:pt x="870" y="181"/>
                      <a:pt x="870" y="181"/>
                    </a:cubicBezTo>
                    <a:cubicBezTo>
                      <a:pt x="874" y="181"/>
                      <a:pt x="874" y="181"/>
                      <a:pt x="874" y="181"/>
                    </a:cubicBezTo>
                    <a:cubicBezTo>
                      <a:pt x="874" y="181"/>
                      <a:pt x="874" y="181"/>
                      <a:pt x="874" y="181"/>
                    </a:cubicBezTo>
                    <a:cubicBezTo>
                      <a:pt x="941" y="179"/>
                      <a:pt x="941" y="179"/>
                      <a:pt x="941" y="179"/>
                    </a:cubicBezTo>
                    <a:cubicBezTo>
                      <a:pt x="941" y="179"/>
                      <a:pt x="941" y="179"/>
                      <a:pt x="941" y="179"/>
                    </a:cubicBezTo>
                    <a:cubicBezTo>
                      <a:pt x="976" y="176"/>
                      <a:pt x="976" y="176"/>
                      <a:pt x="976" y="176"/>
                    </a:cubicBezTo>
                    <a:cubicBezTo>
                      <a:pt x="976" y="176"/>
                      <a:pt x="976" y="176"/>
                      <a:pt x="976" y="176"/>
                    </a:cubicBezTo>
                    <a:cubicBezTo>
                      <a:pt x="979" y="180"/>
                      <a:pt x="979" y="180"/>
                      <a:pt x="979" y="180"/>
                    </a:cubicBezTo>
                    <a:cubicBezTo>
                      <a:pt x="979" y="180"/>
                      <a:pt x="979" y="180"/>
                      <a:pt x="979" y="180"/>
                    </a:cubicBezTo>
                    <a:cubicBezTo>
                      <a:pt x="983" y="183"/>
                      <a:pt x="983" y="183"/>
                      <a:pt x="983" y="183"/>
                    </a:cubicBezTo>
                    <a:cubicBezTo>
                      <a:pt x="983" y="183"/>
                      <a:pt x="983" y="183"/>
                      <a:pt x="983" y="183"/>
                    </a:cubicBezTo>
                    <a:cubicBezTo>
                      <a:pt x="985" y="186"/>
                      <a:pt x="985" y="186"/>
                      <a:pt x="985" y="186"/>
                    </a:cubicBezTo>
                    <a:cubicBezTo>
                      <a:pt x="985" y="186"/>
                      <a:pt x="985" y="186"/>
                      <a:pt x="985" y="186"/>
                    </a:cubicBezTo>
                    <a:cubicBezTo>
                      <a:pt x="988" y="190"/>
                      <a:pt x="988" y="190"/>
                      <a:pt x="988" y="190"/>
                    </a:cubicBezTo>
                    <a:cubicBezTo>
                      <a:pt x="988" y="190"/>
                      <a:pt x="988" y="190"/>
                      <a:pt x="988" y="190"/>
                    </a:cubicBezTo>
                    <a:cubicBezTo>
                      <a:pt x="988" y="195"/>
                      <a:pt x="988" y="195"/>
                      <a:pt x="988" y="195"/>
                    </a:cubicBezTo>
                    <a:cubicBezTo>
                      <a:pt x="988" y="195"/>
                      <a:pt x="988" y="195"/>
                      <a:pt x="988" y="195"/>
                    </a:cubicBezTo>
                    <a:cubicBezTo>
                      <a:pt x="989" y="200"/>
                      <a:pt x="989" y="200"/>
                      <a:pt x="989" y="200"/>
                    </a:cubicBezTo>
                    <a:cubicBezTo>
                      <a:pt x="989" y="200"/>
                      <a:pt x="989" y="200"/>
                      <a:pt x="989" y="200"/>
                    </a:cubicBezTo>
                    <a:cubicBezTo>
                      <a:pt x="989" y="204"/>
                      <a:pt x="989" y="204"/>
                      <a:pt x="989" y="204"/>
                    </a:cubicBezTo>
                    <a:cubicBezTo>
                      <a:pt x="989" y="204"/>
                      <a:pt x="989" y="204"/>
                      <a:pt x="989" y="204"/>
                    </a:cubicBezTo>
                    <a:cubicBezTo>
                      <a:pt x="989" y="208"/>
                      <a:pt x="989" y="208"/>
                      <a:pt x="989" y="208"/>
                    </a:cubicBezTo>
                    <a:cubicBezTo>
                      <a:pt x="989" y="208"/>
                      <a:pt x="989" y="208"/>
                      <a:pt x="989" y="208"/>
                    </a:cubicBezTo>
                    <a:cubicBezTo>
                      <a:pt x="987" y="212"/>
                      <a:pt x="987" y="212"/>
                      <a:pt x="987" y="212"/>
                    </a:cubicBezTo>
                    <a:cubicBezTo>
                      <a:pt x="987" y="212"/>
                      <a:pt x="987" y="212"/>
                      <a:pt x="987" y="212"/>
                    </a:cubicBezTo>
                    <a:cubicBezTo>
                      <a:pt x="986" y="214"/>
                      <a:pt x="986" y="214"/>
                      <a:pt x="986" y="214"/>
                    </a:cubicBezTo>
                    <a:cubicBezTo>
                      <a:pt x="986" y="214"/>
                      <a:pt x="986" y="214"/>
                      <a:pt x="986" y="214"/>
                    </a:cubicBezTo>
                    <a:cubicBezTo>
                      <a:pt x="984" y="215"/>
                      <a:pt x="984" y="215"/>
                      <a:pt x="984" y="215"/>
                    </a:cubicBezTo>
                    <a:cubicBezTo>
                      <a:pt x="984" y="215"/>
                      <a:pt x="984" y="215"/>
                      <a:pt x="984" y="215"/>
                    </a:cubicBezTo>
                    <a:cubicBezTo>
                      <a:pt x="983" y="216"/>
                      <a:pt x="983" y="216"/>
                      <a:pt x="983" y="216"/>
                    </a:cubicBezTo>
                    <a:cubicBezTo>
                      <a:pt x="983" y="216"/>
                      <a:pt x="983" y="216"/>
                      <a:pt x="983" y="216"/>
                    </a:cubicBezTo>
                    <a:cubicBezTo>
                      <a:pt x="979" y="219"/>
                      <a:pt x="979" y="219"/>
                      <a:pt x="979" y="219"/>
                    </a:cubicBezTo>
                    <a:cubicBezTo>
                      <a:pt x="979" y="219"/>
                      <a:pt x="979" y="219"/>
                      <a:pt x="979" y="219"/>
                    </a:cubicBezTo>
                    <a:cubicBezTo>
                      <a:pt x="977" y="221"/>
                      <a:pt x="977" y="221"/>
                      <a:pt x="977" y="221"/>
                    </a:cubicBezTo>
                    <a:cubicBezTo>
                      <a:pt x="977" y="221"/>
                      <a:pt x="977" y="221"/>
                      <a:pt x="977" y="221"/>
                    </a:cubicBezTo>
                    <a:cubicBezTo>
                      <a:pt x="975" y="223"/>
                      <a:pt x="975" y="223"/>
                      <a:pt x="975" y="223"/>
                    </a:cubicBezTo>
                    <a:cubicBezTo>
                      <a:pt x="975" y="223"/>
                      <a:pt x="975" y="223"/>
                      <a:pt x="975" y="223"/>
                    </a:cubicBezTo>
                    <a:cubicBezTo>
                      <a:pt x="975" y="225"/>
                      <a:pt x="975" y="225"/>
                      <a:pt x="975" y="225"/>
                    </a:cubicBezTo>
                    <a:cubicBezTo>
                      <a:pt x="975" y="225"/>
                      <a:pt x="975" y="225"/>
                      <a:pt x="975" y="225"/>
                    </a:cubicBezTo>
                    <a:cubicBezTo>
                      <a:pt x="969" y="231"/>
                      <a:pt x="969" y="231"/>
                      <a:pt x="969" y="231"/>
                    </a:cubicBezTo>
                    <a:cubicBezTo>
                      <a:pt x="969" y="231"/>
                      <a:pt x="969" y="231"/>
                      <a:pt x="969" y="231"/>
                    </a:cubicBezTo>
                    <a:cubicBezTo>
                      <a:pt x="964" y="237"/>
                      <a:pt x="964" y="237"/>
                      <a:pt x="964" y="237"/>
                    </a:cubicBezTo>
                    <a:cubicBezTo>
                      <a:pt x="964" y="237"/>
                      <a:pt x="964" y="237"/>
                      <a:pt x="964" y="237"/>
                    </a:cubicBezTo>
                    <a:cubicBezTo>
                      <a:pt x="957" y="243"/>
                      <a:pt x="957" y="243"/>
                      <a:pt x="957" y="243"/>
                    </a:cubicBezTo>
                    <a:cubicBezTo>
                      <a:pt x="957" y="243"/>
                      <a:pt x="957" y="243"/>
                      <a:pt x="957" y="243"/>
                    </a:cubicBezTo>
                    <a:cubicBezTo>
                      <a:pt x="953" y="249"/>
                      <a:pt x="953" y="249"/>
                      <a:pt x="953" y="249"/>
                    </a:cubicBezTo>
                    <a:cubicBezTo>
                      <a:pt x="953" y="249"/>
                      <a:pt x="953" y="249"/>
                      <a:pt x="953" y="249"/>
                    </a:cubicBezTo>
                    <a:cubicBezTo>
                      <a:pt x="947" y="256"/>
                      <a:pt x="947" y="256"/>
                      <a:pt x="947" y="256"/>
                    </a:cubicBezTo>
                    <a:cubicBezTo>
                      <a:pt x="947" y="256"/>
                      <a:pt x="947" y="256"/>
                      <a:pt x="947" y="256"/>
                    </a:cubicBezTo>
                    <a:cubicBezTo>
                      <a:pt x="942" y="261"/>
                      <a:pt x="942" y="261"/>
                      <a:pt x="942" y="261"/>
                    </a:cubicBezTo>
                    <a:cubicBezTo>
                      <a:pt x="942" y="261"/>
                      <a:pt x="942" y="261"/>
                      <a:pt x="942" y="261"/>
                    </a:cubicBezTo>
                    <a:cubicBezTo>
                      <a:pt x="935" y="266"/>
                      <a:pt x="935" y="266"/>
                      <a:pt x="935" y="266"/>
                    </a:cubicBezTo>
                    <a:cubicBezTo>
                      <a:pt x="935" y="266"/>
                      <a:pt x="935" y="266"/>
                      <a:pt x="935" y="266"/>
                    </a:cubicBezTo>
                    <a:cubicBezTo>
                      <a:pt x="929" y="269"/>
                      <a:pt x="929" y="269"/>
                      <a:pt x="929" y="269"/>
                    </a:cubicBezTo>
                    <a:cubicBezTo>
                      <a:pt x="929" y="269"/>
                      <a:pt x="929" y="269"/>
                      <a:pt x="929" y="269"/>
                    </a:cubicBezTo>
                    <a:cubicBezTo>
                      <a:pt x="906" y="308"/>
                      <a:pt x="906" y="308"/>
                      <a:pt x="906" y="308"/>
                    </a:cubicBezTo>
                    <a:cubicBezTo>
                      <a:pt x="906" y="308"/>
                      <a:pt x="906" y="308"/>
                      <a:pt x="906" y="308"/>
                    </a:cubicBezTo>
                    <a:cubicBezTo>
                      <a:pt x="908" y="313"/>
                      <a:pt x="908" y="313"/>
                      <a:pt x="908" y="313"/>
                    </a:cubicBezTo>
                    <a:cubicBezTo>
                      <a:pt x="908" y="313"/>
                      <a:pt x="908" y="313"/>
                      <a:pt x="908" y="313"/>
                    </a:cubicBezTo>
                    <a:cubicBezTo>
                      <a:pt x="914" y="315"/>
                      <a:pt x="914" y="315"/>
                      <a:pt x="914" y="315"/>
                    </a:cubicBezTo>
                    <a:cubicBezTo>
                      <a:pt x="914" y="315"/>
                      <a:pt x="914" y="315"/>
                      <a:pt x="914" y="315"/>
                    </a:cubicBezTo>
                    <a:cubicBezTo>
                      <a:pt x="921" y="314"/>
                      <a:pt x="921" y="314"/>
                      <a:pt x="921" y="314"/>
                    </a:cubicBezTo>
                    <a:cubicBezTo>
                      <a:pt x="921" y="314"/>
                      <a:pt x="921" y="314"/>
                      <a:pt x="921" y="314"/>
                    </a:cubicBezTo>
                    <a:cubicBezTo>
                      <a:pt x="927" y="312"/>
                      <a:pt x="927" y="312"/>
                      <a:pt x="927" y="312"/>
                    </a:cubicBezTo>
                    <a:cubicBezTo>
                      <a:pt x="927" y="312"/>
                      <a:pt x="927" y="312"/>
                      <a:pt x="927" y="312"/>
                    </a:cubicBezTo>
                    <a:cubicBezTo>
                      <a:pt x="934" y="310"/>
                      <a:pt x="934" y="310"/>
                      <a:pt x="934" y="310"/>
                    </a:cubicBezTo>
                    <a:cubicBezTo>
                      <a:pt x="934" y="310"/>
                      <a:pt x="934" y="310"/>
                      <a:pt x="934" y="310"/>
                    </a:cubicBezTo>
                    <a:cubicBezTo>
                      <a:pt x="941" y="307"/>
                      <a:pt x="941" y="307"/>
                      <a:pt x="941" y="307"/>
                    </a:cubicBezTo>
                    <a:cubicBezTo>
                      <a:pt x="941" y="307"/>
                      <a:pt x="941" y="307"/>
                      <a:pt x="941" y="307"/>
                    </a:cubicBezTo>
                    <a:cubicBezTo>
                      <a:pt x="947" y="304"/>
                      <a:pt x="947" y="304"/>
                      <a:pt x="947" y="304"/>
                    </a:cubicBezTo>
                    <a:cubicBezTo>
                      <a:pt x="947" y="304"/>
                      <a:pt x="947" y="304"/>
                      <a:pt x="947" y="304"/>
                    </a:cubicBezTo>
                    <a:cubicBezTo>
                      <a:pt x="953" y="302"/>
                      <a:pt x="953" y="302"/>
                      <a:pt x="953" y="302"/>
                    </a:cubicBezTo>
                    <a:cubicBezTo>
                      <a:pt x="953" y="302"/>
                      <a:pt x="953" y="302"/>
                      <a:pt x="953" y="302"/>
                    </a:cubicBezTo>
                    <a:cubicBezTo>
                      <a:pt x="960" y="299"/>
                      <a:pt x="960" y="299"/>
                      <a:pt x="960" y="299"/>
                    </a:cubicBezTo>
                    <a:cubicBezTo>
                      <a:pt x="960" y="299"/>
                      <a:pt x="960" y="299"/>
                      <a:pt x="960" y="299"/>
                    </a:cubicBezTo>
                    <a:cubicBezTo>
                      <a:pt x="960" y="301"/>
                      <a:pt x="960" y="301"/>
                      <a:pt x="960" y="301"/>
                    </a:cubicBezTo>
                    <a:cubicBezTo>
                      <a:pt x="960" y="301"/>
                      <a:pt x="960" y="301"/>
                      <a:pt x="960" y="301"/>
                    </a:cubicBezTo>
                    <a:cubicBezTo>
                      <a:pt x="963" y="303"/>
                      <a:pt x="963" y="303"/>
                      <a:pt x="963" y="303"/>
                    </a:cubicBezTo>
                    <a:cubicBezTo>
                      <a:pt x="963" y="303"/>
                      <a:pt x="963" y="303"/>
                      <a:pt x="963" y="303"/>
                    </a:cubicBezTo>
                    <a:cubicBezTo>
                      <a:pt x="963" y="305"/>
                      <a:pt x="963" y="305"/>
                      <a:pt x="963" y="305"/>
                    </a:cubicBezTo>
                    <a:cubicBezTo>
                      <a:pt x="963" y="305"/>
                      <a:pt x="963" y="305"/>
                      <a:pt x="963" y="305"/>
                    </a:cubicBezTo>
                    <a:cubicBezTo>
                      <a:pt x="965" y="307"/>
                      <a:pt x="965" y="307"/>
                      <a:pt x="965" y="307"/>
                    </a:cubicBezTo>
                    <a:cubicBezTo>
                      <a:pt x="965" y="307"/>
                      <a:pt x="965" y="307"/>
                      <a:pt x="965" y="307"/>
                    </a:cubicBezTo>
                    <a:cubicBezTo>
                      <a:pt x="965" y="310"/>
                      <a:pt x="965" y="310"/>
                      <a:pt x="965" y="310"/>
                    </a:cubicBezTo>
                    <a:cubicBezTo>
                      <a:pt x="965" y="310"/>
                      <a:pt x="965" y="310"/>
                      <a:pt x="965" y="310"/>
                    </a:cubicBezTo>
                    <a:cubicBezTo>
                      <a:pt x="965" y="311"/>
                      <a:pt x="965" y="311"/>
                      <a:pt x="965" y="311"/>
                    </a:cubicBezTo>
                    <a:cubicBezTo>
                      <a:pt x="965" y="311"/>
                      <a:pt x="965" y="311"/>
                      <a:pt x="965" y="311"/>
                    </a:cubicBezTo>
                    <a:cubicBezTo>
                      <a:pt x="965" y="313"/>
                      <a:pt x="965" y="313"/>
                      <a:pt x="965" y="313"/>
                    </a:cubicBezTo>
                    <a:cubicBezTo>
                      <a:pt x="965" y="313"/>
                      <a:pt x="965" y="313"/>
                      <a:pt x="965" y="313"/>
                    </a:cubicBezTo>
                    <a:cubicBezTo>
                      <a:pt x="966" y="315"/>
                      <a:pt x="966" y="315"/>
                      <a:pt x="966" y="315"/>
                    </a:cubicBezTo>
                    <a:cubicBezTo>
                      <a:pt x="966" y="315"/>
                      <a:pt x="966" y="315"/>
                      <a:pt x="966" y="315"/>
                    </a:cubicBezTo>
                    <a:cubicBezTo>
                      <a:pt x="964" y="317"/>
                      <a:pt x="964" y="317"/>
                      <a:pt x="964" y="317"/>
                    </a:cubicBezTo>
                    <a:cubicBezTo>
                      <a:pt x="964" y="317"/>
                      <a:pt x="964" y="317"/>
                      <a:pt x="964" y="317"/>
                    </a:cubicBezTo>
                    <a:cubicBezTo>
                      <a:pt x="961" y="318"/>
                      <a:pt x="961" y="318"/>
                      <a:pt x="961" y="318"/>
                    </a:cubicBezTo>
                    <a:cubicBezTo>
                      <a:pt x="961" y="318"/>
                      <a:pt x="961" y="318"/>
                      <a:pt x="961" y="318"/>
                    </a:cubicBezTo>
                    <a:cubicBezTo>
                      <a:pt x="960" y="318"/>
                      <a:pt x="960" y="318"/>
                      <a:pt x="960" y="318"/>
                    </a:cubicBezTo>
                    <a:cubicBezTo>
                      <a:pt x="960" y="318"/>
                      <a:pt x="960" y="318"/>
                      <a:pt x="960" y="318"/>
                    </a:cubicBezTo>
                    <a:cubicBezTo>
                      <a:pt x="959" y="318"/>
                      <a:pt x="959" y="318"/>
                      <a:pt x="959" y="318"/>
                    </a:cubicBezTo>
                    <a:cubicBezTo>
                      <a:pt x="959" y="318"/>
                      <a:pt x="959" y="318"/>
                      <a:pt x="959" y="318"/>
                    </a:cubicBezTo>
                    <a:cubicBezTo>
                      <a:pt x="956" y="319"/>
                      <a:pt x="956" y="319"/>
                      <a:pt x="956" y="319"/>
                    </a:cubicBezTo>
                    <a:cubicBezTo>
                      <a:pt x="956" y="319"/>
                      <a:pt x="956" y="319"/>
                      <a:pt x="956" y="319"/>
                    </a:cubicBezTo>
                    <a:cubicBezTo>
                      <a:pt x="955" y="319"/>
                      <a:pt x="955" y="319"/>
                      <a:pt x="955" y="319"/>
                    </a:cubicBezTo>
                    <a:cubicBezTo>
                      <a:pt x="955" y="319"/>
                      <a:pt x="955" y="319"/>
                      <a:pt x="955" y="319"/>
                    </a:cubicBezTo>
                    <a:cubicBezTo>
                      <a:pt x="953" y="320"/>
                      <a:pt x="953" y="320"/>
                      <a:pt x="953" y="320"/>
                    </a:cubicBezTo>
                    <a:cubicBezTo>
                      <a:pt x="953" y="320"/>
                      <a:pt x="953" y="320"/>
                      <a:pt x="953" y="320"/>
                    </a:cubicBezTo>
                    <a:cubicBezTo>
                      <a:pt x="953" y="321"/>
                      <a:pt x="953" y="321"/>
                      <a:pt x="953" y="321"/>
                    </a:cubicBezTo>
                    <a:cubicBezTo>
                      <a:pt x="953" y="321"/>
                      <a:pt x="953" y="321"/>
                      <a:pt x="953" y="321"/>
                    </a:cubicBezTo>
                    <a:cubicBezTo>
                      <a:pt x="882" y="341"/>
                      <a:pt x="882" y="341"/>
                      <a:pt x="882" y="341"/>
                    </a:cubicBezTo>
                    <a:cubicBezTo>
                      <a:pt x="882" y="341"/>
                      <a:pt x="882" y="341"/>
                      <a:pt x="882" y="341"/>
                    </a:cubicBezTo>
                    <a:cubicBezTo>
                      <a:pt x="881" y="342"/>
                      <a:pt x="881" y="342"/>
                      <a:pt x="881" y="342"/>
                    </a:cubicBezTo>
                    <a:cubicBezTo>
                      <a:pt x="881" y="342"/>
                      <a:pt x="881" y="342"/>
                      <a:pt x="881" y="342"/>
                    </a:cubicBezTo>
                    <a:cubicBezTo>
                      <a:pt x="880" y="343"/>
                      <a:pt x="880" y="343"/>
                      <a:pt x="880" y="343"/>
                    </a:cubicBezTo>
                    <a:cubicBezTo>
                      <a:pt x="880" y="343"/>
                      <a:pt x="880" y="343"/>
                      <a:pt x="880" y="343"/>
                    </a:cubicBezTo>
                    <a:cubicBezTo>
                      <a:pt x="878" y="344"/>
                      <a:pt x="878" y="344"/>
                      <a:pt x="878" y="344"/>
                    </a:cubicBezTo>
                    <a:cubicBezTo>
                      <a:pt x="878" y="344"/>
                      <a:pt x="878" y="344"/>
                      <a:pt x="878" y="344"/>
                    </a:cubicBezTo>
                    <a:cubicBezTo>
                      <a:pt x="878" y="344"/>
                      <a:pt x="878" y="344"/>
                      <a:pt x="878" y="344"/>
                    </a:cubicBezTo>
                    <a:cubicBezTo>
                      <a:pt x="878" y="344"/>
                      <a:pt x="878" y="344"/>
                      <a:pt x="878" y="344"/>
                    </a:cubicBezTo>
                    <a:cubicBezTo>
                      <a:pt x="877" y="345"/>
                      <a:pt x="877" y="345"/>
                      <a:pt x="877" y="345"/>
                    </a:cubicBezTo>
                    <a:cubicBezTo>
                      <a:pt x="877" y="345"/>
                      <a:pt x="877" y="345"/>
                      <a:pt x="877" y="345"/>
                    </a:cubicBezTo>
                    <a:cubicBezTo>
                      <a:pt x="876" y="346"/>
                      <a:pt x="876" y="346"/>
                      <a:pt x="876" y="346"/>
                    </a:cubicBezTo>
                    <a:cubicBezTo>
                      <a:pt x="876" y="346"/>
                      <a:pt x="876" y="346"/>
                      <a:pt x="876" y="346"/>
                    </a:cubicBezTo>
                    <a:cubicBezTo>
                      <a:pt x="875" y="347"/>
                      <a:pt x="875" y="347"/>
                      <a:pt x="875" y="347"/>
                    </a:cubicBezTo>
                    <a:cubicBezTo>
                      <a:pt x="875" y="347"/>
                      <a:pt x="875" y="347"/>
                      <a:pt x="875" y="347"/>
                    </a:cubicBezTo>
                    <a:cubicBezTo>
                      <a:pt x="875" y="347"/>
                      <a:pt x="875" y="347"/>
                      <a:pt x="875" y="347"/>
                    </a:cubicBezTo>
                    <a:cubicBezTo>
                      <a:pt x="875" y="347"/>
                      <a:pt x="875" y="347"/>
                      <a:pt x="875" y="347"/>
                    </a:cubicBezTo>
                    <a:cubicBezTo>
                      <a:pt x="871" y="348"/>
                      <a:pt x="871" y="348"/>
                      <a:pt x="871" y="348"/>
                    </a:cubicBezTo>
                    <a:cubicBezTo>
                      <a:pt x="871" y="348"/>
                      <a:pt x="871" y="348"/>
                      <a:pt x="871" y="348"/>
                    </a:cubicBezTo>
                    <a:cubicBezTo>
                      <a:pt x="868" y="348"/>
                      <a:pt x="868" y="348"/>
                      <a:pt x="868" y="348"/>
                    </a:cubicBezTo>
                    <a:cubicBezTo>
                      <a:pt x="868" y="348"/>
                      <a:pt x="868" y="348"/>
                      <a:pt x="868" y="348"/>
                    </a:cubicBezTo>
                    <a:cubicBezTo>
                      <a:pt x="866" y="349"/>
                      <a:pt x="866" y="349"/>
                      <a:pt x="866" y="349"/>
                    </a:cubicBezTo>
                    <a:cubicBezTo>
                      <a:pt x="866" y="349"/>
                      <a:pt x="866" y="349"/>
                      <a:pt x="866" y="349"/>
                    </a:cubicBezTo>
                    <a:cubicBezTo>
                      <a:pt x="865" y="349"/>
                      <a:pt x="864" y="349"/>
                      <a:pt x="864" y="350"/>
                    </a:cubicBezTo>
                    <a:cubicBezTo>
                      <a:pt x="864" y="350"/>
                      <a:pt x="864" y="350"/>
                      <a:pt x="864" y="350"/>
                    </a:cubicBezTo>
                    <a:cubicBezTo>
                      <a:pt x="860" y="352"/>
                      <a:pt x="859" y="351"/>
                      <a:pt x="855" y="353"/>
                    </a:cubicBezTo>
                    <a:cubicBezTo>
                      <a:pt x="855" y="353"/>
                      <a:pt x="855" y="353"/>
                      <a:pt x="855" y="353"/>
                    </a:cubicBezTo>
                    <a:cubicBezTo>
                      <a:pt x="855" y="353"/>
                      <a:pt x="854" y="353"/>
                      <a:pt x="853" y="353"/>
                    </a:cubicBezTo>
                    <a:cubicBezTo>
                      <a:pt x="853" y="354"/>
                      <a:pt x="852" y="355"/>
                      <a:pt x="851" y="355"/>
                    </a:cubicBezTo>
                    <a:cubicBezTo>
                      <a:pt x="850" y="356"/>
                      <a:pt x="850" y="357"/>
                      <a:pt x="849" y="358"/>
                    </a:cubicBezTo>
                    <a:cubicBezTo>
                      <a:pt x="849" y="358"/>
                      <a:pt x="849" y="358"/>
                      <a:pt x="849" y="358"/>
                    </a:cubicBezTo>
                    <a:cubicBezTo>
                      <a:pt x="848" y="358"/>
                      <a:pt x="848" y="358"/>
                      <a:pt x="847" y="358"/>
                    </a:cubicBezTo>
                    <a:cubicBezTo>
                      <a:pt x="847" y="358"/>
                      <a:pt x="847" y="358"/>
                      <a:pt x="847" y="358"/>
                    </a:cubicBezTo>
                    <a:cubicBezTo>
                      <a:pt x="844" y="359"/>
                      <a:pt x="842" y="359"/>
                      <a:pt x="839" y="360"/>
                    </a:cubicBezTo>
                    <a:cubicBezTo>
                      <a:pt x="839" y="360"/>
                      <a:pt x="839" y="360"/>
                      <a:pt x="839" y="360"/>
                    </a:cubicBezTo>
                    <a:cubicBezTo>
                      <a:pt x="838" y="360"/>
                      <a:pt x="836" y="360"/>
                      <a:pt x="835" y="360"/>
                    </a:cubicBezTo>
                    <a:cubicBezTo>
                      <a:pt x="835" y="360"/>
                      <a:pt x="835" y="360"/>
                      <a:pt x="835" y="360"/>
                    </a:cubicBezTo>
                    <a:cubicBezTo>
                      <a:pt x="835" y="360"/>
                      <a:pt x="834" y="361"/>
                      <a:pt x="833" y="361"/>
                    </a:cubicBezTo>
                    <a:cubicBezTo>
                      <a:pt x="833" y="361"/>
                      <a:pt x="833" y="361"/>
                      <a:pt x="833" y="361"/>
                    </a:cubicBezTo>
                    <a:cubicBezTo>
                      <a:pt x="833" y="361"/>
                      <a:pt x="833" y="361"/>
                      <a:pt x="832" y="362"/>
                    </a:cubicBezTo>
                    <a:cubicBezTo>
                      <a:pt x="832" y="362"/>
                      <a:pt x="832" y="362"/>
                      <a:pt x="832" y="362"/>
                    </a:cubicBezTo>
                    <a:cubicBezTo>
                      <a:pt x="831" y="362"/>
                      <a:pt x="830" y="363"/>
                      <a:pt x="829" y="364"/>
                    </a:cubicBezTo>
                    <a:cubicBezTo>
                      <a:pt x="829" y="364"/>
                      <a:pt x="829" y="364"/>
                      <a:pt x="829" y="364"/>
                    </a:cubicBezTo>
                    <a:cubicBezTo>
                      <a:pt x="829" y="364"/>
                      <a:pt x="828" y="364"/>
                      <a:pt x="828" y="364"/>
                    </a:cubicBezTo>
                    <a:cubicBezTo>
                      <a:pt x="828" y="364"/>
                      <a:pt x="828" y="364"/>
                      <a:pt x="828" y="364"/>
                    </a:cubicBezTo>
                    <a:cubicBezTo>
                      <a:pt x="825" y="364"/>
                      <a:pt x="822" y="365"/>
                      <a:pt x="820" y="365"/>
                    </a:cubicBezTo>
                    <a:cubicBezTo>
                      <a:pt x="820" y="365"/>
                      <a:pt x="820" y="365"/>
                      <a:pt x="820" y="365"/>
                    </a:cubicBezTo>
                    <a:cubicBezTo>
                      <a:pt x="816" y="366"/>
                      <a:pt x="816" y="366"/>
                      <a:pt x="816" y="366"/>
                    </a:cubicBezTo>
                    <a:cubicBezTo>
                      <a:pt x="816" y="366"/>
                      <a:pt x="816" y="366"/>
                      <a:pt x="816" y="366"/>
                    </a:cubicBezTo>
                    <a:cubicBezTo>
                      <a:pt x="815" y="366"/>
                      <a:pt x="815" y="366"/>
                      <a:pt x="815" y="366"/>
                    </a:cubicBezTo>
                    <a:cubicBezTo>
                      <a:pt x="815" y="366"/>
                      <a:pt x="815" y="366"/>
                      <a:pt x="815" y="366"/>
                    </a:cubicBezTo>
                    <a:cubicBezTo>
                      <a:pt x="811" y="369"/>
                      <a:pt x="811" y="369"/>
                      <a:pt x="811" y="369"/>
                    </a:cubicBezTo>
                    <a:cubicBezTo>
                      <a:pt x="811" y="369"/>
                      <a:pt x="811" y="369"/>
                      <a:pt x="811" y="369"/>
                    </a:cubicBezTo>
                    <a:cubicBezTo>
                      <a:pt x="808" y="372"/>
                      <a:pt x="808" y="372"/>
                      <a:pt x="808" y="372"/>
                    </a:cubicBezTo>
                    <a:cubicBezTo>
                      <a:pt x="808" y="372"/>
                      <a:pt x="808" y="372"/>
                      <a:pt x="808" y="372"/>
                    </a:cubicBezTo>
                    <a:cubicBezTo>
                      <a:pt x="804" y="375"/>
                      <a:pt x="804" y="375"/>
                      <a:pt x="804" y="375"/>
                    </a:cubicBezTo>
                    <a:cubicBezTo>
                      <a:pt x="804" y="375"/>
                      <a:pt x="804" y="375"/>
                      <a:pt x="804" y="375"/>
                    </a:cubicBezTo>
                    <a:cubicBezTo>
                      <a:pt x="800" y="377"/>
                      <a:pt x="800" y="377"/>
                      <a:pt x="800" y="377"/>
                    </a:cubicBezTo>
                    <a:cubicBezTo>
                      <a:pt x="800" y="377"/>
                      <a:pt x="800" y="377"/>
                      <a:pt x="800" y="377"/>
                    </a:cubicBezTo>
                    <a:cubicBezTo>
                      <a:pt x="794" y="380"/>
                      <a:pt x="794" y="380"/>
                      <a:pt x="794" y="380"/>
                    </a:cubicBezTo>
                    <a:cubicBezTo>
                      <a:pt x="794" y="380"/>
                      <a:pt x="794" y="380"/>
                      <a:pt x="794" y="380"/>
                    </a:cubicBezTo>
                    <a:cubicBezTo>
                      <a:pt x="790" y="381"/>
                      <a:pt x="790" y="381"/>
                      <a:pt x="790" y="381"/>
                    </a:cubicBezTo>
                    <a:cubicBezTo>
                      <a:pt x="790" y="381"/>
                      <a:pt x="790" y="381"/>
                      <a:pt x="790" y="381"/>
                    </a:cubicBezTo>
                    <a:cubicBezTo>
                      <a:pt x="785" y="381"/>
                      <a:pt x="785" y="381"/>
                      <a:pt x="785" y="381"/>
                    </a:cubicBezTo>
                    <a:cubicBezTo>
                      <a:pt x="785" y="381"/>
                      <a:pt x="785" y="381"/>
                      <a:pt x="785" y="381"/>
                    </a:cubicBezTo>
                    <a:cubicBezTo>
                      <a:pt x="781" y="381"/>
                      <a:pt x="781" y="381"/>
                      <a:pt x="781" y="381"/>
                    </a:cubicBezTo>
                    <a:lnTo>
                      <a:pt x="778" y="381"/>
                    </a:lnTo>
                    <a:close/>
                    <a:moveTo>
                      <a:pt x="200" y="359"/>
                    </a:moveTo>
                    <a:cubicBezTo>
                      <a:pt x="204" y="360"/>
                      <a:pt x="204" y="360"/>
                      <a:pt x="204" y="360"/>
                    </a:cubicBezTo>
                    <a:cubicBezTo>
                      <a:pt x="204" y="360"/>
                      <a:pt x="204" y="360"/>
                      <a:pt x="204" y="360"/>
                    </a:cubicBezTo>
                    <a:cubicBezTo>
                      <a:pt x="208" y="359"/>
                      <a:pt x="208" y="359"/>
                      <a:pt x="208" y="359"/>
                    </a:cubicBezTo>
                    <a:cubicBezTo>
                      <a:pt x="208" y="359"/>
                      <a:pt x="208" y="359"/>
                      <a:pt x="208" y="359"/>
                    </a:cubicBezTo>
                    <a:cubicBezTo>
                      <a:pt x="211" y="358"/>
                      <a:pt x="211" y="358"/>
                      <a:pt x="211" y="358"/>
                    </a:cubicBezTo>
                    <a:cubicBezTo>
                      <a:pt x="211" y="358"/>
                      <a:pt x="211" y="358"/>
                      <a:pt x="211" y="358"/>
                    </a:cubicBezTo>
                    <a:cubicBezTo>
                      <a:pt x="215" y="355"/>
                      <a:pt x="215" y="355"/>
                      <a:pt x="215" y="355"/>
                    </a:cubicBezTo>
                    <a:cubicBezTo>
                      <a:pt x="215" y="355"/>
                      <a:pt x="215" y="355"/>
                      <a:pt x="215" y="355"/>
                    </a:cubicBezTo>
                    <a:cubicBezTo>
                      <a:pt x="217" y="353"/>
                      <a:pt x="217" y="353"/>
                      <a:pt x="217" y="353"/>
                    </a:cubicBezTo>
                    <a:cubicBezTo>
                      <a:pt x="217" y="353"/>
                      <a:pt x="217" y="353"/>
                      <a:pt x="217" y="353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24" y="348"/>
                      <a:pt x="224" y="348"/>
                      <a:pt x="224" y="348"/>
                    </a:cubicBezTo>
                    <a:cubicBezTo>
                      <a:pt x="224" y="348"/>
                      <a:pt x="224" y="348"/>
                      <a:pt x="224" y="348"/>
                    </a:cubicBezTo>
                    <a:cubicBezTo>
                      <a:pt x="225" y="347"/>
                      <a:pt x="226" y="346"/>
                      <a:pt x="227" y="345"/>
                    </a:cubicBezTo>
                    <a:cubicBezTo>
                      <a:pt x="227" y="345"/>
                      <a:pt x="227" y="345"/>
                      <a:pt x="227" y="345"/>
                    </a:cubicBezTo>
                    <a:cubicBezTo>
                      <a:pt x="227" y="344"/>
                      <a:pt x="227" y="343"/>
                      <a:pt x="227" y="342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7" y="341"/>
                      <a:pt x="227" y="340"/>
                      <a:pt x="227" y="339"/>
                    </a:cubicBezTo>
                    <a:cubicBezTo>
                      <a:pt x="227" y="339"/>
                      <a:pt x="227" y="339"/>
                      <a:pt x="227" y="339"/>
                    </a:cubicBezTo>
                    <a:cubicBezTo>
                      <a:pt x="227" y="338"/>
                      <a:pt x="227" y="338"/>
                      <a:pt x="228" y="337"/>
                    </a:cubicBezTo>
                    <a:cubicBezTo>
                      <a:pt x="228" y="337"/>
                      <a:pt x="228" y="337"/>
                      <a:pt x="228" y="337"/>
                    </a:cubicBezTo>
                    <a:cubicBezTo>
                      <a:pt x="228" y="336"/>
                      <a:pt x="228" y="335"/>
                      <a:pt x="229" y="334"/>
                    </a:cubicBezTo>
                    <a:cubicBezTo>
                      <a:pt x="229" y="334"/>
                      <a:pt x="229" y="334"/>
                      <a:pt x="229" y="334"/>
                    </a:cubicBezTo>
                    <a:cubicBezTo>
                      <a:pt x="229" y="333"/>
                      <a:pt x="229" y="332"/>
                      <a:pt x="229" y="331"/>
                    </a:cubicBezTo>
                    <a:cubicBezTo>
                      <a:pt x="229" y="331"/>
                      <a:pt x="229" y="331"/>
                      <a:pt x="229" y="331"/>
                    </a:cubicBezTo>
                    <a:cubicBezTo>
                      <a:pt x="229" y="330"/>
                      <a:pt x="229" y="329"/>
                      <a:pt x="230" y="328"/>
                    </a:cubicBezTo>
                    <a:cubicBezTo>
                      <a:pt x="230" y="328"/>
                      <a:pt x="230" y="328"/>
                      <a:pt x="230" y="328"/>
                    </a:cubicBezTo>
                    <a:cubicBezTo>
                      <a:pt x="229" y="325"/>
                      <a:pt x="229" y="325"/>
                      <a:pt x="229" y="325"/>
                    </a:cubicBezTo>
                    <a:cubicBezTo>
                      <a:pt x="229" y="325"/>
                      <a:pt x="229" y="325"/>
                      <a:pt x="229" y="325"/>
                    </a:cubicBezTo>
                    <a:cubicBezTo>
                      <a:pt x="229" y="324"/>
                      <a:pt x="229" y="324"/>
                      <a:pt x="229" y="323"/>
                    </a:cubicBezTo>
                    <a:cubicBezTo>
                      <a:pt x="229" y="323"/>
                      <a:pt x="229" y="323"/>
                      <a:pt x="229" y="323"/>
                    </a:cubicBezTo>
                    <a:cubicBezTo>
                      <a:pt x="228" y="323"/>
                      <a:pt x="227" y="323"/>
                      <a:pt x="225" y="324"/>
                    </a:cubicBezTo>
                    <a:cubicBezTo>
                      <a:pt x="225" y="324"/>
                      <a:pt x="225" y="324"/>
                      <a:pt x="225" y="324"/>
                    </a:cubicBezTo>
                    <a:cubicBezTo>
                      <a:pt x="225" y="324"/>
                      <a:pt x="224" y="324"/>
                      <a:pt x="224" y="324"/>
                    </a:cubicBezTo>
                    <a:cubicBezTo>
                      <a:pt x="224" y="324"/>
                      <a:pt x="224" y="324"/>
                      <a:pt x="224" y="324"/>
                    </a:cubicBezTo>
                    <a:cubicBezTo>
                      <a:pt x="223" y="324"/>
                      <a:pt x="221" y="324"/>
                      <a:pt x="220" y="324"/>
                    </a:cubicBezTo>
                    <a:cubicBezTo>
                      <a:pt x="220" y="324"/>
                      <a:pt x="220" y="324"/>
                      <a:pt x="220" y="324"/>
                    </a:cubicBezTo>
                    <a:cubicBezTo>
                      <a:pt x="220" y="324"/>
                      <a:pt x="219" y="324"/>
                      <a:pt x="218" y="324"/>
                    </a:cubicBezTo>
                    <a:cubicBezTo>
                      <a:pt x="218" y="324"/>
                      <a:pt x="218" y="324"/>
                      <a:pt x="218" y="324"/>
                    </a:cubicBezTo>
                    <a:cubicBezTo>
                      <a:pt x="217" y="325"/>
                      <a:pt x="216" y="325"/>
                      <a:pt x="215" y="325"/>
                    </a:cubicBezTo>
                    <a:cubicBezTo>
                      <a:pt x="215" y="325"/>
                      <a:pt x="215" y="325"/>
                      <a:pt x="215" y="325"/>
                    </a:cubicBezTo>
                    <a:cubicBezTo>
                      <a:pt x="214" y="325"/>
                      <a:pt x="214" y="325"/>
                      <a:pt x="213" y="325"/>
                    </a:cubicBezTo>
                    <a:cubicBezTo>
                      <a:pt x="213" y="325"/>
                      <a:pt x="213" y="325"/>
                      <a:pt x="213" y="325"/>
                    </a:cubicBezTo>
                    <a:cubicBezTo>
                      <a:pt x="212" y="325"/>
                      <a:pt x="211" y="325"/>
                      <a:pt x="211" y="325"/>
                    </a:cubicBezTo>
                    <a:cubicBezTo>
                      <a:pt x="211" y="325"/>
                      <a:pt x="211" y="325"/>
                      <a:pt x="211" y="325"/>
                    </a:cubicBezTo>
                    <a:cubicBezTo>
                      <a:pt x="210" y="325"/>
                      <a:pt x="210" y="325"/>
                      <a:pt x="210" y="325"/>
                    </a:cubicBezTo>
                    <a:cubicBezTo>
                      <a:pt x="210" y="325"/>
                      <a:pt x="210" y="325"/>
                      <a:pt x="210" y="325"/>
                    </a:cubicBezTo>
                    <a:cubicBezTo>
                      <a:pt x="210" y="324"/>
                      <a:pt x="209" y="323"/>
                      <a:pt x="209" y="322"/>
                    </a:cubicBezTo>
                    <a:cubicBezTo>
                      <a:pt x="209" y="322"/>
                      <a:pt x="209" y="322"/>
                      <a:pt x="209" y="322"/>
                    </a:cubicBezTo>
                    <a:cubicBezTo>
                      <a:pt x="209" y="322"/>
                      <a:pt x="209" y="322"/>
                      <a:pt x="209" y="322"/>
                    </a:cubicBezTo>
                    <a:cubicBezTo>
                      <a:pt x="209" y="322"/>
                      <a:pt x="209" y="322"/>
                      <a:pt x="209" y="322"/>
                    </a:cubicBezTo>
                    <a:cubicBezTo>
                      <a:pt x="209" y="321"/>
                      <a:pt x="210" y="321"/>
                      <a:pt x="210" y="320"/>
                    </a:cubicBezTo>
                    <a:cubicBezTo>
                      <a:pt x="210" y="320"/>
                      <a:pt x="210" y="320"/>
                      <a:pt x="210" y="320"/>
                    </a:cubicBezTo>
                    <a:cubicBezTo>
                      <a:pt x="210" y="320"/>
                      <a:pt x="210" y="320"/>
                      <a:pt x="210" y="320"/>
                    </a:cubicBezTo>
                    <a:cubicBezTo>
                      <a:pt x="210" y="320"/>
                      <a:pt x="210" y="320"/>
                      <a:pt x="210" y="320"/>
                    </a:cubicBezTo>
                    <a:cubicBezTo>
                      <a:pt x="210" y="319"/>
                      <a:pt x="210" y="319"/>
                      <a:pt x="211" y="318"/>
                    </a:cubicBezTo>
                    <a:cubicBezTo>
                      <a:pt x="211" y="318"/>
                      <a:pt x="211" y="318"/>
                      <a:pt x="211" y="318"/>
                    </a:cubicBezTo>
                    <a:cubicBezTo>
                      <a:pt x="211" y="318"/>
                      <a:pt x="211" y="318"/>
                      <a:pt x="211" y="318"/>
                    </a:cubicBezTo>
                    <a:cubicBezTo>
                      <a:pt x="211" y="318"/>
                      <a:pt x="211" y="318"/>
                      <a:pt x="211" y="318"/>
                    </a:cubicBezTo>
                    <a:cubicBezTo>
                      <a:pt x="211" y="318"/>
                      <a:pt x="211" y="317"/>
                      <a:pt x="212" y="317"/>
                    </a:cubicBezTo>
                    <a:cubicBezTo>
                      <a:pt x="212" y="317"/>
                      <a:pt x="212" y="317"/>
                      <a:pt x="212" y="317"/>
                    </a:cubicBezTo>
                    <a:cubicBezTo>
                      <a:pt x="212" y="317"/>
                      <a:pt x="212" y="317"/>
                      <a:pt x="212" y="317"/>
                    </a:cubicBezTo>
                    <a:cubicBezTo>
                      <a:pt x="212" y="317"/>
                      <a:pt x="212" y="317"/>
                      <a:pt x="212" y="317"/>
                    </a:cubicBezTo>
                    <a:cubicBezTo>
                      <a:pt x="212" y="317"/>
                      <a:pt x="213" y="316"/>
                      <a:pt x="213" y="316"/>
                    </a:cubicBezTo>
                    <a:cubicBezTo>
                      <a:pt x="213" y="316"/>
                      <a:pt x="213" y="316"/>
                      <a:pt x="213" y="316"/>
                    </a:cubicBezTo>
                    <a:cubicBezTo>
                      <a:pt x="213" y="316"/>
                      <a:pt x="214" y="316"/>
                      <a:pt x="214" y="316"/>
                    </a:cubicBezTo>
                    <a:cubicBezTo>
                      <a:pt x="214" y="316"/>
                      <a:pt x="214" y="316"/>
                      <a:pt x="214" y="316"/>
                    </a:cubicBezTo>
                    <a:cubicBezTo>
                      <a:pt x="215" y="316"/>
                      <a:pt x="215" y="316"/>
                      <a:pt x="216" y="315"/>
                    </a:cubicBezTo>
                    <a:cubicBezTo>
                      <a:pt x="216" y="315"/>
                      <a:pt x="216" y="315"/>
                      <a:pt x="216" y="315"/>
                    </a:cubicBezTo>
                    <a:cubicBezTo>
                      <a:pt x="217" y="315"/>
                      <a:pt x="218" y="315"/>
                      <a:pt x="218" y="315"/>
                    </a:cubicBezTo>
                    <a:cubicBezTo>
                      <a:pt x="218" y="315"/>
                      <a:pt x="218" y="315"/>
                      <a:pt x="218" y="315"/>
                    </a:cubicBezTo>
                    <a:cubicBezTo>
                      <a:pt x="219" y="315"/>
                      <a:pt x="220" y="314"/>
                      <a:pt x="220" y="313"/>
                    </a:cubicBezTo>
                    <a:cubicBezTo>
                      <a:pt x="220" y="313"/>
                      <a:pt x="220" y="313"/>
                      <a:pt x="220" y="313"/>
                    </a:cubicBezTo>
                    <a:cubicBezTo>
                      <a:pt x="221" y="313"/>
                      <a:pt x="221" y="313"/>
                      <a:pt x="221" y="312"/>
                    </a:cubicBezTo>
                    <a:cubicBezTo>
                      <a:pt x="221" y="312"/>
                      <a:pt x="221" y="312"/>
                      <a:pt x="221" y="312"/>
                    </a:cubicBezTo>
                    <a:cubicBezTo>
                      <a:pt x="223" y="312"/>
                      <a:pt x="224" y="312"/>
                      <a:pt x="225" y="311"/>
                    </a:cubicBezTo>
                    <a:cubicBezTo>
                      <a:pt x="225" y="311"/>
                      <a:pt x="225" y="311"/>
                      <a:pt x="225" y="311"/>
                    </a:cubicBezTo>
                    <a:cubicBezTo>
                      <a:pt x="225" y="311"/>
                      <a:pt x="225" y="311"/>
                      <a:pt x="225" y="310"/>
                    </a:cubicBezTo>
                    <a:cubicBezTo>
                      <a:pt x="225" y="310"/>
                      <a:pt x="225" y="310"/>
                      <a:pt x="225" y="310"/>
                    </a:cubicBezTo>
                    <a:cubicBezTo>
                      <a:pt x="227" y="310"/>
                      <a:pt x="228" y="309"/>
                      <a:pt x="229" y="309"/>
                    </a:cubicBezTo>
                    <a:cubicBezTo>
                      <a:pt x="229" y="309"/>
                      <a:pt x="229" y="309"/>
                      <a:pt x="229" y="309"/>
                    </a:cubicBezTo>
                    <a:cubicBezTo>
                      <a:pt x="229" y="308"/>
                      <a:pt x="229" y="307"/>
                      <a:pt x="229" y="307"/>
                    </a:cubicBezTo>
                    <a:cubicBezTo>
                      <a:pt x="229" y="307"/>
                      <a:pt x="229" y="307"/>
                      <a:pt x="229" y="307"/>
                    </a:cubicBezTo>
                    <a:cubicBezTo>
                      <a:pt x="229" y="306"/>
                      <a:pt x="229" y="306"/>
                      <a:pt x="230" y="305"/>
                    </a:cubicBezTo>
                    <a:cubicBezTo>
                      <a:pt x="230" y="305"/>
                      <a:pt x="230" y="305"/>
                      <a:pt x="230" y="305"/>
                    </a:cubicBezTo>
                    <a:cubicBezTo>
                      <a:pt x="231" y="303"/>
                      <a:pt x="231" y="303"/>
                      <a:pt x="231" y="303"/>
                    </a:cubicBezTo>
                    <a:cubicBezTo>
                      <a:pt x="231" y="303"/>
                      <a:pt x="231" y="303"/>
                      <a:pt x="231" y="303"/>
                    </a:cubicBezTo>
                    <a:cubicBezTo>
                      <a:pt x="233" y="301"/>
                      <a:pt x="233" y="301"/>
                      <a:pt x="233" y="301"/>
                    </a:cubicBezTo>
                    <a:cubicBezTo>
                      <a:pt x="233" y="301"/>
                      <a:pt x="233" y="301"/>
                      <a:pt x="233" y="301"/>
                    </a:cubicBezTo>
                    <a:cubicBezTo>
                      <a:pt x="233" y="299"/>
                      <a:pt x="233" y="299"/>
                      <a:pt x="233" y="299"/>
                    </a:cubicBezTo>
                    <a:cubicBezTo>
                      <a:pt x="233" y="299"/>
                      <a:pt x="233" y="299"/>
                      <a:pt x="233" y="299"/>
                    </a:cubicBezTo>
                    <a:cubicBezTo>
                      <a:pt x="234" y="297"/>
                      <a:pt x="234" y="297"/>
                      <a:pt x="234" y="297"/>
                    </a:cubicBezTo>
                    <a:cubicBezTo>
                      <a:pt x="234" y="297"/>
                      <a:pt x="234" y="297"/>
                      <a:pt x="234" y="297"/>
                    </a:cubicBezTo>
                    <a:cubicBezTo>
                      <a:pt x="235" y="295"/>
                      <a:pt x="235" y="295"/>
                      <a:pt x="235" y="295"/>
                    </a:cubicBezTo>
                    <a:cubicBezTo>
                      <a:pt x="235" y="295"/>
                      <a:pt x="235" y="295"/>
                      <a:pt x="235" y="295"/>
                    </a:cubicBezTo>
                    <a:cubicBezTo>
                      <a:pt x="236" y="293"/>
                      <a:pt x="236" y="293"/>
                      <a:pt x="236" y="293"/>
                    </a:cubicBezTo>
                    <a:cubicBezTo>
                      <a:pt x="236" y="293"/>
                      <a:pt x="236" y="293"/>
                      <a:pt x="236" y="29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8" y="302"/>
                      <a:pt x="208" y="302"/>
                    </a:cubicBezTo>
                    <a:cubicBezTo>
                      <a:pt x="208" y="302"/>
                      <a:pt x="208" y="302"/>
                      <a:pt x="208" y="302"/>
                    </a:cubicBezTo>
                    <a:cubicBezTo>
                      <a:pt x="207" y="302"/>
                      <a:pt x="207" y="302"/>
                      <a:pt x="207" y="302"/>
                    </a:cubicBezTo>
                    <a:cubicBezTo>
                      <a:pt x="207" y="302"/>
                      <a:pt x="207" y="302"/>
                      <a:pt x="207" y="302"/>
                    </a:cubicBezTo>
                    <a:cubicBezTo>
                      <a:pt x="206" y="302"/>
                      <a:pt x="206" y="302"/>
                      <a:pt x="206" y="301"/>
                    </a:cubicBezTo>
                    <a:cubicBezTo>
                      <a:pt x="206" y="301"/>
                      <a:pt x="206" y="301"/>
                      <a:pt x="206" y="301"/>
                    </a:cubicBezTo>
                    <a:cubicBezTo>
                      <a:pt x="206" y="301"/>
                      <a:pt x="206" y="300"/>
                      <a:pt x="206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6" y="299"/>
                      <a:pt x="206" y="298"/>
                      <a:pt x="206" y="297"/>
                    </a:cubicBezTo>
                    <a:cubicBezTo>
                      <a:pt x="206" y="297"/>
                      <a:pt x="206" y="297"/>
                      <a:pt x="206" y="297"/>
                    </a:cubicBezTo>
                    <a:cubicBezTo>
                      <a:pt x="206" y="297"/>
                      <a:pt x="206" y="297"/>
                      <a:pt x="206" y="297"/>
                    </a:cubicBezTo>
                    <a:cubicBezTo>
                      <a:pt x="206" y="297"/>
                      <a:pt x="206" y="297"/>
                      <a:pt x="206" y="297"/>
                    </a:cubicBezTo>
                    <a:cubicBezTo>
                      <a:pt x="206" y="297"/>
                      <a:pt x="206" y="296"/>
                      <a:pt x="206" y="295"/>
                    </a:cubicBezTo>
                    <a:cubicBezTo>
                      <a:pt x="206" y="295"/>
                      <a:pt x="206" y="295"/>
                      <a:pt x="206" y="295"/>
                    </a:cubicBezTo>
                    <a:cubicBezTo>
                      <a:pt x="207" y="294"/>
                      <a:pt x="208" y="292"/>
                      <a:pt x="210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5" y="290"/>
                      <a:pt x="215" y="290"/>
                      <a:pt x="215" y="290"/>
                    </a:cubicBezTo>
                    <a:cubicBezTo>
                      <a:pt x="215" y="290"/>
                      <a:pt x="215" y="290"/>
                      <a:pt x="215" y="290"/>
                    </a:cubicBezTo>
                    <a:cubicBezTo>
                      <a:pt x="221" y="288"/>
                      <a:pt x="221" y="288"/>
                      <a:pt x="221" y="288"/>
                    </a:cubicBezTo>
                    <a:cubicBezTo>
                      <a:pt x="221" y="288"/>
                      <a:pt x="221" y="288"/>
                      <a:pt x="221" y="288"/>
                    </a:cubicBezTo>
                    <a:cubicBezTo>
                      <a:pt x="227" y="286"/>
                      <a:pt x="227" y="286"/>
                      <a:pt x="227" y="286"/>
                    </a:cubicBezTo>
                    <a:cubicBezTo>
                      <a:pt x="227" y="286"/>
                      <a:pt x="227" y="286"/>
                      <a:pt x="227" y="286"/>
                    </a:cubicBezTo>
                    <a:cubicBezTo>
                      <a:pt x="233" y="283"/>
                      <a:pt x="233" y="283"/>
                      <a:pt x="233" y="283"/>
                    </a:cubicBezTo>
                    <a:cubicBezTo>
                      <a:pt x="233" y="283"/>
                      <a:pt x="233" y="283"/>
                      <a:pt x="233" y="283"/>
                    </a:cubicBezTo>
                    <a:cubicBezTo>
                      <a:pt x="237" y="281"/>
                      <a:pt x="237" y="281"/>
                      <a:pt x="237" y="281"/>
                    </a:cubicBezTo>
                    <a:cubicBezTo>
                      <a:pt x="237" y="281"/>
                      <a:pt x="237" y="281"/>
                      <a:pt x="237" y="281"/>
                    </a:cubicBezTo>
                    <a:cubicBezTo>
                      <a:pt x="242" y="278"/>
                      <a:pt x="242" y="278"/>
                      <a:pt x="242" y="278"/>
                    </a:cubicBezTo>
                    <a:cubicBezTo>
                      <a:pt x="242" y="278"/>
                      <a:pt x="242" y="278"/>
                      <a:pt x="242" y="278"/>
                    </a:cubicBezTo>
                    <a:cubicBezTo>
                      <a:pt x="247" y="274"/>
                      <a:pt x="247" y="274"/>
                      <a:pt x="247" y="274"/>
                    </a:cubicBezTo>
                    <a:cubicBezTo>
                      <a:pt x="247" y="274"/>
                      <a:pt x="247" y="274"/>
                      <a:pt x="247" y="274"/>
                    </a:cubicBezTo>
                    <a:cubicBezTo>
                      <a:pt x="251" y="269"/>
                      <a:pt x="251" y="269"/>
                      <a:pt x="251" y="269"/>
                    </a:cubicBezTo>
                    <a:cubicBezTo>
                      <a:pt x="251" y="269"/>
                      <a:pt x="251" y="269"/>
                      <a:pt x="251" y="269"/>
                    </a:cubicBezTo>
                    <a:cubicBezTo>
                      <a:pt x="250" y="266"/>
                      <a:pt x="250" y="266"/>
                      <a:pt x="250" y="266"/>
                    </a:cubicBezTo>
                    <a:cubicBezTo>
                      <a:pt x="250" y="266"/>
                      <a:pt x="250" y="266"/>
                      <a:pt x="250" y="266"/>
                    </a:cubicBezTo>
                    <a:cubicBezTo>
                      <a:pt x="250" y="263"/>
                      <a:pt x="250" y="263"/>
                      <a:pt x="250" y="263"/>
                    </a:cubicBezTo>
                    <a:cubicBezTo>
                      <a:pt x="250" y="263"/>
                      <a:pt x="250" y="263"/>
                      <a:pt x="250" y="263"/>
                    </a:cubicBezTo>
                    <a:cubicBezTo>
                      <a:pt x="249" y="259"/>
                      <a:pt x="249" y="259"/>
                      <a:pt x="249" y="259"/>
                    </a:cubicBezTo>
                    <a:cubicBezTo>
                      <a:pt x="249" y="259"/>
                      <a:pt x="249" y="259"/>
                      <a:pt x="249" y="259"/>
                    </a:cubicBezTo>
                    <a:cubicBezTo>
                      <a:pt x="249" y="256"/>
                      <a:pt x="249" y="256"/>
                      <a:pt x="249" y="256"/>
                    </a:cubicBezTo>
                    <a:cubicBezTo>
                      <a:pt x="249" y="256"/>
                      <a:pt x="249" y="256"/>
                      <a:pt x="249" y="256"/>
                    </a:cubicBezTo>
                    <a:cubicBezTo>
                      <a:pt x="247" y="254"/>
                      <a:pt x="247" y="254"/>
                      <a:pt x="247" y="254"/>
                    </a:cubicBezTo>
                    <a:cubicBezTo>
                      <a:pt x="247" y="254"/>
                      <a:pt x="247" y="254"/>
                      <a:pt x="247" y="254"/>
                    </a:cubicBezTo>
                    <a:cubicBezTo>
                      <a:pt x="246" y="251"/>
                      <a:pt x="246" y="251"/>
                      <a:pt x="246" y="251"/>
                    </a:cubicBezTo>
                    <a:cubicBezTo>
                      <a:pt x="246" y="251"/>
                      <a:pt x="246" y="251"/>
                      <a:pt x="246" y="251"/>
                    </a:cubicBezTo>
                    <a:cubicBezTo>
                      <a:pt x="243" y="248"/>
                      <a:pt x="243" y="248"/>
                      <a:pt x="243" y="248"/>
                    </a:cubicBezTo>
                    <a:cubicBezTo>
                      <a:pt x="243" y="248"/>
                      <a:pt x="243" y="248"/>
                      <a:pt x="243" y="248"/>
                    </a:cubicBezTo>
                    <a:cubicBezTo>
                      <a:pt x="242" y="245"/>
                      <a:pt x="242" y="245"/>
                      <a:pt x="242" y="245"/>
                    </a:cubicBezTo>
                    <a:cubicBezTo>
                      <a:pt x="242" y="245"/>
                      <a:pt x="242" y="245"/>
                      <a:pt x="242" y="245"/>
                    </a:cubicBezTo>
                    <a:cubicBezTo>
                      <a:pt x="236" y="244"/>
                      <a:pt x="236" y="244"/>
                      <a:pt x="236" y="244"/>
                    </a:cubicBezTo>
                    <a:cubicBezTo>
                      <a:pt x="236" y="244"/>
                      <a:pt x="236" y="244"/>
                      <a:pt x="236" y="244"/>
                    </a:cubicBezTo>
                    <a:cubicBezTo>
                      <a:pt x="214" y="268"/>
                      <a:pt x="214" y="268"/>
                      <a:pt x="214" y="268"/>
                    </a:cubicBezTo>
                    <a:cubicBezTo>
                      <a:pt x="214" y="268"/>
                      <a:pt x="214" y="268"/>
                      <a:pt x="214" y="268"/>
                    </a:cubicBezTo>
                    <a:cubicBezTo>
                      <a:pt x="213" y="274"/>
                      <a:pt x="213" y="274"/>
                      <a:pt x="213" y="274"/>
                    </a:cubicBezTo>
                    <a:cubicBezTo>
                      <a:pt x="213" y="274"/>
                      <a:pt x="213" y="274"/>
                      <a:pt x="213" y="274"/>
                    </a:cubicBezTo>
                    <a:cubicBezTo>
                      <a:pt x="212" y="279"/>
                      <a:pt x="212" y="279"/>
                      <a:pt x="212" y="279"/>
                    </a:cubicBezTo>
                    <a:cubicBezTo>
                      <a:pt x="212" y="279"/>
                      <a:pt x="212" y="279"/>
                      <a:pt x="212" y="279"/>
                    </a:cubicBezTo>
                    <a:cubicBezTo>
                      <a:pt x="209" y="283"/>
                      <a:pt x="209" y="283"/>
                      <a:pt x="209" y="283"/>
                    </a:cubicBezTo>
                    <a:cubicBezTo>
                      <a:pt x="209" y="283"/>
                      <a:pt x="209" y="283"/>
                      <a:pt x="209" y="283"/>
                    </a:cubicBezTo>
                    <a:cubicBezTo>
                      <a:pt x="207" y="286"/>
                      <a:pt x="207" y="286"/>
                      <a:pt x="207" y="286"/>
                    </a:cubicBezTo>
                    <a:cubicBezTo>
                      <a:pt x="207" y="286"/>
                      <a:pt x="207" y="286"/>
                      <a:pt x="207" y="286"/>
                    </a:cubicBezTo>
                    <a:cubicBezTo>
                      <a:pt x="202" y="291"/>
                      <a:pt x="202" y="291"/>
                      <a:pt x="202" y="291"/>
                    </a:cubicBezTo>
                    <a:cubicBezTo>
                      <a:pt x="202" y="291"/>
                      <a:pt x="202" y="291"/>
                      <a:pt x="202" y="291"/>
                    </a:cubicBezTo>
                    <a:cubicBezTo>
                      <a:pt x="201" y="292"/>
                      <a:pt x="200" y="293"/>
                      <a:pt x="199" y="294"/>
                    </a:cubicBezTo>
                    <a:cubicBezTo>
                      <a:pt x="199" y="294"/>
                      <a:pt x="199" y="294"/>
                      <a:pt x="199" y="294"/>
                    </a:cubicBezTo>
                    <a:cubicBezTo>
                      <a:pt x="198" y="295"/>
                      <a:pt x="197" y="296"/>
                      <a:pt x="195" y="297"/>
                    </a:cubicBezTo>
                    <a:cubicBezTo>
                      <a:pt x="195" y="297"/>
                      <a:pt x="195" y="297"/>
                      <a:pt x="195" y="297"/>
                    </a:cubicBezTo>
                    <a:cubicBezTo>
                      <a:pt x="194" y="299"/>
                      <a:pt x="194" y="300"/>
                      <a:pt x="193" y="301"/>
                    </a:cubicBezTo>
                    <a:cubicBezTo>
                      <a:pt x="193" y="301"/>
                      <a:pt x="193" y="301"/>
                      <a:pt x="193" y="301"/>
                    </a:cubicBezTo>
                    <a:cubicBezTo>
                      <a:pt x="192" y="304"/>
                      <a:pt x="192" y="307"/>
                      <a:pt x="191" y="310"/>
                    </a:cubicBezTo>
                    <a:cubicBezTo>
                      <a:pt x="191" y="310"/>
                      <a:pt x="191" y="310"/>
                      <a:pt x="191" y="310"/>
                    </a:cubicBezTo>
                    <a:cubicBezTo>
                      <a:pt x="191" y="312"/>
                      <a:pt x="190" y="315"/>
                      <a:pt x="190" y="317"/>
                    </a:cubicBezTo>
                    <a:cubicBezTo>
                      <a:pt x="190" y="317"/>
                      <a:pt x="190" y="317"/>
                      <a:pt x="190" y="317"/>
                    </a:cubicBezTo>
                    <a:cubicBezTo>
                      <a:pt x="189" y="320"/>
                      <a:pt x="189" y="322"/>
                      <a:pt x="189" y="324"/>
                    </a:cubicBezTo>
                    <a:cubicBezTo>
                      <a:pt x="189" y="324"/>
                      <a:pt x="189" y="324"/>
                      <a:pt x="189" y="324"/>
                    </a:cubicBezTo>
                    <a:cubicBezTo>
                      <a:pt x="189" y="327"/>
                      <a:pt x="189" y="330"/>
                      <a:pt x="190" y="332"/>
                    </a:cubicBezTo>
                    <a:cubicBezTo>
                      <a:pt x="190" y="332"/>
                      <a:pt x="190" y="332"/>
                      <a:pt x="190" y="332"/>
                    </a:cubicBezTo>
                    <a:cubicBezTo>
                      <a:pt x="190" y="335"/>
                      <a:pt x="190" y="337"/>
                      <a:pt x="190" y="339"/>
                    </a:cubicBezTo>
                    <a:cubicBezTo>
                      <a:pt x="190" y="339"/>
                      <a:pt x="190" y="339"/>
                      <a:pt x="190" y="339"/>
                    </a:cubicBezTo>
                    <a:cubicBezTo>
                      <a:pt x="191" y="342"/>
                      <a:pt x="192" y="344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  <a:cubicBezTo>
                      <a:pt x="194" y="349"/>
                      <a:pt x="194" y="351"/>
                      <a:pt x="195" y="353"/>
                    </a:cubicBezTo>
                    <a:cubicBezTo>
                      <a:pt x="195" y="353"/>
                      <a:pt x="195" y="353"/>
                      <a:pt x="195" y="353"/>
                    </a:cubicBezTo>
                    <a:cubicBezTo>
                      <a:pt x="200" y="359"/>
                      <a:pt x="200" y="359"/>
                      <a:pt x="200" y="359"/>
                    </a:cubicBezTo>
                    <a:close/>
                    <a:moveTo>
                      <a:pt x="634" y="347"/>
                    </a:moveTo>
                    <a:cubicBezTo>
                      <a:pt x="633" y="347"/>
                      <a:pt x="633" y="347"/>
                      <a:pt x="633" y="347"/>
                    </a:cubicBezTo>
                    <a:cubicBezTo>
                      <a:pt x="633" y="347"/>
                      <a:pt x="633" y="347"/>
                      <a:pt x="633" y="347"/>
                    </a:cubicBezTo>
                    <a:cubicBezTo>
                      <a:pt x="633" y="346"/>
                      <a:pt x="633" y="346"/>
                      <a:pt x="633" y="346"/>
                    </a:cubicBezTo>
                    <a:cubicBezTo>
                      <a:pt x="633" y="346"/>
                      <a:pt x="633" y="346"/>
                      <a:pt x="633" y="346"/>
                    </a:cubicBezTo>
                    <a:cubicBezTo>
                      <a:pt x="631" y="345"/>
                      <a:pt x="631" y="345"/>
                      <a:pt x="631" y="345"/>
                    </a:cubicBezTo>
                    <a:cubicBezTo>
                      <a:pt x="631" y="345"/>
                      <a:pt x="631" y="345"/>
                      <a:pt x="631" y="345"/>
                    </a:cubicBezTo>
                    <a:cubicBezTo>
                      <a:pt x="631" y="344"/>
                      <a:pt x="631" y="344"/>
                      <a:pt x="631" y="344"/>
                    </a:cubicBezTo>
                    <a:cubicBezTo>
                      <a:pt x="631" y="344"/>
                      <a:pt x="631" y="344"/>
                      <a:pt x="631" y="344"/>
                    </a:cubicBezTo>
                    <a:cubicBezTo>
                      <a:pt x="630" y="344"/>
                      <a:pt x="630" y="344"/>
                      <a:pt x="630" y="344"/>
                    </a:cubicBezTo>
                    <a:cubicBezTo>
                      <a:pt x="630" y="344"/>
                      <a:pt x="630" y="344"/>
                      <a:pt x="630" y="344"/>
                    </a:cubicBezTo>
                    <a:cubicBezTo>
                      <a:pt x="630" y="343"/>
                      <a:pt x="630" y="343"/>
                      <a:pt x="630" y="343"/>
                    </a:cubicBezTo>
                    <a:cubicBezTo>
                      <a:pt x="630" y="343"/>
                      <a:pt x="630" y="343"/>
                      <a:pt x="630" y="343"/>
                    </a:cubicBezTo>
                    <a:cubicBezTo>
                      <a:pt x="629" y="342"/>
                      <a:pt x="629" y="342"/>
                      <a:pt x="629" y="342"/>
                    </a:cubicBezTo>
                    <a:cubicBezTo>
                      <a:pt x="629" y="342"/>
                      <a:pt x="629" y="342"/>
                      <a:pt x="629" y="342"/>
                    </a:cubicBezTo>
                    <a:cubicBezTo>
                      <a:pt x="629" y="340"/>
                      <a:pt x="629" y="340"/>
                      <a:pt x="629" y="340"/>
                    </a:cubicBezTo>
                    <a:cubicBezTo>
                      <a:pt x="629" y="340"/>
                      <a:pt x="629" y="340"/>
                      <a:pt x="629" y="340"/>
                    </a:cubicBezTo>
                    <a:cubicBezTo>
                      <a:pt x="629" y="338"/>
                      <a:pt x="629" y="338"/>
                      <a:pt x="629" y="338"/>
                    </a:cubicBezTo>
                    <a:cubicBezTo>
                      <a:pt x="629" y="338"/>
                      <a:pt x="629" y="338"/>
                      <a:pt x="629" y="338"/>
                    </a:cubicBezTo>
                    <a:cubicBezTo>
                      <a:pt x="630" y="333"/>
                      <a:pt x="630" y="333"/>
                      <a:pt x="630" y="333"/>
                    </a:cubicBezTo>
                    <a:cubicBezTo>
                      <a:pt x="630" y="333"/>
                      <a:pt x="630" y="333"/>
                      <a:pt x="630" y="333"/>
                    </a:cubicBezTo>
                    <a:cubicBezTo>
                      <a:pt x="629" y="330"/>
                      <a:pt x="629" y="330"/>
                      <a:pt x="629" y="330"/>
                    </a:cubicBezTo>
                    <a:cubicBezTo>
                      <a:pt x="629" y="330"/>
                      <a:pt x="629" y="330"/>
                      <a:pt x="629" y="330"/>
                    </a:cubicBezTo>
                    <a:cubicBezTo>
                      <a:pt x="628" y="325"/>
                      <a:pt x="628" y="325"/>
                      <a:pt x="628" y="325"/>
                    </a:cubicBezTo>
                    <a:cubicBezTo>
                      <a:pt x="628" y="325"/>
                      <a:pt x="628" y="325"/>
                      <a:pt x="628" y="325"/>
                    </a:cubicBezTo>
                    <a:cubicBezTo>
                      <a:pt x="625" y="323"/>
                      <a:pt x="625" y="323"/>
                      <a:pt x="625" y="323"/>
                    </a:cubicBezTo>
                    <a:cubicBezTo>
                      <a:pt x="625" y="323"/>
                      <a:pt x="625" y="323"/>
                      <a:pt x="625" y="323"/>
                    </a:cubicBezTo>
                    <a:cubicBezTo>
                      <a:pt x="623" y="318"/>
                      <a:pt x="623" y="318"/>
                      <a:pt x="623" y="318"/>
                    </a:cubicBezTo>
                    <a:cubicBezTo>
                      <a:pt x="623" y="318"/>
                      <a:pt x="623" y="318"/>
                      <a:pt x="623" y="318"/>
                    </a:cubicBezTo>
                    <a:cubicBezTo>
                      <a:pt x="620" y="315"/>
                      <a:pt x="620" y="315"/>
                      <a:pt x="620" y="315"/>
                    </a:cubicBezTo>
                    <a:cubicBezTo>
                      <a:pt x="620" y="315"/>
                      <a:pt x="620" y="315"/>
                      <a:pt x="620" y="315"/>
                    </a:cubicBezTo>
                    <a:cubicBezTo>
                      <a:pt x="618" y="310"/>
                      <a:pt x="618" y="310"/>
                      <a:pt x="618" y="310"/>
                    </a:cubicBezTo>
                    <a:cubicBezTo>
                      <a:pt x="618" y="310"/>
                      <a:pt x="618" y="310"/>
                      <a:pt x="618" y="310"/>
                    </a:cubicBezTo>
                    <a:cubicBezTo>
                      <a:pt x="616" y="310"/>
                      <a:pt x="616" y="310"/>
                      <a:pt x="616" y="310"/>
                    </a:cubicBezTo>
                    <a:cubicBezTo>
                      <a:pt x="616" y="310"/>
                      <a:pt x="616" y="310"/>
                      <a:pt x="616" y="310"/>
                    </a:cubicBezTo>
                    <a:cubicBezTo>
                      <a:pt x="615" y="310"/>
                      <a:pt x="615" y="310"/>
                      <a:pt x="615" y="310"/>
                    </a:cubicBezTo>
                    <a:cubicBezTo>
                      <a:pt x="615" y="310"/>
                      <a:pt x="615" y="310"/>
                      <a:pt x="615" y="310"/>
                    </a:cubicBezTo>
                    <a:cubicBezTo>
                      <a:pt x="612" y="310"/>
                      <a:pt x="612" y="310"/>
                      <a:pt x="612" y="310"/>
                    </a:cubicBezTo>
                    <a:cubicBezTo>
                      <a:pt x="612" y="310"/>
                      <a:pt x="612" y="310"/>
                      <a:pt x="612" y="310"/>
                    </a:cubicBezTo>
                    <a:cubicBezTo>
                      <a:pt x="611" y="309"/>
                      <a:pt x="611" y="309"/>
                      <a:pt x="611" y="309"/>
                    </a:cubicBezTo>
                    <a:cubicBezTo>
                      <a:pt x="611" y="309"/>
                      <a:pt x="611" y="309"/>
                      <a:pt x="611" y="309"/>
                    </a:cubicBezTo>
                    <a:cubicBezTo>
                      <a:pt x="609" y="309"/>
                      <a:pt x="609" y="309"/>
                      <a:pt x="609" y="309"/>
                    </a:cubicBezTo>
                    <a:cubicBezTo>
                      <a:pt x="609" y="309"/>
                      <a:pt x="609" y="309"/>
                      <a:pt x="609" y="309"/>
                    </a:cubicBezTo>
                    <a:cubicBezTo>
                      <a:pt x="608" y="307"/>
                      <a:pt x="608" y="307"/>
                      <a:pt x="608" y="307"/>
                    </a:cubicBezTo>
                    <a:cubicBezTo>
                      <a:pt x="608" y="307"/>
                      <a:pt x="608" y="307"/>
                      <a:pt x="608" y="307"/>
                    </a:cubicBezTo>
                    <a:cubicBezTo>
                      <a:pt x="607" y="306"/>
                      <a:pt x="607" y="306"/>
                      <a:pt x="607" y="306"/>
                    </a:cubicBezTo>
                    <a:cubicBezTo>
                      <a:pt x="607" y="306"/>
                      <a:pt x="607" y="306"/>
                      <a:pt x="607" y="306"/>
                    </a:cubicBezTo>
                    <a:cubicBezTo>
                      <a:pt x="607" y="304"/>
                      <a:pt x="607" y="304"/>
                      <a:pt x="607" y="304"/>
                    </a:cubicBezTo>
                    <a:cubicBezTo>
                      <a:pt x="607" y="304"/>
                      <a:pt x="607" y="304"/>
                      <a:pt x="607" y="304"/>
                    </a:cubicBezTo>
                    <a:cubicBezTo>
                      <a:pt x="614" y="305"/>
                      <a:pt x="614" y="305"/>
                      <a:pt x="614" y="305"/>
                    </a:cubicBezTo>
                    <a:cubicBezTo>
                      <a:pt x="614" y="305"/>
                      <a:pt x="614" y="305"/>
                      <a:pt x="614" y="305"/>
                    </a:cubicBezTo>
                    <a:cubicBezTo>
                      <a:pt x="620" y="307"/>
                      <a:pt x="620" y="307"/>
                      <a:pt x="620" y="307"/>
                    </a:cubicBezTo>
                    <a:cubicBezTo>
                      <a:pt x="620" y="307"/>
                      <a:pt x="620" y="307"/>
                      <a:pt x="620" y="307"/>
                    </a:cubicBezTo>
                    <a:cubicBezTo>
                      <a:pt x="627" y="310"/>
                      <a:pt x="627" y="310"/>
                      <a:pt x="627" y="310"/>
                    </a:cubicBezTo>
                    <a:cubicBezTo>
                      <a:pt x="627" y="310"/>
                      <a:pt x="627" y="310"/>
                      <a:pt x="627" y="310"/>
                    </a:cubicBezTo>
                    <a:cubicBezTo>
                      <a:pt x="635" y="311"/>
                      <a:pt x="635" y="311"/>
                      <a:pt x="635" y="311"/>
                    </a:cubicBezTo>
                    <a:cubicBezTo>
                      <a:pt x="635" y="311"/>
                      <a:pt x="635" y="311"/>
                      <a:pt x="635" y="311"/>
                    </a:cubicBezTo>
                    <a:cubicBezTo>
                      <a:pt x="641" y="316"/>
                      <a:pt x="641" y="316"/>
                      <a:pt x="641" y="316"/>
                    </a:cubicBezTo>
                    <a:cubicBezTo>
                      <a:pt x="641" y="316"/>
                      <a:pt x="641" y="316"/>
                      <a:pt x="641" y="316"/>
                    </a:cubicBezTo>
                    <a:cubicBezTo>
                      <a:pt x="647" y="320"/>
                      <a:pt x="647" y="320"/>
                      <a:pt x="647" y="320"/>
                    </a:cubicBezTo>
                    <a:cubicBezTo>
                      <a:pt x="647" y="320"/>
                      <a:pt x="647" y="320"/>
                      <a:pt x="647" y="320"/>
                    </a:cubicBezTo>
                    <a:cubicBezTo>
                      <a:pt x="653" y="324"/>
                      <a:pt x="653" y="324"/>
                      <a:pt x="653" y="324"/>
                    </a:cubicBezTo>
                    <a:cubicBezTo>
                      <a:pt x="653" y="324"/>
                      <a:pt x="653" y="324"/>
                      <a:pt x="653" y="324"/>
                    </a:cubicBezTo>
                    <a:cubicBezTo>
                      <a:pt x="660" y="327"/>
                      <a:pt x="660" y="327"/>
                      <a:pt x="660" y="327"/>
                    </a:cubicBezTo>
                    <a:cubicBezTo>
                      <a:pt x="660" y="327"/>
                      <a:pt x="660" y="327"/>
                      <a:pt x="660" y="327"/>
                    </a:cubicBezTo>
                    <a:cubicBezTo>
                      <a:pt x="660" y="334"/>
                      <a:pt x="660" y="334"/>
                      <a:pt x="660" y="334"/>
                    </a:cubicBezTo>
                    <a:cubicBezTo>
                      <a:pt x="660" y="334"/>
                      <a:pt x="660" y="334"/>
                      <a:pt x="660" y="334"/>
                    </a:cubicBezTo>
                    <a:cubicBezTo>
                      <a:pt x="657" y="337"/>
                      <a:pt x="657" y="337"/>
                      <a:pt x="657" y="337"/>
                    </a:cubicBezTo>
                    <a:cubicBezTo>
                      <a:pt x="657" y="337"/>
                      <a:pt x="657" y="337"/>
                      <a:pt x="657" y="337"/>
                    </a:cubicBezTo>
                    <a:cubicBezTo>
                      <a:pt x="654" y="338"/>
                      <a:pt x="654" y="338"/>
                      <a:pt x="654" y="338"/>
                    </a:cubicBezTo>
                    <a:cubicBezTo>
                      <a:pt x="654" y="338"/>
                      <a:pt x="654" y="338"/>
                      <a:pt x="654" y="338"/>
                    </a:cubicBezTo>
                    <a:cubicBezTo>
                      <a:pt x="651" y="339"/>
                      <a:pt x="651" y="339"/>
                      <a:pt x="651" y="339"/>
                    </a:cubicBezTo>
                    <a:cubicBezTo>
                      <a:pt x="651" y="339"/>
                      <a:pt x="651" y="339"/>
                      <a:pt x="651" y="339"/>
                    </a:cubicBezTo>
                    <a:cubicBezTo>
                      <a:pt x="649" y="339"/>
                      <a:pt x="649" y="339"/>
                      <a:pt x="649" y="339"/>
                    </a:cubicBezTo>
                    <a:cubicBezTo>
                      <a:pt x="649" y="339"/>
                      <a:pt x="649" y="339"/>
                      <a:pt x="649" y="339"/>
                    </a:cubicBezTo>
                    <a:cubicBezTo>
                      <a:pt x="646" y="341"/>
                      <a:pt x="646" y="341"/>
                      <a:pt x="646" y="341"/>
                    </a:cubicBezTo>
                    <a:cubicBezTo>
                      <a:pt x="646" y="341"/>
                      <a:pt x="646" y="341"/>
                      <a:pt x="646" y="341"/>
                    </a:cubicBezTo>
                    <a:cubicBezTo>
                      <a:pt x="643" y="341"/>
                      <a:pt x="643" y="341"/>
                      <a:pt x="643" y="341"/>
                    </a:cubicBezTo>
                    <a:cubicBezTo>
                      <a:pt x="643" y="341"/>
                      <a:pt x="643" y="341"/>
                      <a:pt x="643" y="341"/>
                    </a:cubicBezTo>
                    <a:cubicBezTo>
                      <a:pt x="640" y="342"/>
                      <a:pt x="640" y="342"/>
                      <a:pt x="640" y="342"/>
                    </a:cubicBezTo>
                    <a:cubicBezTo>
                      <a:pt x="640" y="342"/>
                      <a:pt x="640" y="342"/>
                      <a:pt x="640" y="342"/>
                    </a:cubicBezTo>
                    <a:cubicBezTo>
                      <a:pt x="638" y="342"/>
                      <a:pt x="638" y="342"/>
                      <a:pt x="638" y="342"/>
                    </a:cubicBezTo>
                    <a:cubicBezTo>
                      <a:pt x="638" y="342"/>
                      <a:pt x="638" y="342"/>
                      <a:pt x="638" y="342"/>
                    </a:cubicBezTo>
                    <a:cubicBezTo>
                      <a:pt x="635" y="347"/>
                      <a:pt x="635" y="347"/>
                      <a:pt x="635" y="347"/>
                    </a:cubicBezTo>
                    <a:lnTo>
                      <a:pt x="634" y="347"/>
                    </a:lnTo>
                    <a:close/>
                    <a:moveTo>
                      <a:pt x="137" y="267"/>
                    </a:moveTo>
                    <a:cubicBezTo>
                      <a:pt x="181" y="255"/>
                      <a:pt x="181" y="255"/>
                      <a:pt x="181" y="255"/>
                    </a:cubicBezTo>
                    <a:cubicBezTo>
                      <a:pt x="181" y="255"/>
                      <a:pt x="181" y="255"/>
                      <a:pt x="181" y="255"/>
                    </a:cubicBezTo>
                    <a:cubicBezTo>
                      <a:pt x="186" y="253"/>
                      <a:pt x="191" y="251"/>
                      <a:pt x="196" y="250"/>
                    </a:cubicBezTo>
                    <a:cubicBezTo>
                      <a:pt x="196" y="250"/>
                      <a:pt x="196" y="250"/>
                      <a:pt x="196" y="250"/>
                    </a:cubicBezTo>
                    <a:cubicBezTo>
                      <a:pt x="211" y="243"/>
                      <a:pt x="211" y="243"/>
                      <a:pt x="211" y="243"/>
                    </a:cubicBezTo>
                    <a:cubicBezTo>
                      <a:pt x="211" y="243"/>
                      <a:pt x="211" y="243"/>
                      <a:pt x="211" y="243"/>
                    </a:cubicBezTo>
                    <a:cubicBezTo>
                      <a:pt x="224" y="235"/>
                      <a:pt x="224" y="235"/>
                      <a:pt x="224" y="235"/>
                    </a:cubicBezTo>
                    <a:cubicBezTo>
                      <a:pt x="224" y="235"/>
                      <a:pt x="224" y="235"/>
                      <a:pt x="224" y="235"/>
                    </a:cubicBezTo>
                    <a:cubicBezTo>
                      <a:pt x="237" y="226"/>
                      <a:pt x="237" y="226"/>
                      <a:pt x="237" y="226"/>
                    </a:cubicBezTo>
                    <a:cubicBezTo>
                      <a:pt x="237" y="226"/>
                      <a:pt x="237" y="226"/>
                      <a:pt x="237" y="226"/>
                    </a:cubicBezTo>
                    <a:cubicBezTo>
                      <a:pt x="249" y="216"/>
                      <a:pt x="249" y="216"/>
                      <a:pt x="249" y="216"/>
                    </a:cubicBezTo>
                    <a:cubicBezTo>
                      <a:pt x="249" y="216"/>
                      <a:pt x="249" y="216"/>
                      <a:pt x="249" y="216"/>
                    </a:cubicBezTo>
                    <a:cubicBezTo>
                      <a:pt x="259" y="205"/>
                      <a:pt x="259" y="205"/>
                      <a:pt x="259" y="205"/>
                    </a:cubicBezTo>
                    <a:cubicBezTo>
                      <a:pt x="259" y="205"/>
                      <a:pt x="259" y="205"/>
                      <a:pt x="259" y="205"/>
                    </a:cubicBezTo>
                    <a:cubicBezTo>
                      <a:pt x="268" y="193"/>
                      <a:pt x="268" y="193"/>
                      <a:pt x="268" y="193"/>
                    </a:cubicBezTo>
                    <a:cubicBezTo>
                      <a:pt x="268" y="193"/>
                      <a:pt x="268" y="193"/>
                      <a:pt x="268" y="193"/>
                    </a:cubicBezTo>
                    <a:cubicBezTo>
                      <a:pt x="275" y="178"/>
                      <a:pt x="275" y="178"/>
                      <a:pt x="275" y="178"/>
                    </a:cubicBezTo>
                    <a:cubicBezTo>
                      <a:pt x="275" y="178"/>
                      <a:pt x="275" y="178"/>
                      <a:pt x="275" y="178"/>
                    </a:cubicBezTo>
                    <a:cubicBezTo>
                      <a:pt x="274" y="176"/>
                      <a:pt x="274" y="176"/>
                      <a:pt x="274" y="176"/>
                    </a:cubicBezTo>
                    <a:cubicBezTo>
                      <a:pt x="274" y="176"/>
                      <a:pt x="274" y="176"/>
                      <a:pt x="274" y="176"/>
                    </a:cubicBezTo>
                    <a:cubicBezTo>
                      <a:pt x="233" y="197"/>
                      <a:pt x="233" y="197"/>
                      <a:pt x="233" y="197"/>
                    </a:cubicBezTo>
                    <a:cubicBezTo>
                      <a:pt x="233" y="197"/>
                      <a:pt x="233" y="197"/>
                      <a:pt x="233" y="197"/>
                    </a:cubicBezTo>
                    <a:cubicBezTo>
                      <a:pt x="232" y="200"/>
                      <a:pt x="232" y="200"/>
                      <a:pt x="232" y="200"/>
                    </a:cubicBezTo>
                    <a:cubicBezTo>
                      <a:pt x="232" y="200"/>
                      <a:pt x="232" y="200"/>
                      <a:pt x="232" y="200"/>
                    </a:cubicBezTo>
                    <a:cubicBezTo>
                      <a:pt x="232" y="201"/>
                      <a:pt x="232" y="201"/>
                      <a:pt x="232" y="201"/>
                    </a:cubicBezTo>
                    <a:cubicBezTo>
                      <a:pt x="232" y="201"/>
                      <a:pt x="232" y="201"/>
                      <a:pt x="232" y="201"/>
                    </a:cubicBezTo>
                    <a:cubicBezTo>
                      <a:pt x="232" y="203"/>
                      <a:pt x="232" y="203"/>
                      <a:pt x="232" y="203"/>
                    </a:cubicBezTo>
                    <a:cubicBezTo>
                      <a:pt x="232" y="203"/>
                      <a:pt x="232" y="203"/>
                      <a:pt x="232" y="203"/>
                    </a:cubicBezTo>
                    <a:cubicBezTo>
                      <a:pt x="232" y="205"/>
                      <a:pt x="232" y="205"/>
                      <a:pt x="232" y="205"/>
                    </a:cubicBezTo>
                    <a:cubicBezTo>
                      <a:pt x="232" y="205"/>
                      <a:pt x="232" y="205"/>
                      <a:pt x="232" y="205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1" y="210"/>
                      <a:pt x="231" y="210"/>
                      <a:pt x="231" y="210"/>
                    </a:cubicBezTo>
                    <a:cubicBezTo>
                      <a:pt x="231" y="210"/>
                      <a:pt x="231" y="210"/>
                      <a:pt x="231" y="210"/>
                    </a:cubicBezTo>
                    <a:cubicBezTo>
                      <a:pt x="231" y="212"/>
                      <a:pt x="231" y="212"/>
                      <a:pt x="231" y="212"/>
                    </a:cubicBezTo>
                    <a:cubicBezTo>
                      <a:pt x="231" y="212"/>
                      <a:pt x="231" y="212"/>
                      <a:pt x="231" y="212"/>
                    </a:cubicBezTo>
                    <a:cubicBezTo>
                      <a:pt x="231" y="213"/>
                      <a:pt x="231" y="213"/>
                      <a:pt x="231" y="213"/>
                    </a:cubicBezTo>
                    <a:cubicBezTo>
                      <a:pt x="231" y="213"/>
                      <a:pt x="231" y="213"/>
                      <a:pt x="231" y="213"/>
                    </a:cubicBezTo>
                    <a:cubicBezTo>
                      <a:pt x="225" y="213"/>
                      <a:pt x="225" y="213"/>
                      <a:pt x="225" y="213"/>
                    </a:cubicBezTo>
                    <a:cubicBezTo>
                      <a:pt x="225" y="213"/>
                      <a:pt x="225" y="213"/>
                      <a:pt x="225" y="213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21" y="211"/>
                      <a:pt x="221" y="211"/>
                      <a:pt x="221" y="211"/>
                    </a:cubicBezTo>
                    <a:cubicBezTo>
                      <a:pt x="221" y="211"/>
                      <a:pt x="221" y="211"/>
                      <a:pt x="221" y="211"/>
                    </a:cubicBezTo>
                    <a:cubicBezTo>
                      <a:pt x="220" y="210"/>
                      <a:pt x="220" y="210"/>
                      <a:pt x="220" y="210"/>
                    </a:cubicBezTo>
                    <a:cubicBezTo>
                      <a:pt x="220" y="210"/>
                      <a:pt x="220" y="210"/>
                      <a:pt x="220" y="210"/>
                    </a:cubicBezTo>
                    <a:cubicBezTo>
                      <a:pt x="219" y="208"/>
                      <a:pt x="219" y="208"/>
                      <a:pt x="219" y="208"/>
                    </a:cubicBezTo>
                    <a:cubicBezTo>
                      <a:pt x="219" y="208"/>
                      <a:pt x="219" y="208"/>
                      <a:pt x="219" y="208"/>
                    </a:cubicBezTo>
                    <a:cubicBezTo>
                      <a:pt x="217" y="208"/>
                      <a:pt x="217" y="208"/>
                      <a:pt x="217" y="208"/>
                    </a:cubicBezTo>
                    <a:cubicBezTo>
                      <a:pt x="217" y="208"/>
                      <a:pt x="217" y="208"/>
                      <a:pt x="217" y="208"/>
                    </a:cubicBezTo>
                    <a:cubicBezTo>
                      <a:pt x="216" y="207"/>
                      <a:pt x="216" y="207"/>
                      <a:pt x="216" y="207"/>
                    </a:cubicBezTo>
                    <a:cubicBezTo>
                      <a:pt x="216" y="207"/>
                      <a:pt x="216" y="207"/>
                      <a:pt x="216" y="207"/>
                    </a:cubicBezTo>
                    <a:cubicBezTo>
                      <a:pt x="214" y="207"/>
                      <a:pt x="214" y="207"/>
                      <a:pt x="214" y="207"/>
                    </a:cubicBezTo>
                    <a:cubicBezTo>
                      <a:pt x="214" y="207"/>
                      <a:pt x="214" y="207"/>
                      <a:pt x="214" y="207"/>
                    </a:cubicBezTo>
                    <a:cubicBezTo>
                      <a:pt x="214" y="206"/>
                      <a:pt x="214" y="206"/>
                      <a:pt x="214" y="206"/>
                    </a:cubicBezTo>
                    <a:cubicBezTo>
                      <a:pt x="214" y="206"/>
                      <a:pt x="214" y="206"/>
                      <a:pt x="214" y="206"/>
                    </a:cubicBezTo>
                    <a:cubicBezTo>
                      <a:pt x="210" y="210"/>
                      <a:pt x="210" y="210"/>
                      <a:pt x="210" y="210"/>
                    </a:cubicBezTo>
                    <a:cubicBezTo>
                      <a:pt x="210" y="210"/>
                      <a:pt x="210" y="210"/>
                      <a:pt x="210" y="210"/>
                    </a:cubicBezTo>
                    <a:cubicBezTo>
                      <a:pt x="166" y="232"/>
                      <a:pt x="166" y="232"/>
                      <a:pt x="166" y="232"/>
                    </a:cubicBezTo>
                    <a:cubicBezTo>
                      <a:pt x="166" y="232"/>
                      <a:pt x="166" y="232"/>
                      <a:pt x="166" y="232"/>
                    </a:cubicBezTo>
                    <a:cubicBezTo>
                      <a:pt x="160" y="238"/>
                      <a:pt x="160" y="238"/>
                      <a:pt x="160" y="238"/>
                    </a:cubicBezTo>
                    <a:cubicBezTo>
                      <a:pt x="160" y="238"/>
                      <a:pt x="160" y="238"/>
                      <a:pt x="160" y="238"/>
                    </a:cubicBezTo>
                    <a:cubicBezTo>
                      <a:pt x="155" y="241"/>
                      <a:pt x="155" y="241"/>
                      <a:pt x="155" y="241"/>
                    </a:cubicBezTo>
                    <a:cubicBezTo>
                      <a:pt x="155" y="241"/>
                      <a:pt x="155" y="241"/>
                      <a:pt x="155" y="241"/>
                    </a:cubicBezTo>
                    <a:cubicBezTo>
                      <a:pt x="149" y="244"/>
                      <a:pt x="149" y="244"/>
                      <a:pt x="149" y="244"/>
                    </a:cubicBezTo>
                    <a:cubicBezTo>
                      <a:pt x="149" y="244"/>
                      <a:pt x="149" y="244"/>
                      <a:pt x="149" y="244"/>
                    </a:cubicBezTo>
                    <a:cubicBezTo>
                      <a:pt x="145" y="247"/>
                      <a:pt x="145" y="247"/>
                      <a:pt x="145" y="247"/>
                    </a:cubicBezTo>
                    <a:cubicBezTo>
                      <a:pt x="145" y="247"/>
                      <a:pt x="145" y="247"/>
                      <a:pt x="145" y="247"/>
                    </a:cubicBezTo>
                    <a:cubicBezTo>
                      <a:pt x="138" y="251"/>
                      <a:pt x="138" y="251"/>
                      <a:pt x="138" y="251"/>
                    </a:cubicBezTo>
                    <a:cubicBezTo>
                      <a:pt x="138" y="251"/>
                      <a:pt x="138" y="251"/>
                      <a:pt x="138" y="251"/>
                    </a:cubicBezTo>
                    <a:cubicBezTo>
                      <a:pt x="135" y="255"/>
                      <a:pt x="135" y="255"/>
                      <a:pt x="135" y="255"/>
                    </a:cubicBezTo>
                    <a:cubicBezTo>
                      <a:pt x="135" y="255"/>
                      <a:pt x="135" y="255"/>
                      <a:pt x="135" y="255"/>
                    </a:cubicBezTo>
                    <a:cubicBezTo>
                      <a:pt x="134" y="256"/>
                      <a:pt x="133" y="258"/>
                      <a:pt x="132" y="260"/>
                    </a:cubicBezTo>
                    <a:cubicBezTo>
                      <a:pt x="132" y="260"/>
                      <a:pt x="132" y="260"/>
                      <a:pt x="132" y="260"/>
                    </a:cubicBezTo>
                    <a:cubicBezTo>
                      <a:pt x="132" y="262"/>
                      <a:pt x="131" y="263"/>
                      <a:pt x="131" y="265"/>
                    </a:cubicBezTo>
                    <a:cubicBezTo>
                      <a:pt x="131" y="265"/>
                      <a:pt x="131" y="265"/>
                      <a:pt x="131" y="265"/>
                    </a:cubicBezTo>
                    <a:cubicBezTo>
                      <a:pt x="133" y="265"/>
                      <a:pt x="135" y="266"/>
                      <a:pt x="137" y="267"/>
                    </a:cubicBezTo>
                    <a:close/>
                    <a:moveTo>
                      <a:pt x="576" y="207"/>
                    </a:moveTo>
                    <a:cubicBezTo>
                      <a:pt x="581" y="167"/>
                      <a:pt x="581" y="167"/>
                      <a:pt x="581" y="167"/>
                    </a:cubicBezTo>
                    <a:cubicBezTo>
                      <a:pt x="581" y="167"/>
                      <a:pt x="581" y="167"/>
                      <a:pt x="581" y="167"/>
                    </a:cubicBezTo>
                    <a:cubicBezTo>
                      <a:pt x="627" y="138"/>
                      <a:pt x="627" y="138"/>
                      <a:pt x="627" y="138"/>
                    </a:cubicBezTo>
                    <a:cubicBezTo>
                      <a:pt x="627" y="138"/>
                      <a:pt x="627" y="138"/>
                      <a:pt x="627" y="138"/>
                    </a:cubicBezTo>
                    <a:cubicBezTo>
                      <a:pt x="633" y="141"/>
                      <a:pt x="633" y="141"/>
                      <a:pt x="633" y="141"/>
                    </a:cubicBezTo>
                    <a:cubicBezTo>
                      <a:pt x="633" y="141"/>
                      <a:pt x="633" y="141"/>
                      <a:pt x="633" y="141"/>
                    </a:cubicBezTo>
                    <a:cubicBezTo>
                      <a:pt x="630" y="149"/>
                      <a:pt x="630" y="149"/>
                      <a:pt x="630" y="149"/>
                    </a:cubicBezTo>
                    <a:cubicBezTo>
                      <a:pt x="630" y="149"/>
                      <a:pt x="630" y="149"/>
                      <a:pt x="630" y="149"/>
                    </a:cubicBezTo>
                    <a:cubicBezTo>
                      <a:pt x="628" y="157"/>
                      <a:pt x="628" y="157"/>
                      <a:pt x="628" y="157"/>
                    </a:cubicBezTo>
                    <a:cubicBezTo>
                      <a:pt x="628" y="157"/>
                      <a:pt x="628" y="157"/>
                      <a:pt x="628" y="157"/>
                    </a:cubicBezTo>
                    <a:cubicBezTo>
                      <a:pt x="623" y="163"/>
                      <a:pt x="623" y="163"/>
                      <a:pt x="623" y="163"/>
                    </a:cubicBezTo>
                    <a:cubicBezTo>
                      <a:pt x="623" y="163"/>
                      <a:pt x="623" y="163"/>
                      <a:pt x="623" y="163"/>
                    </a:cubicBezTo>
                    <a:cubicBezTo>
                      <a:pt x="619" y="169"/>
                      <a:pt x="619" y="169"/>
                      <a:pt x="619" y="169"/>
                    </a:cubicBezTo>
                    <a:cubicBezTo>
                      <a:pt x="619" y="169"/>
                      <a:pt x="619" y="169"/>
                      <a:pt x="619" y="169"/>
                    </a:cubicBezTo>
                    <a:cubicBezTo>
                      <a:pt x="612" y="175"/>
                      <a:pt x="612" y="175"/>
                      <a:pt x="612" y="175"/>
                    </a:cubicBezTo>
                    <a:cubicBezTo>
                      <a:pt x="612" y="175"/>
                      <a:pt x="612" y="175"/>
                      <a:pt x="612" y="175"/>
                    </a:cubicBezTo>
                    <a:cubicBezTo>
                      <a:pt x="607" y="181"/>
                      <a:pt x="607" y="181"/>
                      <a:pt x="607" y="181"/>
                    </a:cubicBezTo>
                    <a:cubicBezTo>
                      <a:pt x="607" y="181"/>
                      <a:pt x="607" y="181"/>
                      <a:pt x="607" y="181"/>
                    </a:cubicBezTo>
                    <a:cubicBezTo>
                      <a:pt x="601" y="187"/>
                      <a:pt x="601" y="187"/>
                      <a:pt x="601" y="187"/>
                    </a:cubicBezTo>
                    <a:cubicBezTo>
                      <a:pt x="601" y="187"/>
                      <a:pt x="601" y="187"/>
                      <a:pt x="601" y="187"/>
                    </a:cubicBezTo>
                    <a:cubicBezTo>
                      <a:pt x="597" y="193"/>
                      <a:pt x="597" y="193"/>
                      <a:pt x="597" y="193"/>
                    </a:cubicBezTo>
                    <a:cubicBezTo>
                      <a:pt x="597" y="193"/>
                      <a:pt x="597" y="193"/>
                      <a:pt x="597" y="193"/>
                    </a:cubicBezTo>
                    <a:cubicBezTo>
                      <a:pt x="593" y="196"/>
                      <a:pt x="593" y="196"/>
                      <a:pt x="593" y="196"/>
                    </a:cubicBezTo>
                    <a:cubicBezTo>
                      <a:pt x="593" y="196"/>
                      <a:pt x="593" y="196"/>
                      <a:pt x="593" y="196"/>
                    </a:cubicBezTo>
                    <a:cubicBezTo>
                      <a:pt x="592" y="198"/>
                      <a:pt x="592" y="198"/>
                      <a:pt x="592" y="198"/>
                    </a:cubicBezTo>
                    <a:cubicBezTo>
                      <a:pt x="592" y="198"/>
                      <a:pt x="592" y="198"/>
                      <a:pt x="592" y="198"/>
                    </a:cubicBezTo>
                    <a:cubicBezTo>
                      <a:pt x="589" y="200"/>
                      <a:pt x="589" y="200"/>
                      <a:pt x="589" y="200"/>
                    </a:cubicBezTo>
                    <a:cubicBezTo>
                      <a:pt x="589" y="200"/>
                      <a:pt x="589" y="200"/>
                      <a:pt x="589" y="200"/>
                    </a:cubicBezTo>
                    <a:cubicBezTo>
                      <a:pt x="587" y="201"/>
                      <a:pt x="587" y="201"/>
                      <a:pt x="587" y="201"/>
                    </a:cubicBezTo>
                    <a:cubicBezTo>
                      <a:pt x="587" y="201"/>
                      <a:pt x="587" y="201"/>
                      <a:pt x="587" y="201"/>
                    </a:cubicBezTo>
                    <a:cubicBezTo>
                      <a:pt x="584" y="204"/>
                      <a:pt x="584" y="204"/>
                      <a:pt x="584" y="204"/>
                    </a:cubicBezTo>
                    <a:cubicBezTo>
                      <a:pt x="584" y="204"/>
                      <a:pt x="584" y="204"/>
                      <a:pt x="584" y="204"/>
                    </a:cubicBezTo>
                    <a:cubicBezTo>
                      <a:pt x="582" y="206"/>
                      <a:pt x="582" y="206"/>
                      <a:pt x="582" y="206"/>
                    </a:cubicBezTo>
                    <a:cubicBezTo>
                      <a:pt x="582" y="206"/>
                      <a:pt x="582" y="206"/>
                      <a:pt x="582" y="206"/>
                    </a:cubicBezTo>
                    <a:cubicBezTo>
                      <a:pt x="579" y="207"/>
                      <a:pt x="579" y="207"/>
                      <a:pt x="579" y="207"/>
                    </a:cubicBezTo>
                    <a:cubicBezTo>
                      <a:pt x="579" y="207"/>
                      <a:pt x="579" y="207"/>
                      <a:pt x="579" y="207"/>
                    </a:cubicBezTo>
                    <a:cubicBezTo>
                      <a:pt x="576" y="207"/>
                      <a:pt x="576" y="207"/>
                      <a:pt x="576" y="207"/>
                    </a:cubicBezTo>
                    <a:close/>
                    <a:moveTo>
                      <a:pt x="1844" y="194"/>
                    </a:moveTo>
                    <a:cubicBezTo>
                      <a:pt x="1845" y="193"/>
                      <a:pt x="1845" y="193"/>
                      <a:pt x="1845" y="193"/>
                    </a:cubicBezTo>
                    <a:cubicBezTo>
                      <a:pt x="1845" y="193"/>
                      <a:pt x="1845" y="193"/>
                      <a:pt x="1845" y="193"/>
                    </a:cubicBezTo>
                    <a:cubicBezTo>
                      <a:pt x="1847" y="192"/>
                      <a:pt x="1847" y="192"/>
                      <a:pt x="1847" y="192"/>
                    </a:cubicBezTo>
                    <a:cubicBezTo>
                      <a:pt x="1847" y="192"/>
                      <a:pt x="1847" y="192"/>
                      <a:pt x="1847" y="192"/>
                    </a:cubicBezTo>
                    <a:cubicBezTo>
                      <a:pt x="1849" y="191"/>
                      <a:pt x="1849" y="191"/>
                      <a:pt x="1849" y="191"/>
                    </a:cubicBezTo>
                    <a:cubicBezTo>
                      <a:pt x="1849" y="191"/>
                      <a:pt x="1849" y="191"/>
                      <a:pt x="1849" y="191"/>
                    </a:cubicBezTo>
                    <a:cubicBezTo>
                      <a:pt x="1851" y="189"/>
                      <a:pt x="1851" y="189"/>
                      <a:pt x="1851" y="189"/>
                    </a:cubicBezTo>
                    <a:cubicBezTo>
                      <a:pt x="1851" y="189"/>
                      <a:pt x="1851" y="189"/>
                      <a:pt x="1851" y="189"/>
                    </a:cubicBezTo>
                    <a:cubicBezTo>
                      <a:pt x="1852" y="188"/>
                      <a:pt x="1852" y="188"/>
                      <a:pt x="1852" y="188"/>
                    </a:cubicBezTo>
                    <a:cubicBezTo>
                      <a:pt x="1852" y="188"/>
                      <a:pt x="1852" y="188"/>
                      <a:pt x="1852" y="188"/>
                    </a:cubicBezTo>
                    <a:cubicBezTo>
                      <a:pt x="1853" y="186"/>
                      <a:pt x="1853" y="186"/>
                      <a:pt x="1853" y="186"/>
                    </a:cubicBezTo>
                    <a:cubicBezTo>
                      <a:pt x="1853" y="186"/>
                      <a:pt x="1853" y="186"/>
                      <a:pt x="1853" y="186"/>
                    </a:cubicBezTo>
                    <a:cubicBezTo>
                      <a:pt x="1854" y="185"/>
                      <a:pt x="1854" y="185"/>
                      <a:pt x="1854" y="185"/>
                    </a:cubicBezTo>
                    <a:cubicBezTo>
                      <a:pt x="1854" y="185"/>
                      <a:pt x="1854" y="185"/>
                      <a:pt x="1854" y="185"/>
                    </a:cubicBezTo>
                    <a:cubicBezTo>
                      <a:pt x="1855" y="183"/>
                      <a:pt x="1855" y="183"/>
                      <a:pt x="1855" y="183"/>
                    </a:cubicBezTo>
                    <a:cubicBezTo>
                      <a:pt x="1855" y="183"/>
                      <a:pt x="1855" y="183"/>
                      <a:pt x="1855" y="183"/>
                    </a:cubicBezTo>
                    <a:cubicBezTo>
                      <a:pt x="1853" y="182"/>
                      <a:pt x="1853" y="182"/>
                      <a:pt x="1853" y="182"/>
                    </a:cubicBezTo>
                    <a:cubicBezTo>
                      <a:pt x="1853" y="182"/>
                      <a:pt x="1853" y="182"/>
                      <a:pt x="1853" y="182"/>
                    </a:cubicBezTo>
                    <a:cubicBezTo>
                      <a:pt x="1852" y="180"/>
                      <a:pt x="1852" y="180"/>
                      <a:pt x="1852" y="180"/>
                    </a:cubicBezTo>
                    <a:cubicBezTo>
                      <a:pt x="1852" y="180"/>
                      <a:pt x="1852" y="180"/>
                      <a:pt x="1852" y="180"/>
                    </a:cubicBezTo>
                    <a:cubicBezTo>
                      <a:pt x="1850" y="179"/>
                      <a:pt x="1850" y="179"/>
                      <a:pt x="1850" y="179"/>
                    </a:cubicBezTo>
                    <a:cubicBezTo>
                      <a:pt x="1850" y="179"/>
                      <a:pt x="1850" y="179"/>
                      <a:pt x="1850" y="179"/>
                    </a:cubicBezTo>
                    <a:cubicBezTo>
                      <a:pt x="1850" y="177"/>
                      <a:pt x="1850" y="177"/>
                      <a:pt x="1850" y="177"/>
                    </a:cubicBezTo>
                    <a:cubicBezTo>
                      <a:pt x="1850" y="177"/>
                      <a:pt x="1850" y="177"/>
                      <a:pt x="1850" y="177"/>
                    </a:cubicBezTo>
                    <a:cubicBezTo>
                      <a:pt x="1848" y="176"/>
                      <a:pt x="1848" y="176"/>
                      <a:pt x="1848" y="176"/>
                    </a:cubicBezTo>
                    <a:cubicBezTo>
                      <a:pt x="1848" y="176"/>
                      <a:pt x="1848" y="176"/>
                      <a:pt x="1848" y="176"/>
                    </a:cubicBezTo>
                    <a:cubicBezTo>
                      <a:pt x="1847" y="174"/>
                      <a:pt x="1847" y="174"/>
                      <a:pt x="1847" y="174"/>
                    </a:cubicBezTo>
                    <a:cubicBezTo>
                      <a:pt x="1847" y="174"/>
                      <a:pt x="1847" y="174"/>
                      <a:pt x="1847" y="174"/>
                    </a:cubicBezTo>
                    <a:cubicBezTo>
                      <a:pt x="1847" y="173"/>
                      <a:pt x="1847" y="173"/>
                      <a:pt x="1847" y="173"/>
                    </a:cubicBezTo>
                    <a:cubicBezTo>
                      <a:pt x="1847" y="173"/>
                      <a:pt x="1847" y="173"/>
                      <a:pt x="1847" y="173"/>
                    </a:cubicBezTo>
                    <a:cubicBezTo>
                      <a:pt x="1847" y="171"/>
                      <a:pt x="1847" y="171"/>
                      <a:pt x="1847" y="171"/>
                    </a:cubicBezTo>
                    <a:cubicBezTo>
                      <a:pt x="1847" y="171"/>
                      <a:pt x="1847" y="171"/>
                      <a:pt x="1847" y="171"/>
                    </a:cubicBezTo>
                    <a:cubicBezTo>
                      <a:pt x="1845" y="171"/>
                      <a:pt x="1845" y="171"/>
                      <a:pt x="1845" y="171"/>
                    </a:cubicBezTo>
                    <a:cubicBezTo>
                      <a:pt x="1845" y="171"/>
                      <a:pt x="1845" y="171"/>
                      <a:pt x="1845" y="171"/>
                    </a:cubicBezTo>
                    <a:cubicBezTo>
                      <a:pt x="1844" y="171"/>
                      <a:pt x="1844" y="171"/>
                      <a:pt x="1844" y="171"/>
                    </a:cubicBezTo>
                    <a:cubicBezTo>
                      <a:pt x="1844" y="171"/>
                      <a:pt x="1844" y="171"/>
                      <a:pt x="1844" y="171"/>
                    </a:cubicBezTo>
                    <a:cubicBezTo>
                      <a:pt x="1842" y="171"/>
                      <a:pt x="1842" y="171"/>
                      <a:pt x="1842" y="171"/>
                    </a:cubicBezTo>
                    <a:cubicBezTo>
                      <a:pt x="1842" y="171"/>
                      <a:pt x="1842" y="171"/>
                      <a:pt x="1842" y="171"/>
                    </a:cubicBezTo>
                    <a:cubicBezTo>
                      <a:pt x="1842" y="171"/>
                      <a:pt x="1842" y="171"/>
                      <a:pt x="1842" y="171"/>
                    </a:cubicBezTo>
                    <a:cubicBezTo>
                      <a:pt x="1842" y="171"/>
                      <a:pt x="1842" y="171"/>
                      <a:pt x="1842" y="171"/>
                    </a:cubicBezTo>
                    <a:cubicBezTo>
                      <a:pt x="1840" y="172"/>
                      <a:pt x="1840" y="172"/>
                      <a:pt x="1840" y="172"/>
                    </a:cubicBezTo>
                    <a:cubicBezTo>
                      <a:pt x="1840" y="172"/>
                      <a:pt x="1840" y="172"/>
                      <a:pt x="1840" y="172"/>
                    </a:cubicBezTo>
                    <a:cubicBezTo>
                      <a:pt x="1838" y="173"/>
                      <a:pt x="1838" y="173"/>
                      <a:pt x="1838" y="173"/>
                    </a:cubicBezTo>
                    <a:cubicBezTo>
                      <a:pt x="1838" y="173"/>
                      <a:pt x="1838" y="173"/>
                      <a:pt x="1838" y="173"/>
                    </a:cubicBezTo>
                    <a:cubicBezTo>
                      <a:pt x="1838" y="173"/>
                      <a:pt x="1838" y="173"/>
                      <a:pt x="1838" y="173"/>
                    </a:cubicBezTo>
                    <a:cubicBezTo>
                      <a:pt x="1838" y="173"/>
                      <a:pt x="1838" y="173"/>
                      <a:pt x="1838" y="173"/>
                    </a:cubicBezTo>
                    <a:cubicBezTo>
                      <a:pt x="1838" y="176"/>
                      <a:pt x="1838" y="176"/>
                      <a:pt x="1838" y="176"/>
                    </a:cubicBezTo>
                    <a:cubicBezTo>
                      <a:pt x="1838" y="176"/>
                      <a:pt x="1838" y="176"/>
                      <a:pt x="1838" y="176"/>
                    </a:cubicBezTo>
                    <a:cubicBezTo>
                      <a:pt x="1838" y="179"/>
                      <a:pt x="1838" y="179"/>
                      <a:pt x="1838" y="179"/>
                    </a:cubicBezTo>
                    <a:cubicBezTo>
                      <a:pt x="1838" y="179"/>
                      <a:pt x="1838" y="179"/>
                      <a:pt x="1838" y="179"/>
                    </a:cubicBezTo>
                    <a:cubicBezTo>
                      <a:pt x="1838" y="182"/>
                      <a:pt x="1838" y="182"/>
                      <a:pt x="1838" y="182"/>
                    </a:cubicBezTo>
                    <a:cubicBezTo>
                      <a:pt x="1838" y="182"/>
                      <a:pt x="1838" y="182"/>
                      <a:pt x="1838" y="182"/>
                    </a:cubicBezTo>
                    <a:cubicBezTo>
                      <a:pt x="1840" y="185"/>
                      <a:pt x="1840" y="185"/>
                      <a:pt x="1840" y="185"/>
                    </a:cubicBezTo>
                    <a:cubicBezTo>
                      <a:pt x="1840" y="185"/>
                      <a:pt x="1840" y="185"/>
                      <a:pt x="1840" y="185"/>
                    </a:cubicBezTo>
                    <a:cubicBezTo>
                      <a:pt x="1840" y="187"/>
                      <a:pt x="1840" y="187"/>
                      <a:pt x="1840" y="187"/>
                    </a:cubicBezTo>
                    <a:cubicBezTo>
                      <a:pt x="1840" y="187"/>
                      <a:pt x="1840" y="187"/>
                      <a:pt x="1840" y="187"/>
                    </a:cubicBezTo>
                    <a:cubicBezTo>
                      <a:pt x="1841" y="189"/>
                      <a:pt x="1841" y="189"/>
                      <a:pt x="1841" y="189"/>
                    </a:cubicBezTo>
                    <a:cubicBezTo>
                      <a:pt x="1841" y="189"/>
                      <a:pt x="1841" y="189"/>
                      <a:pt x="1841" y="189"/>
                    </a:cubicBezTo>
                    <a:cubicBezTo>
                      <a:pt x="1841" y="192"/>
                      <a:pt x="1841" y="192"/>
                      <a:pt x="1841" y="192"/>
                    </a:cubicBezTo>
                    <a:cubicBezTo>
                      <a:pt x="1841" y="192"/>
                      <a:pt x="1841" y="192"/>
                      <a:pt x="1841" y="192"/>
                    </a:cubicBezTo>
                    <a:cubicBezTo>
                      <a:pt x="1842" y="194"/>
                      <a:pt x="1842" y="194"/>
                      <a:pt x="1842" y="194"/>
                    </a:cubicBezTo>
                    <a:lnTo>
                      <a:pt x="1844" y="194"/>
                    </a:lnTo>
                    <a:close/>
                    <a:moveTo>
                      <a:pt x="1916" y="194"/>
                    </a:moveTo>
                    <a:cubicBezTo>
                      <a:pt x="1918" y="191"/>
                      <a:pt x="1918" y="191"/>
                      <a:pt x="1918" y="191"/>
                    </a:cubicBezTo>
                    <a:cubicBezTo>
                      <a:pt x="1918" y="191"/>
                      <a:pt x="1918" y="191"/>
                      <a:pt x="1918" y="191"/>
                    </a:cubicBezTo>
                    <a:cubicBezTo>
                      <a:pt x="1921" y="186"/>
                      <a:pt x="1921" y="186"/>
                      <a:pt x="1921" y="186"/>
                    </a:cubicBezTo>
                    <a:cubicBezTo>
                      <a:pt x="1921" y="186"/>
                      <a:pt x="1921" y="186"/>
                      <a:pt x="1921" y="186"/>
                    </a:cubicBezTo>
                    <a:cubicBezTo>
                      <a:pt x="1923" y="183"/>
                      <a:pt x="1923" y="183"/>
                      <a:pt x="1923" y="183"/>
                    </a:cubicBezTo>
                    <a:cubicBezTo>
                      <a:pt x="1923" y="183"/>
                      <a:pt x="1923" y="183"/>
                      <a:pt x="1923" y="183"/>
                    </a:cubicBezTo>
                    <a:cubicBezTo>
                      <a:pt x="1924" y="177"/>
                      <a:pt x="1924" y="177"/>
                      <a:pt x="1924" y="177"/>
                    </a:cubicBezTo>
                    <a:cubicBezTo>
                      <a:pt x="1924" y="177"/>
                      <a:pt x="1924" y="177"/>
                      <a:pt x="1924" y="177"/>
                    </a:cubicBezTo>
                    <a:cubicBezTo>
                      <a:pt x="1924" y="173"/>
                      <a:pt x="1924" y="173"/>
                      <a:pt x="1924" y="173"/>
                    </a:cubicBezTo>
                    <a:cubicBezTo>
                      <a:pt x="1924" y="173"/>
                      <a:pt x="1924" y="173"/>
                      <a:pt x="1924" y="173"/>
                    </a:cubicBezTo>
                    <a:cubicBezTo>
                      <a:pt x="1924" y="169"/>
                      <a:pt x="1924" y="169"/>
                      <a:pt x="1924" y="169"/>
                    </a:cubicBezTo>
                    <a:cubicBezTo>
                      <a:pt x="1924" y="169"/>
                      <a:pt x="1924" y="169"/>
                      <a:pt x="1924" y="169"/>
                    </a:cubicBezTo>
                    <a:cubicBezTo>
                      <a:pt x="1921" y="165"/>
                      <a:pt x="1921" y="165"/>
                      <a:pt x="1921" y="165"/>
                    </a:cubicBezTo>
                    <a:cubicBezTo>
                      <a:pt x="1921" y="165"/>
                      <a:pt x="1921" y="165"/>
                      <a:pt x="1921" y="165"/>
                    </a:cubicBezTo>
                    <a:cubicBezTo>
                      <a:pt x="1920" y="160"/>
                      <a:pt x="1920" y="160"/>
                      <a:pt x="1920" y="160"/>
                    </a:cubicBezTo>
                    <a:cubicBezTo>
                      <a:pt x="1920" y="160"/>
                      <a:pt x="1920" y="160"/>
                      <a:pt x="1920" y="160"/>
                    </a:cubicBezTo>
                    <a:cubicBezTo>
                      <a:pt x="1914" y="158"/>
                      <a:pt x="1914" y="158"/>
                      <a:pt x="1914" y="158"/>
                    </a:cubicBezTo>
                    <a:cubicBezTo>
                      <a:pt x="1914" y="158"/>
                      <a:pt x="1914" y="158"/>
                      <a:pt x="1914" y="158"/>
                    </a:cubicBezTo>
                    <a:cubicBezTo>
                      <a:pt x="1908" y="159"/>
                      <a:pt x="1908" y="159"/>
                      <a:pt x="1908" y="159"/>
                    </a:cubicBezTo>
                    <a:cubicBezTo>
                      <a:pt x="1908" y="159"/>
                      <a:pt x="1908" y="159"/>
                      <a:pt x="1908" y="159"/>
                    </a:cubicBezTo>
                    <a:cubicBezTo>
                      <a:pt x="1907" y="163"/>
                      <a:pt x="1907" y="163"/>
                      <a:pt x="1907" y="163"/>
                    </a:cubicBezTo>
                    <a:cubicBezTo>
                      <a:pt x="1907" y="163"/>
                      <a:pt x="1907" y="163"/>
                      <a:pt x="1907" y="163"/>
                    </a:cubicBezTo>
                    <a:cubicBezTo>
                      <a:pt x="1907" y="166"/>
                      <a:pt x="1907" y="166"/>
                      <a:pt x="1907" y="166"/>
                    </a:cubicBezTo>
                    <a:cubicBezTo>
                      <a:pt x="1907" y="166"/>
                      <a:pt x="1907" y="166"/>
                      <a:pt x="1907" y="166"/>
                    </a:cubicBezTo>
                    <a:cubicBezTo>
                      <a:pt x="1907" y="169"/>
                      <a:pt x="1907" y="169"/>
                      <a:pt x="1907" y="169"/>
                    </a:cubicBezTo>
                    <a:cubicBezTo>
                      <a:pt x="1907" y="169"/>
                      <a:pt x="1907" y="169"/>
                      <a:pt x="1907" y="169"/>
                    </a:cubicBezTo>
                    <a:cubicBezTo>
                      <a:pt x="1908" y="171"/>
                      <a:pt x="1908" y="171"/>
                      <a:pt x="1908" y="171"/>
                    </a:cubicBezTo>
                    <a:cubicBezTo>
                      <a:pt x="1908" y="171"/>
                      <a:pt x="1908" y="171"/>
                      <a:pt x="1908" y="171"/>
                    </a:cubicBezTo>
                    <a:cubicBezTo>
                      <a:pt x="1907" y="174"/>
                      <a:pt x="1907" y="174"/>
                      <a:pt x="1907" y="174"/>
                    </a:cubicBezTo>
                    <a:cubicBezTo>
                      <a:pt x="1907" y="174"/>
                      <a:pt x="1907" y="174"/>
                      <a:pt x="1907" y="174"/>
                    </a:cubicBezTo>
                    <a:cubicBezTo>
                      <a:pt x="1907" y="177"/>
                      <a:pt x="1907" y="177"/>
                      <a:pt x="1907" y="177"/>
                    </a:cubicBezTo>
                    <a:cubicBezTo>
                      <a:pt x="1907" y="177"/>
                      <a:pt x="1907" y="177"/>
                      <a:pt x="1907" y="177"/>
                    </a:cubicBezTo>
                    <a:cubicBezTo>
                      <a:pt x="1906" y="180"/>
                      <a:pt x="1906" y="180"/>
                      <a:pt x="1906" y="180"/>
                    </a:cubicBezTo>
                    <a:cubicBezTo>
                      <a:pt x="1906" y="180"/>
                      <a:pt x="1906" y="180"/>
                      <a:pt x="1906" y="180"/>
                    </a:cubicBezTo>
                    <a:cubicBezTo>
                      <a:pt x="1905" y="183"/>
                      <a:pt x="1905" y="183"/>
                      <a:pt x="1905" y="183"/>
                    </a:cubicBezTo>
                    <a:cubicBezTo>
                      <a:pt x="1905" y="183"/>
                      <a:pt x="1905" y="183"/>
                      <a:pt x="1905" y="183"/>
                    </a:cubicBezTo>
                    <a:cubicBezTo>
                      <a:pt x="1905" y="185"/>
                      <a:pt x="1905" y="185"/>
                      <a:pt x="1905" y="185"/>
                    </a:cubicBezTo>
                    <a:cubicBezTo>
                      <a:pt x="1905" y="185"/>
                      <a:pt x="1905" y="185"/>
                      <a:pt x="1905" y="185"/>
                    </a:cubicBezTo>
                    <a:cubicBezTo>
                      <a:pt x="1906" y="187"/>
                      <a:pt x="1906" y="187"/>
                      <a:pt x="1906" y="187"/>
                    </a:cubicBezTo>
                    <a:cubicBezTo>
                      <a:pt x="1906" y="187"/>
                      <a:pt x="1906" y="187"/>
                      <a:pt x="1906" y="187"/>
                    </a:cubicBezTo>
                    <a:cubicBezTo>
                      <a:pt x="1907" y="189"/>
                      <a:pt x="1907" y="189"/>
                      <a:pt x="1907" y="189"/>
                    </a:cubicBezTo>
                    <a:cubicBezTo>
                      <a:pt x="1907" y="189"/>
                      <a:pt x="1907" y="189"/>
                      <a:pt x="1907" y="189"/>
                    </a:cubicBezTo>
                    <a:cubicBezTo>
                      <a:pt x="1908" y="190"/>
                      <a:pt x="1908" y="190"/>
                      <a:pt x="1908" y="190"/>
                    </a:cubicBezTo>
                    <a:cubicBezTo>
                      <a:pt x="1908" y="190"/>
                      <a:pt x="1908" y="190"/>
                      <a:pt x="1908" y="190"/>
                    </a:cubicBezTo>
                    <a:cubicBezTo>
                      <a:pt x="1909" y="192"/>
                      <a:pt x="1909" y="192"/>
                      <a:pt x="1909" y="192"/>
                    </a:cubicBezTo>
                    <a:cubicBezTo>
                      <a:pt x="1909" y="192"/>
                      <a:pt x="1909" y="192"/>
                      <a:pt x="1909" y="192"/>
                    </a:cubicBezTo>
                    <a:cubicBezTo>
                      <a:pt x="1910" y="193"/>
                      <a:pt x="1910" y="193"/>
                      <a:pt x="1910" y="193"/>
                    </a:cubicBezTo>
                    <a:cubicBezTo>
                      <a:pt x="1910" y="193"/>
                      <a:pt x="1910" y="193"/>
                      <a:pt x="1910" y="193"/>
                    </a:cubicBezTo>
                    <a:cubicBezTo>
                      <a:pt x="1911" y="194"/>
                      <a:pt x="1911" y="194"/>
                      <a:pt x="1911" y="194"/>
                    </a:cubicBezTo>
                    <a:cubicBezTo>
                      <a:pt x="1911" y="194"/>
                      <a:pt x="1911" y="194"/>
                      <a:pt x="1911" y="194"/>
                    </a:cubicBezTo>
                    <a:cubicBezTo>
                      <a:pt x="1914" y="194"/>
                      <a:pt x="1914" y="194"/>
                      <a:pt x="1914" y="194"/>
                    </a:cubicBezTo>
                    <a:lnTo>
                      <a:pt x="1916" y="194"/>
                    </a:lnTo>
                    <a:close/>
                    <a:moveTo>
                      <a:pt x="1879" y="168"/>
                    </a:moveTo>
                    <a:cubicBezTo>
                      <a:pt x="1881" y="168"/>
                      <a:pt x="1881" y="168"/>
                      <a:pt x="1881" y="168"/>
                    </a:cubicBezTo>
                    <a:cubicBezTo>
                      <a:pt x="1881" y="168"/>
                      <a:pt x="1881" y="168"/>
                      <a:pt x="1881" y="168"/>
                    </a:cubicBezTo>
                    <a:cubicBezTo>
                      <a:pt x="1882" y="168"/>
                      <a:pt x="1882" y="168"/>
                      <a:pt x="1882" y="168"/>
                    </a:cubicBezTo>
                    <a:cubicBezTo>
                      <a:pt x="1882" y="168"/>
                      <a:pt x="1882" y="168"/>
                      <a:pt x="1882" y="168"/>
                    </a:cubicBezTo>
                    <a:cubicBezTo>
                      <a:pt x="1883" y="167"/>
                      <a:pt x="1883" y="167"/>
                      <a:pt x="1883" y="167"/>
                    </a:cubicBezTo>
                    <a:cubicBezTo>
                      <a:pt x="1883" y="167"/>
                      <a:pt x="1883" y="167"/>
                      <a:pt x="1883" y="167"/>
                    </a:cubicBezTo>
                    <a:cubicBezTo>
                      <a:pt x="1885" y="165"/>
                      <a:pt x="1885" y="165"/>
                      <a:pt x="1885" y="165"/>
                    </a:cubicBezTo>
                    <a:cubicBezTo>
                      <a:pt x="1885" y="165"/>
                      <a:pt x="1885" y="165"/>
                      <a:pt x="1885" y="165"/>
                    </a:cubicBezTo>
                    <a:cubicBezTo>
                      <a:pt x="1886" y="165"/>
                      <a:pt x="1886" y="165"/>
                      <a:pt x="1886" y="165"/>
                    </a:cubicBezTo>
                    <a:cubicBezTo>
                      <a:pt x="1886" y="165"/>
                      <a:pt x="1886" y="165"/>
                      <a:pt x="1886" y="165"/>
                    </a:cubicBezTo>
                    <a:cubicBezTo>
                      <a:pt x="1887" y="164"/>
                      <a:pt x="1887" y="164"/>
                      <a:pt x="1887" y="164"/>
                    </a:cubicBezTo>
                    <a:cubicBezTo>
                      <a:pt x="1887" y="164"/>
                      <a:pt x="1887" y="164"/>
                      <a:pt x="1887" y="164"/>
                    </a:cubicBezTo>
                    <a:cubicBezTo>
                      <a:pt x="1888" y="163"/>
                      <a:pt x="1888" y="163"/>
                      <a:pt x="1888" y="163"/>
                    </a:cubicBezTo>
                    <a:cubicBezTo>
                      <a:pt x="1888" y="163"/>
                      <a:pt x="1888" y="163"/>
                      <a:pt x="1888" y="163"/>
                    </a:cubicBezTo>
                    <a:cubicBezTo>
                      <a:pt x="1891" y="162"/>
                      <a:pt x="1891" y="162"/>
                      <a:pt x="1891" y="162"/>
                    </a:cubicBezTo>
                    <a:cubicBezTo>
                      <a:pt x="1891" y="162"/>
                      <a:pt x="1891" y="162"/>
                      <a:pt x="1891" y="162"/>
                    </a:cubicBezTo>
                    <a:cubicBezTo>
                      <a:pt x="1890" y="159"/>
                      <a:pt x="1890" y="159"/>
                      <a:pt x="1890" y="159"/>
                    </a:cubicBezTo>
                    <a:cubicBezTo>
                      <a:pt x="1890" y="159"/>
                      <a:pt x="1890" y="159"/>
                      <a:pt x="1890" y="159"/>
                    </a:cubicBezTo>
                    <a:cubicBezTo>
                      <a:pt x="1890" y="157"/>
                      <a:pt x="1890" y="157"/>
                      <a:pt x="1890" y="157"/>
                    </a:cubicBezTo>
                    <a:cubicBezTo>
                      <a:pt x="1890" y="157"/>
                      <a:pt x="1890" y="157"/>
                      <a:pt x="1890" y="157"/>
                    </a:cubicBezTo>
                    <a:cubicBezTo>
                      <a:pt x="1888" y="154"/>
                      <a:pt x="1888" y="154"/>
                      <a:pt x="1888" y="154"/>
                    </a:cubicBezTo>
                    <a:cubicBezTo>
                      <a:pt x="1888" y="154"/>
                      <a:pt x="1888" y="154"/>
                      <a:pt x="1888" y="154"/>
                    </a:cubicBezTo>
                    <a:cubicBezTo>
                      <a:pt x="1886" y="150"/>
                      <a:pt x="1886" y="150"/>
                      <a:pt x="1886" y="150"/>
                    </a:cubicBezTo>
                    <a:cubicBezTo>
                      <a:pt x="1886" y="150"/>
                      <a:pt x="1886" y="150"/>
                      <a:pt x="1886" y="150"/>
                    </a:cubicBezTo>
                    <a:cubicBezTo>
                      <a:pt x="1882" y="148"/>
                      <a:pt x="1882" y="148"/>
                      <a:pt x="1882" y="148"/>
                    </a:cubicBezTo>
                    <a:cubicBezTo>
                      <a:pt x="1882" y="148"/>
                      <a:pt x="1882" y="148"/>
                      <a:pt x="1882" y="148"/>
                    </a:cubicBezTo>
                    <a:cubicBezTo>
                      <a:pt x="1878" y="145"/>
                      <a:pt x="1878" y="145"/>
                      <a:pt x="1878" y="145"/>
                    </a:cubicBezTo>
                    <a:cubicBezTo>
                      <a:pt x="1878" y="145"/>
                      <a:pt x="1878" y="145"/>
                      <a:pt x="1878" y="145"/>
                    </a:cubicBezTo>
                    <a:cubicBezTo>
                      <a:pt x="1875" y="144"/>
                      <a:pt x="1875" y="144"/>
                      <a:pt x="1875" y="144"/>
                    </a:cubicBezTo>
                    <a:cubicBezTo>
                      <a:pt x="1875" y="144"/>
                      <a:pt x="1875" y="144"/>
                      <a:pt x="1875" y="144"/>
                    </a:cubicBezTo>
                    <a:cubicBezTo>
                      <a:pt x="1872" y="143"/>
                      <a:pt x="1872" y="143"/>
                      <a:pt x="1872" y="143"/>
                    </a:cubicBezTo>
                    <a:cubicBezTo>
                      <a:pt x="1872" y="143"/>
                      <a:pt x="1872" y="143"/>
                      <a:pt x="1872" y="143"/>
                    </a:cubicBezTo>
                    <a:cubicBezTo>
                      <a:pt x="1870" y="145"/>
                      <a:pt x="1870" y="145"/>
                      <a:pt x="1870" y="145"/>
                    </a:cubicBezTo>
                    <a:cubicBezTo>
                      <a:pt x="1870" y="145"/>
                      <a:pt x="1870" y="145"/>
                      <a:pt x="1870" y="145"/>
                    </a:cubicBezTo>
                    <a:cubicBezTo>
                      <a:pt x="1869" y="147"/>
                      <a:pt x="1869" y="147"/>
                      <a:pt x="1869" y="147"/>
                    </a:cubicBezTo>
                    <a:cubicBezTo>
                      <a:pt x="1869" y="147"/>
                      <a:pt x="1869" y="147"/>
                      <a:pt x="1869" y="147"/>
                    </a:cubicBezTo>
                    <a:cubicBezTo>
                      <a:pt x="1867" y="149"/>
                      <a:pt x="1867" y="149"/>
                      <a:pt x="1867" y="149"/>
                    </a:cubicBezTo>
                    <a:cubicBezTo>
                      <a:pt x="1867" y="149"/>
                      <a:pt x="1867" y="149"/>
                      <a:pt x="1867" y="149"/>
                    </a:cubicBezTo>
                    <a:cubicBezTo>
                      <a:pt x="1866" y="150"/>
                      <a:pt x="1866" y="150"/>
                      <a:pt x="1866" y="150"/>
                    </a:cubicBezTo>
                    <a:cubicBezTo>
                      <a:pt x="1866" y="150"/>
                      <a:pt x="1866" y="150"/>
                      <a:pt x="1866" y="150"/>
                    </a:cubicBezTo>
                    <a:cubicBezTo>
                      <a:pt x="1864" y="152"/>
                      <a:pt x="1864" y="152"/>
                      <a:pt x="1864" y="152"/>
                    </a:cubicBezTo>
                    <a:cubicBezTo>
                      <a:pt x="1864" y="152"/>
                      <a:pt x="1864" y="152"/>
                      <a:pt x="1864" y="152"/>
                    </a:cubicBezTo>
                    <a:cubicBezTo>
                      <a:pt x="1863" y="153"/>
                      <a:pt x="1863" y="153"/>
                      <a:pt x="1863" y="153"/>
                    </a:cubicBezTo>
                    <a:cubicBezTo>
                      <a:pt x="1863" y="153"/>
                      <a:pt x="1863" y="153"/>
                      <a:pt x="1863" y="153"/>
                    </a:cubicBezTo>
                    <a:cubicBezTo>
                      <a:pt x="1860" y="155"/>
                      <a:pt x="1860" y="155"/>
                      <a:pt x="1860" y="155"/>
                    </a:cubicBezTo>
                    <a:cubicBezTo>
                      <a:pt x="1860" y="155"/>
                      <a:pt x="1860" y="155"/>
                      <a:pt x="1860" y="155"/>
                    </a:cubicBezTo>
                    <a:cubicBezTo>
                      <a:pt x="1859" y="155"/>
                      <a:pt x="1859" y="155"/>
                      <a:pt x="1859" y="155"/>
                    </a:cubicBezTo>
                    <a:cubicBezTo>
                      <a:pt x="1859" y="155"/>
                      <a:pt x="1859" y="155"/>
                      <a:pt x="1859" y="155"/>
                    </a:cubicBezTo>
                    <a:cubicBezTo>
                      <a:pt x="1859" y="159"/>
                      <a:pt x="1859" y="159"/>
                      <a:pt x="1859" y="159"/>
                    </a:cubicBezTo>
                    <a:cubicBezTo>
                      <a:pt x="1859" y="159"/>
                      <a:pt x="1859" y="159"/>
                      <a:pt x="1859" y="159"/>
                    </a:cubicBezTo>
                    <a:cubicBezTo>
                      <a:pt x="1860" y="162"/>
                      <a:pt x="1860" y="162"/>
                      <a:pt x="1860" y="162"/>
                    </a:cubicBezTo>
                    <a:cubicBezTo>
                      <a:pt x="1860" y="162"/>
                      <a:pt x="1860" y="162"/>
                      <a:pt x="1860" y="162"/>
                    </a:cubicBezTo>
                    <a:cubicBezTo>
                      <a:pt x="1863" y="163"/>
                      <a:pt x="1863" y="163"/>
                      <a:pt x="1863" y="163"/>
                    </a:cubicBezTo>
                    <a:cubicBezTo>
                      <a:pt x="1863" y="163"/>
                      <a:pt x="1863" y="163"/>
                      <a:pt x="1863" y="163"/>
                    </a:cubicBezTo>
                    <a:cubicBezTo>
                      <a:pt x="1865" y="164"/>
                      <a:pt x="1865" y="164"/>
                      <a:pt x="1865" y="164"/>
                    </a:cubicBezTo>
                    <a:cubicBezTo>
                      <a:pt x="1865" y="164"/>
                      <a:pt x="1865" y="164"/>
                      <a:pt x="1865" y="164"/>
                    </a:cubicBezTo>
                    <a:cubicBezTo>
                      <a:pt x="1868" y="165"/>
                      <a:pt x="1868" y="165"/>
                      <a:pt x="1868" y="165"/>
                    </a:cubicBezTo>
                    <a:cubicBezTo>
                      <a:pt x="1868" y="165"/>
                      <a:pt x="1868" y="165"/>
                      <a:pt x="1868" y="165"/>
                    </a:cubicBezTo>
                    <a:cubicBezTo>
                      <a:pt x="1870" y="166"/>
                      <a:pt x="1870" y="166"/>
                      <a:pt x="1870" y="166"/>
                    </a:cubicBezTo>
                    <a:cubicBezTo>
                      <a:pt x="1870" y="166"/>
                      <a:pt x="1870" y="166"/>
                      <a:pt x="1870" y="166"/>
                    </a:cubicBezTo>
                    <a:cubicBezTo>
                      <a:pt x="1872" y="167"/>
                      <a:pt x="1872" y="167"/>
                      <a:pt x="1872" y="167"/>
                    </a:cubicBezTo>
                    <a:cubicBezTo>
                      <a:pt x="1872" y="167"/>
                      <a:pt x="1872" y="167"/>
                      <a:pt x="1872" y="167"/>
                    </a:cubicBezTo>
                    <a:cubicBezTo>
                      <a:pt x="1874" y="168"/>
                      <a:pt x="1874" y="168"/>
                      <a:pt x="1874" y="168"/>
                    </a:cubicBezTo>
                    <a:cubicBezTo>
                      <a:pt x="1874" y="168"/>
                      <a:pt x="1874" y="168"/>
                      <a:pt x="1874" y="168"/>
                    </a:cubicBezTo>
                    <a:cubicBezTo>
                      <a:pt x="1877" y="168"/>
                      <a:pt x="1877" y="168"/>
                      <a:pt x="1877" y="168"/>
                    </a:cubicBezTo>
                    <a:lnTo>
                      <a:pt x="1879" y="168"/>
                    </a:lnTo>
                    <a:close/>
                    <a:moveTo>
                      <a:pt x="583" y="131"/>
                    </a:moveTo>
                    <a:cubicBezTo>
                      <a:pt x="583" y="130"/>
                      <a:pt x="583" y="130"/>
                      <a:pt x="583" y="130"/>
                    </a:cubicBezTo>
                    <a:cubicBezTo>
                      <a:pt x="583" y="130"/>
                      <a:pt x="583" y="130"/>
                      <a:pt x="583" y="130"/>
                    </a:cubicBezTo>
                    <a:cubicBezTo>
                      <a:pt x="583" y="128"/>
                      <a:pt x="583" y="128"/>
                      <a:pt x="583" y="128"/>
                    </a:cubicBezTo>
                    <a:cubicBezTo>
                      <a:pt x="583" y="128"/>
                      <a:pt x="583" y="128"/>
                      <a:pt x="583" y="128"/>
                    </a:cubicBezTo>
                    <a:cubicBezTo>
                      <a:pt x="583" y="128"/>
                      <a:pt x="583" y="128"/>
                      <a:pt x="583" y="128"/>
                    </a:cubicBezTo>
                    <a:cubicBezTo>
                      <a:pt x="583" y="128"/>
                      <a:pt x="583" y="128"/>
                      <a:pt x="583" y="128"/>
                    </a:cubicBezTo>
                    <a:cubicBezTo>
                      <a:pt x="583" y="126"/>
                      <a:pt x="583" y="126"/>
                      <a:pt x="583" y="126"/>
                    </a:cubicBezTo>
                    <a:cubicBezTo>
                      <a:pt x="583" y="126"/>
                      <a:pt x="583" y="126"/>
                      <a:pt x="583" y="126"/>
                    </a:cubicBezTo>
                    <a:cubicBezTo>
                      <a:pt x="583" y="125"/>
                      <a:pt x="583" y="125"/>
                      <a:pt x="583" y="125"/>
                    </a:cubicBezTo>
                    <a:cubicBezTo>
                      <a:pt x="583" y="125"/>
                      <a:pt x="583" y="125"/>
                      <a:pt x="583" y="125"/>
                    </a:cubicBezTo>
                    <a:cubicBezTo>
                      <a:pt x="583" y="123"/>
                      <a:pt x="583" y="123"/>
                      <a:pt x="583" y="123"/>
                    </a:cubicBezTo>
                    <a:cubicBezTo>
                      <a:pt x="583" y="123"/>
                      <a:pt x="583" y="123"/>
                      <a:pt x="583" y="123"/>
                    </a:cubicBezTo>
                    <a:cubicBezTo>
                      <a:pt x="583" y="122"/>
                      <a:pt x="583" y="122"/>
                      <a:pt x="583" y="122"/>
                    </a:cubicBezTo>
                    <a:cubicBezTo>
                      <a:pt x="583" y="122"/>
                      <a:pt x="583" y="122"/>
                      <a:pt x="583" y="122"/>
                    </a:cubicBezTo>
                    <a:cubicBezTo>
                      <a:pt x="583" y="119"/>
                      <a:pt x="583" y="119"/>
                      <a:pt x="583" y="119"/>
                    </a:cubicBezTo>
                    <a:cubicBezTo>
                      <a:pt x="583" y="119"/>
                      <a:pt x="583" y="119"/>
                      <a:pt x="583" y="119"/>
                    </a:cubicBezTo>
                    <a:cubicBezTo>
                      <a:pt x="607" y="111"/>
                      <a:pt x="607" y="111"/>
                      <a:pt x="607" y="111"/>
                    </a:cubicBezTo>
                    <a:cubicBezTo>
                      <a:pt x="607" y="111"/>
                      <a:pt x="607" y="111"/>
                      <a:pt x="607" y="111"/>
                    </a:cubicBezTo>
                    <a:cubicBezTo>
                      <a:pt x="604" y="114"/>
                      <a:pt x="604" y="114"/>
                      <a:pt x="604" y="114"/>
                    </a:cubicBezTo>
                    <a:cubicBezTo>
                      <a:pt x="604" y="114"/>
                      <a:pt x="604" y="114"/>
                      <a:pt x="604" y="114"/>
                    </a:cubicBezTo>
                    <a:cubicBezTo>
                      <a:pt x="602" y="117"/>
                      <a:pt x="602" y="117"/>
                      <a:pt x="602" y="117"/>
                    </a:cubicBezTo>
                    <a:cubicBezTo>
                      <a:pt x="602" y="117"/>
                      <a:pt x="602" y="117"/>
                      <a:pt x="602" y="117"/>
                    </a:cubicBezTo>
                    <a:cubicBezTo>
                      <a:pt x="599" y="120"/>
                      <a:pt x="599" y="120"/>
                      <a:pt x="599" y="120"/>
                    </a:cubicBezTo>
                    <a:cubicBezTo>
                      <a:pt x="599" y="120"/>
                      <a:pt x="599" y="120"/>
                      <a:pt x="599" y="120"/>
                    </a:cubicBezTo>
                    <a:cubicBezTo>
                      <a:pt x="597" y="123"/>
                      <a:pt x="597" y="123"/>
                      <a:pt x="597" y="123"/>
                    </a:cubicBezTo>
                    <a:cubicBezTo>
                      <a:pt x="597" y="123"/>
                      <a:pt x="597" y="123"/>
                      <a:pt x="597" y="123"/>
                    </a:cubicBezTo>
                    <a:cubicBezTo>
                      <a:pt x="593" y="126"/>
                      <a:pt x="593" y="126"/>
                      <a:pt x="593" y="126"/>
                    </a:cubicBezTo>
                    <a:cubicBezTo>
                      <a:pt x="593" y="126"/>
                      <a:pt x="593" y="126"/>
                      <a:pt x="593" y="126"/>
                    </a:cubicBezTo>
                    <a:cubicBezTo>
                      <a:pt x="591" y="128"/>
                      <a:pt x="591" y="128"/>
                      <a:pt x="591" y="128"/>
                    </a:cubicBezTo>
                    <a:cubicBezTo>
                      <a:pt x="591" y="128"/>
                      <a:pt x="591" y="128"/>
                      <a:pt x="591" y="128"/>
                    </a:cubicBezTo>
                    <a:cubicBezTo>
                      <a:pt x="587" y="130"/>
                      <a:pt x="587" y="130"/>
                      <a:pt x="587" y="130"/>
                    </a:cubicBezTo>
                    <a:cubicBezTo>
                      <a:pt x="587" y="130"/>
                      <a:pt x="587" y="130"/>
                      <a:pt x="587" y="130"/>
                    </a:cubicBezTo>
                    <a:cubicBezTo>
                      <a:pt x="584" y="131"/>
                      <a:pt x="584" y="131"/>
                      <a:pt x="584" y="131"/>
                    </a:cubicBezTo>
                    <a:lnTo>
                      <a:pt x="583" y="131"/>
                    </a:lnTo>
                    <a:close/>
                    <a:moveTo>
                      <a:pt x="1853" y="121"/>
                    </a:moveTo>
                    <a:cubicBezTo>
                      <a:pt x="1854" y="121"/>
                      <a:pt x="1854" y="121"/>
                      <a:pt x="1854" y="121"/>
                    </a:cubicBezTo>
                    <a:lnTo>
                      <a:pt x="1853" y="121"/>
                    </a:lnTo>
                    <a:close/>
                    <a:moveTo>
                      <a:pt x="196" y="69"/>
                    </a:moveTo>
                    <a:cubicBezTo>
                      <a:pt x="202" y="68"/>
                      <a:pt x="202" y="68"/>
                      <a:pt x="202" y="68"/>
                    </a:cubicBezTo>
                    <a:cubicBezTo>
                      <a:pt x="202" y="68"/>
                      <a:pt x="202" y="68"/>
                      <a:pt x="202" y="68"/>
                    </a:cubicBezTo>
                    <a:cubicBezTo>
                      <a:pt x="211" y="67"/>
                      <a:pt x="211" y="67"/>
                      <a:pt x="211" y="67"/>
                    </a:cubicBezTo>
                    <a:cubicBezTo>
                      <a:pt x="211" y="67"/>
                      <a:pt x="211" y="67"/>
                      <a:pt x="211" y="67"/>
                    </a:cubicBezTo>
                    <a:cubicBezTo>
                      <a:pt x="219" y="67"/>
                      <a:pt x="219" y="67"/>
                      <a:pt x="219" y="67"/>
                    </a:cubicBezTo>
                    <a:cubicBezTo>
                      <a:pt x="219" y="67"/>
                      <a:pt x="219" y="67"/>
                      <a:pt x="219" y="67"/>
                    </a:cubicBezTo>
                    <a:cubicBezTo>
                      <a:pt x="228" y="67"/>
                      <a:pt x="228" y="67"/>
                      <a:pt x="228" y="67"/>
                    </a:cubicBezTo>
                    <a:cubicBezTo>
                      <a:pt x="228" y="67"/>
                      <a:pt x="228" y="67"/>
                      <a:pt x="228" y="67"/>
                    </a:cubicBezTo>
                    <a:cubicBezTo>
                      <a:pt x="234" y="67"/>
                      <a:pt x="234" y="67"/>
                      <a:pt x="234" y="67"/>
                    </a:cubicBezTo>
                    <a:cubicBezTo>
                      <a:pt x="234" y="67"/>
                      <a:pt x="234" y="67"/>
                      <a:pt x="234" y="67"/>
                    </a:cubicBezTo>
                    <a:cubicBezTo>
                      <a:pt x="241" y="66"/>
                      <a:pt x="241" y="66"/>
                      <a:pt x="241" y="66"/>
                    </a:cubicBezTo>
                    <a:cubicBezTo>
                      <a:pt x="241" y="66"/>
                      <a:pt x="241" y="66"/>
                      <a:pt x="241" y="66"/>
                    </a:cubicBezTo>
                    <a:cubicBezTo>
                      <a:pt x="248" y="64"/>
                      <a:pt x="248" y="64"/>
                      <a:pt x="248" y="64"/>
                    </a:cubicBezTo>
                    <a:cubicBezTo>
                      <a:pt x="248" y="64"/>
                      <a:pt x="248" y="64"/>
                      <a:pt x="248" y="64"/>
                    </a:cubicBezTo>
                    <a:cubicBezTo>
                      <a:pt x="253" y="59"/>
                      <a:pt x="253" y="59"/>
                      <a:pt x="253" y="59"/>
                    </a:cubicBezTo>
                    <a:cubicBezTo>
                      <a:pt x="253" y="59"/>
                      <a:pt x="253" y="59"/>
                      <a:pt x="253" y="59"/>
                    </a:cubicBezTo>
                    <a:cubicBezTo>
                      <a:pt x="252" y="57"/>
                      <a:pt x="252" y="57"/>
                      <a:pt x="252" y="57"/>
                    </a:cubicBezTo>
                    <a:cubicBezTo>
                      <a:pt x="252" y="57"/>
                      <a:pt x="252" y="57"/>
                      <a:pt x="252" y="57"/>
                    </a:cubicBezTo>
                    <a:cubicBezTo>
                      <a:pt x="252" y="54"/>
                      <a:pt x="252" y="54"/>
                      <a:pt x="252" y="54"/>
                    </a:cubicBezTo>
                    <a:cubicBezTo>
                      <a:pt x="252" y="54"/>
                      <a:pt x="252" y="54"/>
                      <a:pt x="252" y="54"/>
                    </a:cubicBezTo>
                    <a:cubicBezTo>
                      <a:pt x="251" y="52"/>
                      <a:pt x="251" y="52"/>
                      <a:pt x="251" y="52"/>
                    </a:cubicBezTo>
                    <a:cubicBezTo>
                      <a:pt x="251" y="52"/>
                      <a:pt x="251" y="52"/>
                      <a:pt x="251" y="52"/>
                    </a:cubicBezTo>
                    <a:cubicBezTo>
                      <a:pt x="250" y="49"/>
                      <a:pt x="250" y="49"/>
                      <a:pt x="250" y="49"/>
                    </a:cubicBezTo>
                    <a:cubicBezTo>
                      <a:pt x="250" y="49"/>
                      <a:pt x="250" y="49"/>
                      <a:pt x="250" y="49"/>
                    </a:cubicBezTo>
                    <a:cubicBezTo>
                      <a:pt x="248" y="47"/>
                      <a:pt x="248" y="47"/>
                      <a:pt x="248" y="47"/>
                    </a:cubicBezTo>
                    <a:cubicBezTo>
                      <a:pt x="248" y="47"/>
                      <a:pt x="248" y="47"/>
                      <a:pt x="248" y="47"/>
                    </a:cubicBezTo>
                    <a:cubicBezTo>
                      <a:pt x="247" y="46"/>
                      <a:pt x="247" y="46"/>
                      <a:pt x="247" y="46"/>
                    </a:cubicBezTo>
                    <a:cubicBezTo>
                      <a:pt x="247" y="46"/>
                      <a:pt x="247" y="46"/>
                      <a:pt x="247" y="46"/>
                    </a:cubicBezTo>
                    <a:cubicBezTo>
                      <a:pt x="244" y="44"/>
                      <a:pt x="244" y="44"/>
                      <a:pt x="244" y="44"/>
                    </a:cubicBezTo>
                    <a:cubicBezTo>
                      <a:pt x="244" y="44"/>
                      <a:pt x="244" y="44"/>
                      <a:pt x="244" y="44"/>
                    </a:cubicBezTo>
                    <a:cubicBezTo>
                      <a:pt x="244" y="41"/>
                      <a:pt x="244" y="41"/>
                      <a:pt x="244" y="41"/>
                    </a:cubicBezTo>
                    <a:cubicBezTo>
                      <a:pt x="244" y="41"/>
                      <a:pt x="244" y="41"/>
                      <a:pt x="244" y="41"/>
                    </a:cubicBezTo>
                    <a:cubicBezTo>
                      <a:pt x="235" y="35"/>
                      <a:pt x="235" y="35"/>
                      <a:pt x="235" y="35"/>
                    </a:cubicBezTo>
                    <a:cubicBezTo>
                      <a:pt x="235" y="35"/>
                      <a:pt x="235" y="35"/>
                      <a:pt x="235" y="35"/>
                    </a:cubicBezTo>
                    <a:cubicBezTo>
                      <a:pt x="227" y="29"/>
                      <a:pt x="227" y="29"/>
                      <a:pt x="227" y="29"/>
                    </a:cubicBezTo>
                    <a:cubicBezTo>
                      <a:pt x="227" y="29"/>
                      <a:pt x="227" y="29"/>
                      <a:pt x="227" y="29"/>
                    </a:cubicBezTo>
                    <a:cubicBezTo>
                      <a:pt x="217" y="24"/>
                      <a:pt x="217" y="24"/>
                      <a:pt x="217" y="24"/>
                    </a:cubicBezTo>
                    <a:cubicBezTo>
                      <a:pt x="217" y="24"/>
                      <a:pt x="217" y="24"/>
                      <a:pt x="217" y="24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198" y="18"/>
                      <a:pt x="198" y="18"/>
                      <a:pt x="198" y="18"/>
                    </a:cubicBezTo>
                    <a:cubicBezTo>
                      <a:pt x="198" y="18"/>
                      <a:pt x="198" y="18"/>
                      <a:pt x="198" y="18"/>
                    </a:cubicBezTo>
                    <a:cubicBezTo>
                      <a:pt x="189" y="15"/>
                      <a:pt x="189" y="15"/>
                      <a:pt x="189" y="15"/>
                    </a:cubicBezTo>
                    <a:cubicBezTo>
                      <a:pt x="189" y="15"/>
                      <a:pt x="189" y="15"/>
                      <a:pt x="189" y="15"/>
                    </a:cubicBezTo>
                    <a:cubicBezTo>
                      <a:pt x="178" y="14"/>
                      <a:pt x="178" y="14"/>
                      <a:pt x="178" y="14"/>
                    </a:cubicBezTo>
                    <a:cubicBezTo>
                      <a:pt x="178" y="14"/>
                      <a:pt x="178" y="14"/>
                      <a:pt x="178" y="14"/>
                    </a:cubicBezTo>
                    <a:cubicBezTo>
                      <a:pt x="168" y="14"/>
                      <a:pt x="168" y="14"/>
                      <a:pt x="168" y="14"/>
                    </a:cubicBezTo>
                    <a:cubicBezTo>
                      <a:pt x="168" y="14"/>
                      <a:pt x="168" y="14"/>
                      <a:pt x="168" y="14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66" y="17"/>
                      <a:pt x="166" y="17"/>
                      <a:pt x="166" y="17"/>
                    </a:cubicBezTo>
                    <a:cubicBezTo>
                      <a:pt x="166" y="17"/>
                      <a:pt x="166" y="17"/>
                      <a:pt x="166" y="17"/>
                    </a:cubicBezTo>
                    <a:cubicBezTo>
                      <a:pt x="166" y="18"/>
                      <a:pt x="166" y="18"/>
                      <a:pt x="166" y="18"/>
                    </a:cubicBezTo>
                    <a:cubicBezTo>
                      <a:pt x="166" y="18"/>
                      <a:pt x="166" y="18"/>
                      <a:pt x="166" y="18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7" y="21"/>
                      <a:pt x="167" y="21"/>
                      <a:pt x="167" y="21"/>
                    </a:cubicBezTo>
                    <a:cubicBezTo>
                      <a:pt x="167" y="21"/>
                      <a:pt x="167" y="21"/>
                      <a:pt x="167" y="21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8" y="22"/>
                      <a:pt x="168" y="22"/>
                      <a:pt x="168" y="22"/>
                    </a:cubicBezTo>
                    <a:cubicBezTo>
                      <a:pt x="168" y="22"/>
                      <a:pt x="168" y="22"/>
                      <a:pt x="168" y="22"/>
                    </a:cubicBezTo>
                    <a:cubicBezTo>
                      <a:pt x="169" y="22"/>
                      <a:pt x="169" y="22"/>
                      <a:pt x="169" y="22"/>
                    </a:cubicBezTo>
                    <a:cubicBezTo>
                      <a:pt x="169" y="22"/>
                      <a:pt x="169" y="22"/>
                      <a:pt x="169" y="22"/>
                    </a:cubicBezTo>
                    <a:cubicBezTo>
                      <a:pt x="191" y="38"/>
                      <a:pt x="191" y="38"/>
                      <a:pt x="191" y="38"/>
                    </a:cubicBezTo>
                    <a:cubicBezTo>
                      <a:pt x="191" y="38"/>
                      <a:pt x="191" y="38"/>
                      <a:pt x="191" y="38"/>
                    </a:cubicBezTo>
                    <a:cubicBezTo>
                      <a:pt x="191" y="41"/>
                      <a:pt x="191" y="41"/>
                      <a:pt x="191" y="41"/>
                    </a:cubicBezTo>
                    <a:cubicBezTo>
                      <a:pt x="191" y="41"/>
                      <a:pt x="191" y="41"/>
                      <a:pt x="191" y="41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3" y="46"/>
                      <a:pt x="193" y="46"/>
                      <a:pt x="193" y="46"/>
                    </a:cubicBezTo>
                    <a:cubicBezTo>
                      <a:pt x="193" y="46"/>
                      <a:pt x="193" y="46"/>
                      <a:pt x="193" y="46"/>
                    </a:cubicBezTo>
                    <a:cubicBezTo>
                      <a:pt x="195" y="47"/>
                      <a:pt x="195" y="47"/>
                      <a:pt x="195" y="47"/>
                    </a:cubicBezTo>
                    <a:cubicBezTo>
                      <a:pt x="195" y="47"/>
                      <a:pt x="195" y="47"/>
                      <a:pt x="195" y="47"/>
                    </a:cubicBezTo>
                    <a:cubicBezTo>
                      <a:pt x="196" y="48"/>
                      <a:pt x="196" y="48"/>
                      <a:pt x="196" y="48"/>
                    </a:cubicBezTo>
                    <a:cubicBezTo>
                      <a:pt x="196" y="48"/>
                      <a:pt x="196" y="48"/>
                      <a:pt x="196" y="48"/>
                    </a:cubicBezTo>
                    <a:cubicBezTo>
                      <a:pt x="197" y="49"/>
                      <a:pt x="197" y="49"/>
                      <a:pt x="197" y="49"/>
                    </a:cubicBezTo>
                    <a:cubicBezTo>
                      <a:pt x="197" y="49"/>
                      <a:pt x="197" y="49"/>
                      <a:pt x="197" y="49"/>
                    </a:cubicBezTo>
                    <a:cubicBezTo>
                      <a:pt x="198" y="50"/>
                      <a:pt x="198" y="50"/>
                      <a:pt x="198" y="50"/>
                    </a:cubicBezTo>
                    <a:cubicBezTo>
                      <a:pt x="198" y="50"/>
                      <a:pt x="198" y="50"/>
                      <a:pt x="198" y="50"/>
                    </a:cubicBezTo>
                    <a:cubicBezTo>
                      <a:pt x="200" y="51"/>
                      <a:pt x="200" y="51"/>
                      <a:pt x="200" y="51"/>
                    </a:cubicBezTo>
                    <a:cubicBezTo>
                      <a:pt x="200" y="51"/>
                      <a:pt x="200" y="51"/>
                      <a:pt x="200" y="51"/>
                    </a:cubicBezTo>
                    <a:cubicBezTo>
                      <a:pt x="200" y="54"/>
                      <a:pt x="200" y="54"/>
                      <a:pt x="200" y="54"/>
                    </a:cubicBezTo>
                    <a:cubicBezTo>
                      <a:pt x="200" y="54"/>
                      <a:pt x="200" y="54"/>
                      <a:pt x="200" y="54"/>
                    </a:cubicBezTo>
                    <a:cubicBezTo>
                      <a:pt x="200" y="57"/>
                      <a:pt x="200" y="57"/>
                      <a:pt x="200" y="57"/>
                    </a:cubicBezTo>
                    <a:cubicBezTo>
                      <a:pt x="200" y="57"/>
                      <a:pt x="200" y="57"/>
                      <a:pt x="200" y="57"/>
                    </a:cubicBezTo>
                    <a:cubicBezTo>
                      <a:pt x="199" y="60"/>
                      <a:pt x="199" y="60"/>
                      <a:pt x="199" y="60"/>
                    </a:cubicBezTo>
                    <a:cubicBezTo>
                      <a:pt x="199" y="60"/>
                      <a:pt x="199" y="60"/>
                      <a:pt x="199" y="60"/>
                    </a:cubicBezTo>
                    <a:cubicBezTo>
                      <a:pt x="198" y="61"/>
                      <a:pt x="198" y="61"/>
                      <a:pt x="198" y="61"/>
                    </a:cubicBezTo>
                    <a:cubicBezTo>
                      <a:pt x="198" y="61"/>
                      <a:pt x="198" y="61"/>
                      <a:pt x="198" y="61"/>
                    </a:cubicBezTo>
                    <a:cubicBezTo>
                      <a:pt x="197" y="64"/>
                      <a:pt x="197" y="64"/>
                      <a:pt x="197" y="64"/>
                    </a:cubicBezTo>
                    <a:cubicBezTo>
                      <a:pt x="197" y="64"/>
                      <a:pt x="197" y="64"/>
                      <a:pt x="197" y="64"/>
                    </a:cubicBezTo>
                    <a:cubicBezTo>
                      <a:pt x="196" y="65"/>
                      <a:pt x="196" y="65"/>
                      <a:pt x="196" y="65"/>
                    </a:cubicBezTo>
                    <a:cubicBezTo>
                      <a:pt x="196" y="65"/>
                      <a:pt x="196" y="65"/>
                      <a:pt x="196" y="65"/>
                    </a:cubicBezTo>
                    <a:cubicBezTo>
                      <a:pt x="196" y="68"/>
                      <a:pt x="196" y="68"/>
                      <a:pt x="196" y="68"/>
                    </a:cubicBezTo>
                    <a:cubicBezTo>
                      <a:pt x="196" y="68"/>
                      <a:pt x="196" y="68"/>
                      <a:pt x="196" y="68"/>
                    </a:cubicBezTo>
                    <a:lnTo>
                      <a:pt x="196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  <a:endParaRPr/>
              </a:p>
            </p:txBody>
          </p:sp>
          <p:sp>
            <p:nvSpPr>
              <p:cNvPr id="27" name="ïṩḷiḑè">
                <a:extLst>
                  <a:ext uri="{FF2B5EF4-FFF2-40B4-BE49-F238E27FC236}">
                    <a16:creationId xmlns:a16="http://schemas.microsoft.com/office/drawing/2014/main" id="{F60BE995-2C5B-4F61-87D9-4800BBA022DF}"/>
                  </a:ext>
                </a:extLst>
              </p:cNvPr>
              <p:cNvSpPr/>
              <p:nvPr userDrawn="1"/>
            </p:nvSpPr>
            <p:spPr bwMode="auto">
              <a:xfrm>
                <a:off x="4816081" y="4076932"/>
                <a:ext cx="4728471" cy="131499"/>
              </a:xfrm>
              <a:custGeom>
                <a:avLst/>
                <a:gdLst>
                  <a:gd name="T0" fmla="*/ 28 w 2078"/>
                  <a:gd name="T1" fmla="*/ 9 h 58"/>
                  <a:gd name="T2" fmla="*/ 38 w 2078"/>
                  <a:gd name="T3" fmla="*/ 57 h 58"/>
                  <a:gd name="T4" fmla="*/ 111 w 2078"/>
                  <a:gd name="T5" fmla="*/ 2 h 58"/>
                  <a:gd name="T6" fmla="*/ 87 w 2078"/>
                  <a:gd name="T7" fmla="*/ 2 h 58"/>
                  <a:gd name="T8" fmla="*/ 111 w 2078"/>
                  <a:gd name="T9" fmla="*/ 2 h 58"/>
                  <a:gd name="T10" fmla="*/ 176 w 2078"/>
                  <a:gd name="T11" fmla="*/ 2 h 58"/>
                  <a:gd name="T12" fmla="*/ 169 w 2078"/>
                  <a:gd name="T13" fmla="*/ 12 h 58"/>
                  <a:gd name="T14" fmla="*/ 253 w 2078"/>
                  <a:gd name="T15" fmla="*/ 45 h 58"/>
                  <a:gd name="T16" fmla="*/ 226 w 2078"/>
                  <a:gd name="T17" fmla="*/ 11 h 58"/>
                  <a:gd name="T18" fmla="*/ 324 w 2078"/>
                  <a:gd name="T19" fmla="*/ 48 h 58"/>
                  <a:gd name="T20" fmla="*/ 311 w 2078"/>
                  <a:gd name="T21" fmla="*/ 0 h 58"/>
                  <a:gd name="T22" fmla="*/ 314 w 2078"/>
                  <a:gd name="T23" fmla="*/ 27 h 58"/>
                  <a:gd name="T24" fmla="*/ 395 w 2078"/>
                  <a:gd name="T25" fmla="*/ 48 h 58"/>
                  <a:gd name="T26" fmla="*/ 396 w 2078"/>
                  <a:gd name="T27" fmla="*/ 2 h 58"/>
                  <a:gd name="T28" fmla="*/ 443 w 2078"/>
                  <a:gd name="T29" fmla="*/ 30 h 58"/>
                  <a:gd name="T30" fmla="*/ 470 w 2078"/>
                  <a:gd name="T31" fmla="*/ 9 h 58"/>
                  <a:gd name="T32" fmla="*/ 535 w 2078"/>
                  <a:gd name="T33" fmla="*/ 2 h 58"/>
                  <a:gd name="T34" fmla="*/ 550 w 2078"/>
                  <a:gd name="T35" fmla="*/ 57 h 58"/>
                  <a:gd name="T36" fmla="*/ 600 w 2078"/>
                  <a:gd name="T37" fmla="*/ 30 h 58"/>
                  <a:gd name="T38" fmla="*/ 614 w 2078"/>
                  <a:gd name="T39" fmla="*/ 58 h 58"/>
                  <a:gd name="T40" fmla="*/ 627 w 2078"/>
                  <a:gd name="T41" fmla="*/ 37 h 58"/>
                  <a:gd name="T42" fmla="*/ 692 w 2078"/>
                  <a:gd name="T43" fmla="*/ 32 h 58"/>
                  <a:gd name="T44" fmla="*/ 728 w 2078"/>
                  <a:gd name="T45" fmla="*/ 2 h 58"/>
                  <a:gd name="T46" fmla="*/ 790 w 2078"/>
                  <a:gd name="T47" fmla="*/ 45 h 58"/>
                  <a:gd name="T48" fmla="*/ 763 w 2078"/>
                  <a:gd name="T49" fmla="*/ 11 h 58"/>
                  <a:gd name="T50" fmla="*/ 836 w 2078"/>
                  <a:gd name="T51" fmla="*/ 57 h 58"/>
                  <a:gd name="T52" fmla="*/ 882 w 2078"/>
                  <a:gd name="T53" fmla="*/ 45 h 58"/>
                  <a:gd name="T54" fmla="*/ 964 w 2078"/>
                  <a:gd name="T55" fmla="*/ 57 h 58"/>
                  <a:gd name="T56" fmla="*/ 939 w 2078"/>
                  <a:gd name="T57" fmla="*/ 24 h 58"/>
                  <a:gd name="T58" fmla="*/ 998 w 2078"/>
                  <a:gd name="T59" fmla="*/ 11 h 58"/>
                  <a:gd name="T60" fmla="*/ 998 w 2078"/>
                  <a:gd name="T61" fmla="*/ 35 h 58"/>
                  <a:gd name="T62" fmla="*/ 1027 w 2078"/>
                  <a:gd name="T63" fmla="*/ 42 h 58"/>
                  <a:gd name="T64" fmla="*/ 987 w 2078"/>
                  <a:gd name="T65" fmla="*/ 57 h 58"/>
                  <a:gd name="T66" fmla="*/ 1068 w 2078"/>
                  <a:gd name="T67" fmla="*/ 34 h 58"/>
                  <a:gd name="T68" fmla="*/ 1070 w 2078"/>
                  <a:gd name="T69" fmla="*/ 58 h 58"/>
                  <a:gd name="T70" fmla="*/ 1080 w 2078"/>
                  <a:gd name="T71" fmla="*/ 18 h 58"/>
                  <a:gd name="T72" fmla="*/ 1127 w 2078"/>
                  <a:gd name="T73" fmla="*/ 2 h 58"/>
                  <a:gd name="T74" fmla="*/ 1190 w 2078"/>
                  <a:gd name="T75" fmla="*/ 11 h 58"/>
                  <a:gd name="T76" fmla="*/ 1236 w 2078"/>
                  <a:gd name="T77" fmla="*/ 39 h 58"/>
                  <a:gd name="T78" fmla="*/ 1224 w 2078"/>
                  <a:gd name="T79" fmla="*/ 39 h 58"/>
                  <a:gd name="T80" fmla="*/ 1315 w 2078"/>
                  <a:gd name="T81" fmla="*/ 58 h 58"/>
                  <a:gd name="T82" fmla="*/ 1375 w 2078"/>
                  <a:gd name="T83" fmla="*/ 57 h 58"/>
                  <a:gd name="T84" fmla="*/ 1399 w 2078"/>
                  <a:gd name="T85" fmla="*/ 11 h 58"/>
                  <a:gd name="T86" fmla="*/ 1448 w 2078"/>
                  <a:gd name="T87" fmla="*/ 11 h 58"/>
                  <a:gd name="T88" fmla="*/ 1431 w 2078"/>
                  <a:gd name="T89" fmla="*/ 2 h 58"/>
                  <a:gd name="T90" fmla="*/ 1507 w 2078"/>
                  <a:gd name="T91" fmla="*/ 33 h 58"/>
                  <a:gd name="T92" fmla="*/ 1531 w 2078"/>
                  <a:gd name="T93" fmla="*/ 2 h 58"/>
                  <a:gd name="T94" fmla="*/ 1576 w 2078"/>
                  <a:gd name="T95" fmla="*/ 58 h 58"/>
                  <a:gd name="T96" fmla="*/ 1586 w 2078"/>
                  <a:gd name="T97" fmla="*/ 20 h 58"/>
                  <a:gd name="T98" fmla="*/ 1664 w 2078"/>
                  <a:gd name="T99" fmla="*/ 57 h 58"/>
                  <a:gd name="T100" fmla="*/ 1620 w 2078"/>
                  <a:gd name="T101" fmla="*/ 2 h 58"/>
                  <a:gd name="T102" fmla="*/ 1726 w 2078"/>
                  <a:gd name="T103" fmla="*/ 45 h 58"/>
                  <a:gd name="T104" fmla="*/ 1698 w 2078"/>
                  <a:gd name="T105" fmla="*/ 11 h 58"/>
                  <a:gd name="T106" fmla="*/ 1784 w 2078"/>
                  <a:gd name="T107" fmla="*/ 0 h 58"/>
                  <a:gd name="T108" fmla="*/ 1771 w 2078"/>
                  <a:gd name="T109" fmla="*/ 30 h 58"/>
                  <a:gd name="T110" fmla="*/ 1833 w 2078"/>
                  <a:gd name="T111" fmla="*/ 2 h 58"/>
                  <a:gd name="T112" fmla="*/ 1886 w 2078"/>
                  <a:gd name="T113" fmla="*/ 30 h 58"/>
                  <a:gd name="T114" fmla="*/ 1913 w 2078"/>
                  <a:gd name="T115" fmla="*/ 9 h 58"/>
                  <a:gd name="T116" fmla="*/ 1986 w 2078"/>
                  <a:gd name="T117" fmla="*/ 9 h 58"/>
                  <a:gd name="T118" fmla="*/ 1997 w 2078"/>
                  <a:gd name="T119" fmla="*/ 57 h 58"/>
                  <a:gd name="T120" fmla="*/ 2048 w 2078"/>
                  <a:gd name="T121" fmla="*/ 57 h 58"/>
                  <a:gd name="T122" fmla="*/ 2043 w 2078"/>
                  <a:gd name="T12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78" h="58">
                    <a:moveTo>
                      <a:pt x="38" y="37"/>
                    </a:move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9"/>
                      <a:pt x="38" y="49"/>
                      <a:pt x="38" y="48"/>
                    </a:cubicBezTo>
                    <a:cubicBezTo>
                      <a:pt x="34" y="49"/>
                      <a:pt x="30" y="50"/>
                      <a:pt x="28" y="50"/>
                    </a:cubicBezTo>
                    <a:cubicBezTo>
                      <a:pt x="18" y="49"/>
                      <a:pt x="12" y="43"/>
                      <a:pt x="12" y="30"/>
                    </a:cubicBezTo>
                    <a:cubicBezTo>
                      <a:pt x="12" y="16"/>
                      <a:pt x="18" y="9"/>
                      <a:pt x="28" y="9"/>
                    </a:cubicBezTo>
                    <a:cubicBezTo>
                      <a:pt x="35" y="9"/>
                      <a:pt x="38" y="12"/>
                      <a:pt x="38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6"/>
                      <a:pt x="43" y="0"/>
                      <a:pt x="25" y="0"/>
                    </a:cubicBezTo>
                    <a:cubicBezTo>
                      <a:pt x="9" y="2"/>
                      <a:pt x="0" y="11"/>
                      <a:pt x="0" y="30"/>
                    </a:cubicBezTo>
                    <a:cubicBezTo>
                      <a:pt x="0" y="47"/>
                      <a:pt x="9" y="57"/>
                      <a:pt x="25" y="58"/>
                    </a:cubicBezTo>
                    <a:cubicBezTo>
                      <a:pt x="31" y="58"/>
                      <a:pt x="35" y="58"/>
                      <a:pt x="38" y="57"/>
                    </a:cubicBezTo>
                    <a:cubicBezTo>
                      <a:pt x="42" y="57"/>
                      <a:pt x="46" y="57"/>
                      <a:pt x="50" y="55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38" y="37"/>
                      <a:pt x="38" y="37"/>
                      <a:pt x="38" y="37"/>
                    </a:cubicBezTo>
                    <a:close/>
                    <a:moveTo>
                      <a:pt x="111" y="2"/>
                    </a:moveTo>
                    <a:cubicBezTo>
                      <a:pt x="111" y="32"/>
                      <a:pt x="111" y="32"/>
                      <a:pt x="111" y="32"/>
                    </a:cubicBezTo>
                    <a:cubicBezTo>
                      <a:pt x="111" y="39"/>
                      <a:pt x="110" y="43"/>
                      <a:pt x="108" y="45"/>
                    </a:cubicBezTo>
                    <a:cubicBezTo>
                      <a:pt x="107" y="48"/>
                      <a:pt x="103" y="50"/>
                      <a:pt x="99" y="50"/>
                    </a:cubicBezTo>
                    <a:cubicBezTo>
                      <a:pt x="94" y="50"/>
                      <a:pt x="91" y="48"/>
                      <a:pt x="89" y="45"/>
                    </a:cubicBezTo>
                    <a:cubicBezTo>
                      <a:pt x="87" y="43"/>
                      <a:pt x="87" y="39"/>
                      <a:pt x="87" y="32"/>
                    </a:cubicBezTo>
                    <a:cubicBezTo>
                      <a:pt x="87" y="2"/>
                      <a:pt x="87" y="2"/>
                      <a:pt x="8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50"/>
                      <a:pt x="83" y="57"/>
                      <a:pt x="99" y="58"/>
                    </a:cubicBezTo>
                    <a:cubicBezTo>
                      <a:pt x="114" y="57"/>
                      <a:pt x="122" y="50"/>
                      <a:pt x="123" y="36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11" y="2"/>
                      <a:pt x="111" y="2"/>
                      <a:pt x="111" y="2"/>
                    </a:cubicBezTo>
                    <a:close/>
                    <a:moveTo>
                      <a:pt x="154" y="57"/>
                    </a:moveTo>
                    <a:cubicBezTo>
                      <a:pt x="158" y="45"/>
                      <a:pt x="158" y="45"/>
                      <a:pt x="158" y="45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4" y="57"/>
                      <a:pt x="184" y="57"/>
                      <a:pt x="184" y="57"/>
                    </a:cubicBezTo>
                    <a:cubicBezTo>
                      <a:pt x="196" y="57"/>
                      <a:pt x="196" y="57"/>
                      <a:pt x="196" y="57"/>
                    </a:cubicBezTo>
                    <a:cubicBezTo>
                      <a:pt x="176" y="2"/>
                      <a:pt x="176" y="2"/>
                      <a:pt x="176" y="2"/>
                    </a:cubicBezTo>
                    <a:cubicBezTo>
                      <a:pt x="163" y="2"/>
                      <a:pt x="163" y="2"/>
                      <a:pt x="163" y="2"/>
                    </a:cubicBezTo>
                    <a:cubicBezTo>
                      <a:pt x="143" y="57"/>
                      <a:pt x="143" y="57"/>
                      <a:pt x="143" y="57"/>
                    </a:cubicBezTo>
                    <a:cubicBezTo>
                      <a:pt x="154" y="57"/>
                      <a:pt x="154" y="57"/>
                      <a:pt x="154" y="57"/>
                    </a:cubicBezTo>
                    <a:close/>
                    <a:moveTo>
                      <a:pt x="161" y="36"/>
                    </a:moveTo>
                    <a:cubicBezTo>
                      <a:pt x="169" y="12"/>
                      <a:pt x="169" y="12"/>
                      <a:pt x="169" y="12"/>
                    </a:cubicBezTo>
                    <a:cubicBezTo>
                      <a:pt x="169" y="12"/>
                      <a:pt x="169" y="12"/>
                      <a:pt x="169" y="12"/>
                    </a:cubicBezTo>
                    <a:cubicBezTo>
                      <a:pt x="177" y="36"/>
                      <a:pt x="177" y="36"/>
                      <a:pt x="177" y="36"/>
                    </a:cubicBezTo>
                    <a:cubicBezTo>
                      <a:pt x="161" y="36"/>
                      <a:pt x="161" y="36"/>
                      <a:pt x="161" y="36"/>
                    </a:cubicBezTo>
                    <a:close/>
                    <a:moveTo>
                      <a:pt x="264" y="57"/>
                    </a:moveTo>
                    <a:cubicBezTo>
                      <a:pt x="264" y="2"/>
                      <a:pt x="264" y="2"/>
                      <a:pt x="264" y="2"/>
                    </a:cubicBezTo>
                    <a:cubicBezTo>
                      <a:pt x="253" y="2"/>
                      <a:pt x="253" y="2"/>
                      <a:pt x="253" y="2"/>
                    </a:cubicBezTo>
                    <a:cubicBezTo>
                      <a:pt x="253" y="45"/>
                      <a:pt x="253" y="45"/>
                      <a:pt x="253" y="45"/>
                    </a:cubicBezTo>
                    <a:cubicBezTo>
                      <a:pt x="253" y="45"/>
                      <a:pt x="253" y="45"/>
                      <a:pt x="253" y="45"/>
                    </a:cubicBezTo>
                    <a:cubicBezTo>
                      <a:pt x="232" y="2"/>
                      <a:pt x="232" y="2"/>
                      <a:pt x="232" y="2"/>
                    </a:cubicBezTo>
                    <a:cubicBezTo>
                      <a:pt x="215" y="2"/>
                      <a:pt x="215" y="2"/>
                      <a:pt x="215" y="2"/>
                    </a:cubicBezTo>
                    <a:cubicBezTo>
                      <a:pt x="215" y="57"/>
                      <a:pt x="215" y="57"/>
                      <a:pt x="215" y="57"/>
                    </a:cubicBezTo>
                    <a:cubicBezTo>
                      <a:pt x="226" y="57"/>
                      <a:pt x="226" y="57"/>
                      <a:pt x="226" y="57"/>
                    </a:cubicBezTo>
                    <a:cubicBezTo>
                      <a:pt x="226" y="11"/>
                      <a:pt x="226" y="11"/>
                      <a:pt x="226" y="11"/>
                    </a:cubicBezTo>
                    <a:cubicBezTo>
                      <a:pt x="226" y="11"/>
                      <a:pt x="226" y="11"/>
                      <a:pt x="226" y="11"/>
                    </a:cubicBezTo>
                    <a:cubicBezTo>
                      <a:pt x="248" y="57"/>
                      <a:pt x="248" y="57"/>
                      <a:pt x="248" y="57"/>
                    </a:cubicBezTo>
                    <a:cubicBezTo>
                      <a:pt x="264" y="57"/>
                      <a:pt x="264" y="57"/>
                      <a:pt x="264" y="57"/>
                    </a:cubicBezTo>
                    <a:close/>
                    <a:moveTo>
                      <a:pt x="324" y="37"/>
                    </a:moveTo>
                    <a:cubicBezTo>
                      <a:pt x="324" y="48"/>
                      <a:pt x="324" y="48"/>
                      <a:pt x="324" y="48"/>
                    </a:cubicBezTo>
                    <a:cubicBezTo>
                      <a:pt x="324" y="49"/>
                      <a:pt x="323" y="49"/>
                      <a:pt x="324" y="48"/>
                    </a:cubicBezTo>
                    <a:cubicBezTo>
                      <a:pt x="320" y="49"/>
                      <a:pt x="316" y="50"/>
                      <a:pt x="313" y="50"/>
                    </a:cubicBezTo>
                    <a:cubicBezTo>
                      <a:pt x="303" y="49"/>
                      <a:pt x="298" y="43"/>
                      <a:pt x="298" y="30"/>
                    </a:cubicBezTo>
                    <a:cubicBezTo>
                      <a:pt x="298" y="16"/>
                      <a:pt x="303" y="9"/>
                      <a:pt x="313" y="9"/>
                    </a:cubicBezTo>
                    <a:cubicBezTo>
                      <a:pt x="321" y="9"/>
                      <a:pt x="324" y="12"/>
                      <a:pt x="324" y="18"/>
                    </a:cubicBezTo>
                    <a:cubicBezTo>
                      <a:pt x="337" y="18"/>
                      <a:pt x="337" y="18"/>
                      <a:pt x="337" y="18"/>
                    </a:cubicBezTo>
                    <a:cubicBezTo>
                      <a:pt x="337" y="6"/>
                      <a:pt x="328" y="0"/>
                      <a:pt x="311" y="0"/>
                    </a:cubicBezTo>
                    <a:cubicBezTo>
                      <a:pt x="294" y="2"/>
                      <a:pt x="286" y="11"/>
                      <a:pt x="286" y="30"/>
                    </a:cubicBezTo>
                    <a:cubicBezTo>
                      <a:pt x="286" y="47"/>
                      <a:pt x="294" y="57"/>
                      <a:pt x="311" y="58"/>
                    </a:cubicBezTo>
                    <a:cubicBezTo>
                      <a:pt x="316" y="58"/>
                      <a:pt x="320" y="58"/>
                      <a:pt x="324" y="57"/>
                    </a:cubicBezTo>
                    <a:cubicBezTo>
                      <a:pt x="328" y="57"/>
                      <a:pt x="332" y="57"/>
                      <a:pt x="336" y="55"/>
                    </a:cubicBezTo>
                    <a:cubicBezTo>
                      <a:pt x="336" y="27"/>
                      <a:pt x="336" y="27"/>
                      <a:pt x="336" y="27"/>
                    </a:cubicBezTo>
                    <a:cubicBezTo>
                      <a:pt x="314" y="27"/>
                      <a:pt x="314" y="27"/>
                      <a:pt x="314" y="27"/>
                    </a:cubicBezTo>
                    <a:cubicBezTo>
                      <a:pt x="314" y="37"/>
                      <a:pt x="314" y="37"/>
                      <a:pt x="314" y="37"/>
                    </a:cubicBezTo>
                    <a:cubicBezTo>
                      <a:pt x="324" y="37"/>
                      <a:pt x="324" y="37"/>
                      <a:pt x="324" y="37"/>
                    </a:cubicBezTo>
                    <a:close/>
                    <a:moveTo>
                      <a:pt x="388" y="11"/>
                    </a:moveTo>
                    <a:cubicBezTo>
                      <a:pt x="395" y="11"/>
                      <a:pt x="395" y="11"/>
                      <a:pt x="395" y="11"/>
                    </a:cubicBezTo>
                    <a:cubicBezTo>
                      <a:pt x="405" y="11"/>
                      <a:pt x="411" y="17"/>
                      <a:pt x="411" y="30"/>
                    </a:cubicBezTo>
                    <a:cubicBezTo>
                      <a:pt x="411" y="42"/>
                      <a:pt x="405" y="48"/>
                      <a:pt x="395" y="48"/>
                    </a:cubicBezTo>
                    <a:cubicBezTo>
                      <a:pt x="388" y="48"/>
                      <a:pt x="388" y="48"/>
                      <a:pt x="388" y="48"/>
                    </a:cubicBezTo>
                    <a:cubicBezTo>
                      <a:pt x="388" y="11"/>
                      <a:pt x="388" y="11"/>
                      <a:pt x="388" y="11"/>
                    </a:cubicBezTo>
                    <a:close/>
                    <a:moveTo>
                      <a:pt x="377" y="57"/>
                    </a:moveTo>
                    <a:cubicBezTo>
                      <a:pt x="396" y="57"/>
                      <a:pt x="396" y="57"/>
                      <a:pt x="396" y="57"/>
                    </a:cubicBezTo>
                    <a:cubicBezTo>
                      <a:pt x="414" y="57"/>
                      <a:pt x="423" y="48"/>
                      <a:pt x="423" y="30"/>
                    </a:cubicBezTo>
                    <a:cubicBezTo>
                      <a:pt x="423" y="11"/>
                      <a:pt x="414" y="2"/>
                      <a:pt x="396" y="2"/>
                    </a:cubicBezTo>
                    <a:cubicBezTo>
                      <a:pt x="377" y="2"/>
                      <a:pt x="377" y="2"/>
                      <a:pt x="377" y="2"/>
                    </a:cubicBezTo>
                    <a:cubicBezTo>
                      <a:pt x="377" y="57"/>
                      <a:pt x="377" y="57"/>
                      <a:pt x="377" y="57"/>
                    </a:cubicBezTo>
                    <a:close/>
                    <a:moveTo>
                      <a:pt x="470" y="58"/>
                    </a:moveTo>
                    <a:cubicBezTo>
                      <a:pt x="486" y="57"/>
                      <a:pt x="495" y="48"/>
                      <a:pt x="495" y="30"/>
                    </a:cubicBezTo>
                    <a:cubicBezTo>
                      <a:pt x="495" y="11"/>
                      <a:pt x="486" y="1"/>
                      <a:pt x="470" y="0"/>
                    </a:cubicBezTo>
                    <a:cubicBezTo>
                      <a:pt x="453" y="1"/>
                      <a:pt x="444" y="11"/>
                      <a:pt x="443" y="30"/>
                    </a:cubicBezTo>
                    <a:cubicBezTo>
                      <a:pt x="444" y="48"/>
                      <a:pt x="452" y="57"/>
                      <a:pt x="470" y="58"/>
                    </a:cubicBezTo>
                    <a:close/>
                    <a:moveTo>
                      <a:pt x="470" y="9"/>
                    </a:moveTo>
                    <a:cubicBezTo>
                      <a:pt x="479" y="9"/>
                      <a:pt x="483" y="16"/>
                      <a:pt x="483" y="30"/>
                    </a:cubicBezTo>
                    <a:cubicBezTo>
                      <a:pt x="483" y="43"/>
                      <a:pt x="479" y="50"/>
                      <a:pt x="470" y="50"/>
                    </a:cubicBezTo>
                    <a:cubicBezTo>
                      <a:pt x="460" y="50"/>
                      <a:pt x="456" y="43"/>
                      <a:pt x="456" y="30"/>
                    </a:cubicBezTo>
                    <a:cubicBezTo>
                      <a:pt x="456" y="16"/>
                      <a:pt x="460" y="9"/>
                      <a:pt x="470" y="9"/>
                    </a:cubicBezTo>
                    <a:close/>
                    <a:moveTo>
                      <a:pt x="567" y="57"/>
                    </a:moveTo>
                    <a:cubicBezTo>
                      <a:pt x="567" y="2"/>
                      <a:pt x="567" y="2"/>
                      <a:pt x="567" y="2"/>
                    </a:cubicBezTo>
                    <a:cubicBezTo>
                      <a:pt x="556" y="2"/>
                      <a:pt x="556" y="2"/>
                      <a:pt x="556" y="2"/>
                    </a:cubicBezTo>
                    <a:cubicBezTo>
                      <a:pt x="556" y="45"/>
                      <a:pt x="556" y="45"/>
                      <a:pt x="556" y="45"/>
                    </a:cubicBezTo>
                    <a:cubicBezTo>
                      <a:pt x="556" y="45"/>
                      <a:pt x="556" y="45"/>
                      <a:pt x="556" y="45"/>
                    </a:cubicBezTo>
                    <a:cubicBezTo>
                      <a:pt x="535" y="2"/>
                      <a:pt x="535" y="2"/>
                      <a:pt x="535" y="2"/>
                    </a:cubicBezTo>
                    <a:cubicBezTo>
                      <a:pt x="518" y="2"/>
                      <a:pt x="518" y="2"/>
                      <a:pt x="518" y="2"/>
                    </a:cubicBezTo>
                    <a:cubicBezTo>
                      <a:pt x="518" y="57"/>
                      <a:pt x="518" y="57"/>
                      <a:pt x="518" y="57"/>
                    </a:cubicBezTo>
                    <a:cubicBezTo>
                      <a:pt x="528" y="57"/>
                      <a:pt x="528" y="57"/>
                      <a:pt x="528" y="57"/>
                    </a:cubicBezTo>
                    <a:cubicBezTo>
                      <a:pt x="528" y="11"/>
                      <a:pt x="528" y="11"/>
                      <a:pt x="528" y="11"/>
                    </a:cubicBezTo>
                    <a:cubicBezTo>
                      <a:pt x="529" y="11"/>
                      <a:pt x="529" y="11"/>
                      <a:pt x="529" y="11"/>
                    </a:cubicBezTo>
                    <a:cubicBezTo>
                      <a:pt x="550" y="57"/>
                      <a:pt x="550" y="57"/>
                      <a:pt x="550" y="57"/>
                    </a:cubicBezTo>
                    <a:cubicBezTo>
                      <a:pt x="567" y="57"/>
                      <a:pt x="567" y="57"/>
                      <a:pt x="567" y="57"/>
                    </a:cubicBezTo>
                    <a:close/>
                    <a:moveTo>
                      <a:pt x="627" y="37"/>
                    </a:moveTo>
                    <a:cubicBezTo>
                      <a:pt x="627" y="48"/>
                      <a:pt x="627" y="48"/>
                      <a:pt x="627" y="48"/>
                    </a:cubicBezTo>
                    <a:cubicBezTo>
                      <a:pt x="626" y="49"/>
                      <a:pt x="626" y="49"/>
                      <a:pt x="626" y="48"/>
                    </a:cubicBezTo>
                    <a:cubicBezTo>
                      <a:pt x="622" y="49"/>
                      <a:pt x="619" y="50"/>
                      <a:pt x="616" y="50"/>
                    </a:cubicBezTo>
                    <a:cubicBezTo>
                      <a:pt x="606" y="49"/>
                      <a:pt x="601" y="43"/>
                      <a:pt x="600" y="30"/>
                    </a:cubicBezTo>
                    <a:cubicBezTo>
                      <a:pt x="601" y="16"/>
                      <a:pt x="606" y="9"/>
                      <a:pt x="616" y="9"/>
                    </a:cubicBezTo>
                    <a:cubicBezTo>
                      <a:pt x="623" y="9"/>
                      <a:pt x="627" y="12"/>
                      <a:pt x="627" y="18"/>
                    </a:cubicBezTo>
                    <a:cubicBezTo>
                      <a:pt x="639" y="18"/>
                      <a:pt x="639" y="18"/>
                      <a:pt x="639" y="18"/>
                    </a:cubicBezTo>
                    <a:cubicBezTo>
                      <a:pt x="639" y="6"/>
                      <a:pt x="631" y="0"/>
                      <a:pt x="614" y="0"/>
                    </a:cubicBezTo>
                    <a:cubicBezTo>
                      <a:pt x="597" y="2"/>
                      <a:pt x="588" y="11"/>
                      <a:pt x="588" y="30"/>
                    </a:cubicBezTo>
                    <a:cubicBezTo>
                      <a:pt x="588" y="47"/>
                      <a:pt x="597" y="57"/>
                      <a:pt x="614" y="58"/>
                    </a:cubicBezTo>
                    <a:cubicBezTo>
                      <a:pt x="619" y="58"/>
                      <a:pt x="623" y="58"/>
                      <a:pt x="626" y="57"/>
                    </a:cubicBezTo>
                    <a:cubicBezTo>
                      <a:pt x="630" y="57"/>
                      <a:pt x="634" y="57"/>
                      <a:pt x="638" y="55"/>
                    </a:cubicBezTo>
                    <a:cubicBezTo>
                      <a:pt x="638" y="27"/>
                      <a:pt x="638" y="27"/>
                      <a:pt x="638" y="27"/>
                    </a:cubicBezTo>
                    <a:cubicBezTo>
                      <a:pt x="616" y="27"/>
                      <a:pt x="616" y="27"/>
                      <a:pt x="616" y="27"/>
                    </a:cubicBezTo>
                    <a:cubicBezTo>
                      <a:pt x="616" y="37"/>
                      <a:pt x="616" y="37"/>
                      <a:pt x="616" y="37"/>
                    </a:cubicBezTo>
                    <a:cubicBezTo>
                      <a:pt x="627" y="37"/>
                      <a:pt x="627" y="37"/>
                      <a:pt x="627" y="37"/>
                    </a:cubicBezTo>
                    <a:close/>
                    <a:moveTo>
                      <a:pt x="716" y="2"/>
                    </a:moveTo>
                    <a:cubicBezTo>
                      <a:pt x="716" y="32"/>
                      <a:pt x="716" y="32"/>
                      <a:pt x="716" y="32"/>
                    </a:cubicBezTo>
                    <a:cubicBezTo>
                      <a:pt x="716" y="39"/>
                      <a:pt x="715" y="43"/>
                      <a:pt x="713" y="45"/>
                    </a:cubicBezTo>
                    <a:cubicBezTo>
                      <a:pt x="712" y="48"/>
                      <a:pt x="708" y="50"/>
                      <a:pt x="704" y="50"/>
                    </a:cubicBezTo>
                    <a:cubicBezTo>
                      <a:pt x="699" y="50"/>
                      <a:pt x="696" y="48"/>
                      <a:pt x="694" y="45"/>
                    </a:cubicBezTo>
                    <a:cubicBezTo>
                      <a:pt x="692" y="43"/>
                      <a:pt x="692" y="39"/>
                      <a:pt x="692" y="32"/>
                    </a:cubicBezTo>
                    <a:cubicBezTo>
                      <a:pt x="692" y="2"/>
                      <a:pt x="692" y="2"/>
                      <a:pt x="692" y="2"/>
                    </a:cubicBezTo>
                    <a:cubicBezTo>
                      <a:pt x="680" y="2"/>
                      <a:pt x="680" y="2"/>
                      <a:pt x="680" y="2"/>
                    </a:cubicBezTo>
                    <a:cubicBezTo>
                      <a:pt x="680" y="36"/>
                      <a:pt x="680" y="36"/>
                      <a:pt x="680" y="36"/>
                    </a:cubicBezTo>
                    <a:cubicBezTo>
                      <a:pt x="680" y="50"/>
                      <a:pt x="688" y="57"/>
                      <a:pt x="704" y="58"/>
                    </a:cubicBezTo>
                    <a:cubicBezTo>
                      <a:pt x="719" y="57"/>
                      <a:pt x="727" y="50"/>
                      <a:pt x="728" y="36"/>
                    </a:cubicBezTo>
                    <a:cubicBezTo>
                      <a:pt x="728" y="2"/>
                      <a:pt x="728" y="2"/>
                      <a:pt x="728" y="2"/>
                    </a:cubicBezTo>
                    <a:cubicBezTo>
                      <a:pt x="716" y="2"/>
                      <a:pt x="716" y="2"/>
                      <a:pt x="716" y="2"/>
                    </a:cubicBezTo>
                    <a:close/>
                    <a:moveTo>
                      <a:pt x="801" y="57"/>
                    </a:moveTo>
                    <a:cubicBezTo>
                      <a:pt x="801" y="2"/>
                      <a:pt x="801" y="2"/>
                      <a:pt x="801" y="2"/>
                    </a:cubicBezTo>
                    <a:cubicBezTo>
                      <a:pt x="790" y="2"/>
                      <a:pt x="790" y="2"/>
                      <a:pt x="790" y="2"/>
                    </a:cubicBezTo>
                    <a:cubicBezTo>
                      <a:pt x="790" y="45"/>
                      <a:pt x="790" y="45"/>
                      <a:pt x="790" y="45"/>
                    </a:cubicBezTo>
                    <a:cubicBezTo>
                      <a:pt x="790" y="45"/>
                      <a:pt x="790" y="45"/>
                      <a:pt x="790" y="45"/>
                    </a:cubicBezTo>
                    <a:cubicBezTo>
                      <a:pt x="769" y="2"/>
                      <a:pt x="769" y="2"/>
                      <a:pt x="769" y="2"/>
                    </a:cubicBezTo>
                    <a:cubicBezTo>
                      <a:pt x="752" y="2"/>
                      <a:pt x="752" y="2"/>
                      <a:pt x="752" y="2"/>
                    </a:cubicBezTo>
                    <a:cubicBezTo>
                      <a:pt x="752" y="57"/>
                      <a:pt x="752" y="57"/>
                      <a:pt x="752" y="57"/>
                    </a:cubicBezTo>
                    <a:cubicBezTo>
                      <a:pt x="763" y="57"/>
                      <a:pt x="763" y="57"/>
                      <a:pt x="763" y="57"/>
                    </a:cubicBezTo>
                    <a:cubicBezTo>
                      <a:pt x="763" y="11"/>
                      <a:pt x="763" y="11"/>
                      <a:pt x="763" y="11"/>
                    </a:cubicBezTo>
                    <a:cubicBezTo>
                      <a:pt x="763" y="11"/>
                      <a:pt x="763" y="11"/>
                      <a:pt x="763" y="11"/>
                    </a:cubicBezTo>
                    <a:cubicBezTo>
                      <a:pt x="784" y="57"/>
                      <a:pt x="784" y="57"/>
                      <a:pt x="784" y="57"/>
                    </a:cubicBezTo>
                    <a:cubicBezTo>
                      <a:pt x="801" y="57"/>
                      <a:pt x="801" y="57"/>
                      <a:pt x="801" y="57"/>
                    </a:cubicBezTo>
                    <a:close/>
                    <a:moveTo>
                      <a:pt x="836" y="2"/>
                    </a:moveTo>
                    <a:cubicBezTo>
                      <a:pt x="824" y="2"/>
                      <a:pt x="824" y="2"/>
                      <a:pt x="824" y="2"/>
                    </a:cubicBezTo>
                    <a:cubicBezTo>
                      <a:pt x="824" y="57"/>
                      <a:pt x="824" y="57"/>
                      <a:pt x="824" y="57"/>
                    </a:cubicBezTo>
                    <a:cubicBezTo>
                      <a:pt x="836" y="57"/>
                      <a:pt x="836" y="57"/>
                      <a:pt x="836" y="57"/>
                    </a:cubicBezTo>
                    <a:cubicBezTo>
                      <a:pt x="836" y="2"/>
                      <a:pt x="836" y="2"/>
                      <a:pt x="836" y="2"/>
                    </a:cubicBezTo>
                    <a:close/>
                    <a:moveTo>
                      <a:pt x="875" y="57"/>
                    </a:moveTo>
                    <a:cubicBezTo>
                      <a:pt x="888" y="57"/>
                      <a:pt x="888" y="57"/>
                      <a:pt x="888" y="57"/>
                    </a:cubicBezTo>
                    <a:cubicBezTo>
                      <a:pt x="908" y="2"/>
                      <a:pt x="908" y="2"/>
                      <a:pt x="908" y="2"/>
                    </a:cubicBezTo>
                    <a:cubicBezTo>
                      <a:pt x="896" y="2"/>
                      <a:pt x="896" y="2"/>
                      <a:pt x="896" y="2"/>
                    </a:cubicBezTo>
                    <a:cubicBezTo>
                      <a:pt x="882" y="45"/>
                      <a:pt x="882" y="45"/>
                      <a:pt x="882" y="45"/>
                    </a:cubicBezTo>
                    <a:cubicBezTo>
                      <a:pt x="882" y="45"/>
                      <a:pt x="882" y="45"/>
                      <a:pt x="882" y="45"/>
                    </a:cubicBezTo>
                    <a:cubicBezTo>
                      <a:pt x="868" y="2"/>
                      <a:pt x="868" y="2"/>
                      <a:pt x="868" y="2"/>
                    </a:cubicBezTo>
                    <a:cubicBezTo>
                      <a:pt x="855" y="2"/>
                      <a:pt x="855" y="2"/>
                      <a:pt x="855" y="2"/>
                    </a:cubicBezTo>
                    <a:cubicBezTo>
                      <a:pt x="875" y="57"/>
                      <a:pt x="875" y="57"/>
                      <a:pt x="875" y="57"/>
                    </a:cubicBezTo>
                    <a:close/>
                    <a:moveTo>
                      <a:pt x="927" y="57"/>
                    </a:moveTo>
                    <a:cubicBezTo>
                      <a:pt x="964" y="57"/>
                      <a:pt x="964" y="57"/>
                      <a:pt x="964" y="57"/>
                    </a:cubicBezTo>
                    <a:cubicBezTo>
                      <a:pt x="964" y="48"/>
                      <a:pt x="964" y="48"/>
                      <a:pt x="964" y="48"/>
                    </a:cubicBezTo>
                    <a:cubicBezTo>
                      <a:pt x="939" y="48"/>
                      <a:pt x="939" y="48"/>
                      <a:pt x="939" y="48"/>
                    </a:cubicBezTo>
                    <a:cubicBezTo>
                      <a:pt x="939" y="33"/>
                      <a:pt x="939" y="33"/>
                      <a:pt x="939" y="33"/>
                    </a:cubicBezTo>
                    <a:cubicBezTo>
                      <a:pt x="962" y="33"/>
                      <a:pt x="962" y="33"/>
                      <a:pt x="962" y="33"/>
                    </a:cubicBezTo>
                    <a:cubicBezTo>
                      <a:pt x="962" y="24"/>
                      <a:pt x="962" y="24"/>
                      <a:pt x="962" y="24"/>
                    </a:cubicBezTo>
                    <a:cubicBezTo>
                      <a:pt x="939" y="24"/>
                      <a:pt x="939" y="24"/>
                      <a:pt x="939" y="24"/>
                    </a:cubicBezTo>
                    <a:cubicBezTo>
                      <a:pt x="939" y="11"/>
                      <a:pt x="939" y="11"/>
                      <a:pt x="939" y="11"/>
                    </a:cubicBezTo>
                    <a:cubicBezTo>
                      <a:pt x="963" y="11"/>
                      <a:pt x="963" y="11"/>
                      <a:pt x="963" y="11"/>
                    </a:cubicBezTo>
                    <a:cubicBezTo>
                      <a:pt x="963" y="2"/>
                      <a:pt x="963" y="2"/>
                      <a:pt x="963" y="2"/>
                    </a:cubicBezTo>
                    <a:cubicBezTo>
                      <a:pt x="927" y="2"/>
                      <a:pt x="927" y="2"/>
                      <a:pt x="927" y="2"/>
                    </a:cubicBezTo>
                    <a:cubicBezTo>
                      <a:pt x="927" y="57"/>
                      <a:pt x="927" y="57"/>
                      <a:pt x="927" y="57"/>
                    </a:cubicBezTo>
                    <a:close/>
                    <a:moveTo>
                      <a:pt x="998" y="11"/>
                    </a:moveTo>
                    <a:cubicBezTo>
                      <a:pt x="1008" y="11"/>
                      <a:pt x="1008" y="11"/>
                      <a:pt x="1008" y="11"/>
                    </a:cubicBezTo>
                    <a:cubicBezTo>
                      <a:pt x="1014" y="11"/>
                      <a:pt x="1016" y="13"/>
                      <a:pt x="1016" y="18"/>
                    </a:cubicBezTo>
                    <a:cubicBezTo>
                      <a:pt x="1016" y="23"/>
                      <a:pt x="1014" y="26"/>
                      <a:pt x="1008" y="26"/>
                    </a:cubicBezTo>
                    <a:cubicBezTo>
                      <a:pt x="998" y="26"/>
                      <a:pt x="998" y="26"/>
                      <a:pt x="998" y="26"/>
                    </a:cubicBezTo>
                    <a:cubicBezTo>
                      <a:pt x="998" y="11"/>
                      <a:pt x="998" y="11"/>
                      <a:pt x="998" y="11"/>
                    </a:cubicBezTo>
                    <a:close/>
                    <a:moveTo>
                      <a:pt x="998" y="35"/>
                    </a:moveTo>
                    <a:cubicBezTo>
                      <a:pt x="1011" y="35"/>
                      <a:pt x="1011" y="35"/>
                      <a:pt x="1011" y="35"/>
                    </a:cubicBezTo>
                    <a:cubicBezTo>
                      <a:pt x="1014" y="35"/>
                      <a:pt x="1015" y="37"/>
                      <a:pt x="1016" y="42"/>
                    </a:cubicBezTo>
                    <a:cubicBezTo>
                      <a:pt x="1016" y="47"/>
                      <a:pt x="1017" y="52"/>
                      <a:pt x="1018" y="57"/>
                    </a:cubicBezTo>
                    <a:cubicBezTo>
                      <a:pt x="1031" y="57"/>
                      <a:pt x="1031" y="57"/>
                      <a:pt x="1031" y="57"/>
                    </a:cubicBezTo>
                    <a:cubicBezTo>
                      <a:pt x="1029" y="55"/>
                      <a:pt x="1028" y="51"/>
                      <a:pt x="1028" y="44"/>
                    </a:cubicBezTo>
                    <a:cubicBezTo>
                      <a:pt x="1028" y="44"/>
                      <a:pt x="1028" y="43"/>
                      <a:pt x="1027" y="42"/>
                    </a:cubicBezTo>
                    <a:cubicBezTo>
                      <a:pt x="1027" y="34"/>
                      <a:pt x="1024" y="30"/>
                      <a:pt x="1018" y="30"/>
                    </a:cubicBezTo>
                    <a:cubicBezTo>
                      <a:pt x="1018" y="30"/>
                      <a:pt x="1018" y="30"/>
                      <a:pt x="1018" y="30"/>
                    </a:cubicBezTo>
                    <a:cubicBezTo>
                      <a:pt x="1025" y="28"/>
                      <a:pt x="1029" y="23"/>
                      <a:pt x="1029" y="16"/>
                    </a:cubicBezTo>
                    <a:cubicBezTo>
                      <a:pt x="1029" y="7"/>
                      <a:pt x="1022" y="2"/>
                      <a:pt x="1010" y="2"/>
                    </a:cubicBezTo>
                    <a:cubicBezTo>
                      <a:pt x="987" y="2"/>
                      <a:pt x="987" y="2"/>
                      <a:pt x="987" y="2"/>
                    </a:cubicBezTo>
                    <a:cubicBezTo>
                      <a:pt x="987" y="57"/>
                      <a:pt x="987" y="57"/>
                      <a:pt x="987" y="57"/>
                    </a:cubicBezTo>
                    <a:cubicBezTo>
                      <a:pt x="998" y="57"/>
                      <a:pt x="998" y="57"/>
                      <a:pt x="998" y="57"/>
                    </a:cubicBezTo>
                    <a:cubicBezTo>
                      <a:pt x="998" y="35"/>
                      <a:pt x="998" y="35"/>
                      <a:pt x="998" y="35"/>
                    </a:cubicBezTo>
                    <a:close/>
                    <a:moveTo>
                      <a:pt x="1092" y="18"/>
                    </a:moveTo>
                    <a:cubicBezTo>
                      <a:pt x="1091" y="7"/>
                      <a:pt x="1085" y="1"/>
                      <a:pt x="1073" y="0"/>
                    </a:cubicBezTo>
                    <a:cubicBezTo>
                      <a:pt x="1059" y="1"/>
                      <a:pt x="1051" y="7"/>
                      <a:pt x="1050" y="19"/>
                    </a:cubicBezTo>
                    <a:cubicBezTo>
                      <a:pt x="1050" y="26"/>
                      <a:pt x="1056" y="31"/>
                      <a:pt x="1068" y="34"/>
                    </a:cubicBezTo>
                    <a:cubicBezTo>
                      <a:pt x="1069" y="34"/>
                      <a:pt x="1069" y="34"/>
                      <a:pt x="1070" y="35"/>
                    </a:cubicBezTo>
                    <a:cubicBezTo>
                      <a:pt x="1077" y="36"/>
                      <a:pt x="1081" y="39"/>
                      <a:pt x="1081" y="42"/>
                    </a:cubicBezTo>
                    <a:cubicBezTo>
                      <a:pt x="1081" y="47"/>
                      <a:pt x="1077" y="49"/>
                      <a:pt x="1070" y="50"/>
                    </a:cubicBezTo>
                    <a:cubicBezTo>
                      <a:pt x="1064" y="49"/>
                      <a:pt x="1061" y="46"/>
                      <a:pt x="1061" y="39"/>
                    </a:cubicBezTo>
                    <a:cubicBezTo>
                      <a:pt x="1049" y="39"/>
                      <a:pt x="1049" y="39"/>
                      <a:pt x="1049" y="39"/>
                    </a:cubicBezTo>
                    <a:cubicBezTo>
                      <a:pt x="1049" y="52"/>
                      <a:pt x="1056" y="58"/>
                      <a:pt x="1070" y="58"/>
                    </a:cubicBezTo>
                    <a:cubicBezTo>
                      <a:pt x="1085" y="57"/>
                      <a:pt x="1093" y="51"/>
                      <a:pt x="1093" y="40"/>
                    </a:cubicBezTo>
                    <a:cubicBezTo>
                      <a:pt x="1093" y="32"/>
                      <a:pt x="1087" y="27"/>
                      <a:pt x="1074" y="24"/>
                    </a:cubicBezTo>
                    <a:cubicBezTo>
                      <a:pt x="1073" y="24"/>
                      <a:pt x="1073" y="24"/>
                      <a:pt x="1073" y="24"/>
                    </a:cubicBezTo>
                    <a:cubicBezTo>
                      <a:pt x="1066" y="23"/>
                      <a:pt x="1062" y="21"/>
                      <a:pt x="1063" y="16"/>
                    </a:cubicBezTo>
                    <a:cubicBezTo>
                      <a:pt x="1063" y="12"/>
                      <a:pt x="1066" y="10"/>
                      <a:pt x="1072" y="9"/>
                    </a:cubicBezTo>
                    <a:cubicBezTo>
                      <a:pt x="1077" y="9"/>
                      <a:pt x="1080" y="12"/>
                      <a:pt x="1080" y="18"/>
                    </a:cubicBezTo>
                    <a:cubicBezTo>
                      <a:pt x="1092" y="18"/>
                      <a:pt x="1092" y="18"/>
                      <a:pt x="1092" y="18"/>
                    </a:cubicBezTo>
                    <a:close/>
                    <a:moveTo>
                      <a:pt x="1127" y="2"/>
                    </a:moveTo>
                    <a:cubicBezTo>
                      <a:pt x="1115" y="2"/>
                      <a:pt x="1115" y="2"/>
                      <a:pt x="1115" y="2"/>
                    </a:cubicBezTo>
                    <a:cubicBezTo>
                      <a:pt x="1115" y="57"/>
                      <a:pt x="1115" y="57"/>
                      <a:pt x="1115" y="57"/>
                    </a:cubicBezTo>
                    <a:cubicBezTo>
                      <a:pt x="1127" y="57"/>
                      <a:pt x="1127" y="57"/>
                      <a:pt x="1127" y="57"/>
                    </a:cubicBezTo>
                    <a:cubicBezTo>
                      <a:pt x="1127" y="2"/>
                      <a:pt x="1127" y="2"/>
                      <a:pt x="1127" y="2"/>
                    </a:cubicBezTo>
                    <a:close/>
                    <a:moveTo>
                      <a:pt x="1146" y="11"/>
                    </a:moveTo>
                    <a:cubicBezTo>
                      <a:pt x="1162" y="11"/>
                      <a:pt x="1162" y="11"/>
                      <a:pt x="1162" y="11"/>
                    </a:cubicBezTo>
                    <a:cubicBezTo>
                      <a:pt x="1162" y="57"/>
                      <a:pt x="1162" y="57"/>
                      <a:pt x="1162" y="57"/>
                    </a:cubicBezTo>
                    <a:cubicBezTo>
                      <a:pt x="1174" y="57"/>
                      <a:pt x="1174" y="57"/>
                      <a:pt x="1174" y="57"/>
                    </a:cubicBezTo>
                    <a:cubicBezTo>
                      <a:pt x="1174" y="11"/>
                      <a:pt x="1174" y="11"/>
                      <a:pt x="1174" y="11"/>
                    </a:cubicBezTo>
                    <a:cubicBezTo>
                      <a:pt x="1190" y="11"/>
                      <a:pt x="1190" y="11"/>
                      <a:pt x="1190" y="11"/>
                    </a:cubicBezTo>
                    <a:cubicBezTo>
                      <a:pt x="1190" y="2"/>
                      <a:pt x="1190" y="2"/>
                      <a:pt x="1190" y="2"/>
                    </a:cubicBezTo>
                    <a:cubicBezTo>
                      <a:pt x="1146" y="2"/>
                      <a:pt x="1146" y="2"/>
                      <a:pt x="1146" y="2"/>
                    </a:cubicBezTo>
                    <a:cubicBezTo>
                      <a:pt x="1146" y="11"/>
                      <a:pt x="1146" y="11"/>
                      <a:pt x="1146" y="11"/>
                    </a:cubicBezTo>
                    <a:close/>
                    <a:moveTo>
                      <a:pt x="1224" y="57"/>
                    </a:moveTo>
                    <a:cubicBezTo>
                      <a:pt x="1236" y="57"/>
                      <a:pt x="1236" y="57"/>
                      <a:pt x="1236" y="57"/>
                    </a:cubicBezTo>
                    <a:cubicBezTo>
                      <a:pt x="1236" y="39"/>
                      <a:pt x="1236" y="39"/>
                      <a:pt x="1236" y="39"/>
                    </a:cubicBezTo>
                    <a:cubicBezTo>
                      <a:pt x="1254" y="2"/>
                      <a:pt x="1254" y="2"/>
                      <a:pt x="1254" y="2"/>
                    </a:cubicBezTo>
                    <a:cubicBezTo>
                      <a:pt x="1242" y="2"/>
                      <a:pt x="1242" y="2"/>
                      <a:pt x="1242" y="2"/>
                    </a:cubicBezTo>
                    <a:cubicBezTo>
                      <a:pt x="1231" y="27"/>
                      <a:pt x="1231" y="27"/>
                      <a:pt x="1231" y="27"/>
                    </a:cubicBezTo>
                    <a:cubicBezTo>
                      <a:pt x="1220" y="2"/>
                      <a:pt x="1220" y="2"/>
                      <a:pt x="1220" y="2"/>
                    </a:cubicBezTo>
                    <a:cubicBezTo>
                      <a:pt x="1206" y="2"/>
                      <a:pt x="1206" y="2"/>
                      <a:pt x="1206" y="2"/>
                    </a:cubicBezTo>
                    <a:cubicBezTo>
                      <a:pt x="1224" y="39"/>
                      <a:pt x="1224" y="39"/>
                      <a:pt x="1224" y="39"/>
                    </a:cubicBezTo>
                    <a:cubicBezTo>
                      <a:pt x="1224" y="57"/>
                      <a:pt x="1224" y="57"/>
                      <a:pt x="1224" y="57"/>
                    </a:cubicBezTo>
                    <a:close/>
                    <a:moveTo>
                      <a:pt x="1315" y="58"/>
                    </a:moveTo>
                    <a:cubicBezTo>
                      <a:pt x="1332" y="57"/>
                      <a:pt x="1340" y="48"/>
                      <a:pt x="1341" y="30"/>
                    </a:cubicBezTo>
                    <a:cubicBezTo>
                      <a:pt x="1340" y="11"/>
                      <a:pt x="1332" y="1"/>
                      <a:pt x="1315" y="0"/>
                    </a:cubicBezTo>
                    <a:cubicBezTo>
                      <a:pt x="1298" y="1"/>
                      <a:pt x="1289" y="11"/>
                      <a:pt x="1289" y="30"/>
                    </a:cubicBezTo>
                    <a:cubicBezTo>
                      <a:pt x="1289" y="48"/>
                      <a:pt x="1298" y="57"/>
                      <a:pt x="1315" y="58"/>
                    </a:cubicBezTo>
                    <a:close/>
                    <a:moveTo>
                      <a:pt x="1315" y="9"/>
                    </a:moveTo>
                    <a:cubicBezTo>
                      <a:pt x="1324" y="9"/>
                      <a:pt x="1329" y="16"/>
                      <a:pt x="1329" y="30"/>
                    </a:cubicBezTo>
                    <a:cubicBezTo>
                      <a:pt x="1329" y="43"/>
                      <a:pt x="1324" y="50"/>
                      <a:pt x="1315" y="50"/>
                    </a:cubicBezTo>
                    <a:cubicBezTo>
                      <a:pt x="1306" y="50"/>
                      <a:pt x="1301" y="43"/>
                      <a:pt x="1301" y="30"/>
                    </a:cubicBezTo>
                    <a:cubicBezTo>
                      <a:pt x="1301" y="16"/>
                      <a:pt x="1306" y="9"/>
                      <a:pt x="1315" y="9"/>
                    </a:cubicBezTo>
                    <a:close/>
                    <a:moveTo>
                      <a:pt x="1375" y="57"/>
                    </a:moveTo>
                    <a:cubicBezTo>
                      <a:pt x="1375" y="33"/>
                      <a:pt x="1375" y="33"/>
                      <a:pt x="1375" y="33"/>
                    </a:cubicBezTo>
                    <a:cubicBezTo>
                      <a:pt x="1397" y="33"/>
                      <a:pt x="1397" y="33"/>
                      <a:pt x="1397" y="33"/>
                    </a:cubicBezTo>
                    <a:cubicBezTo>
                      <a:pt x="1397" y="24"/>
                      <a:pt x="1397" y="24"/>
                      <a:pt x="1397" y="24"/>
                    </a:cubicBezTo>
                    <a:cubicBezTo>
                      <a:pt x="1375" y="24"/>
                      <a:pt x="1375" y="24"/>
                      <a:pt x="1375" y="24"/>
                    </a:cubicBezTo>
                    <a:cubicBezTo>
                      <a:pt x="1375" y="11"/>
                      <a:pt x="1375" y="11"/>
                      <a:pt x="1375" y="11"/>
                    </a:cubicBezTo>
                    <a:cubicBezTo>
                      <a:pt x="1399" y="11"/>
                      <a:pt x="1399" y="11"/>
                      <a:pt x="1399" y="11"/>
                    </a:cubicBezTo>
                    <a:cubicBezTo>
                      <a:pt x="1399" y="2"/>
                      <a:pt x="1399" y="2"/>
                      <a:pt x="1399" y="2"/>
                    </a:cubicBezTo>
                    <a:cubicBezTo>
                      <a:pt x="1363" y="2"/>
                      <a:pt x="1363" y="2"/>
                      <a:pt x="1363" y="2"/>
                    </a:cubicBezTo>
                    <a:cubicBezTo>
                      <a:pt x="1363" y="57"/>
                      <a:pt x="1363" y="57"/>
                      <a:pt x="1363" y="57"/>
                    </a:cubicBezTo>
                    <a:cubicBezTo>
                      <a:pt x="1375" y="57"/>
                      <a:pt x="1375" y="57"/>
                      <a:pt x="1375" y="57"/>
                    </a:cubicBezTo>
                    <a:close/>
                    <a:moveTo>
                      <a:pt x="1431" y="11"/>
                    </a:moveTo>
                    <a:cubicBezTo>
                      <a:pt x="1448" y="11"/>
                      <a:pt x="1448" y="11"/>
                      <a:pt x="1448" y="11"/>
                    </a:cubicBezTo>
                    <a:cubicBezTo>
                      <a:pt x="1448" y="57"/>
                      <a:pt x="1448" y="57"/>
                      <a:pt x="1448" y="57"/>
                    </a:cubicBezTo>
                    <a:cubicBezTo>
                      <a:pt x="1459" y="57"/>
                      <a:pt x="1459" y="57"/>
                      <a:pt x="1459" y="57"/>
                    </a:cubicBezTo>
                    <a:cubicBezTo>
                      <a:pt x="1459" y="11"/>
                      <a:pt x="1459" y="11"/>
                      <a:pt x="1459" y="11"/>
                    </a:cubicBezTo>
                    <a:cubicBezTo>
                      <a:pt x="1476" y="11"/>
                      <a:pt x="1476" y="11"/>
                      <a:pt x="1476" y="11"/>
                    </a:cubicBezTo>
                    <a:cubicBezTo>
                      <a:pt x="1476" y="2"/>
                      <a:pt x="1476" y="2"/>
                      <a:pt x="1476" y="2"/>
                    </a:cubicBezTo>
                    <a:cubicBezTo>
                      <a:pt x="1431" y="2"/>
                      <a:pt x="1431" y="2"/>
                      <a:pt x="1431" y="2"/>
                    </a:cubicBezTo>
                    <a:cubicBezTo>
                      <a:pt x="1431" y="11"/>
                      <a:pt x="1431" y="11"/>
                      <a:pt x="1431" y="11"/>
                    </a:cubicBezTo>
                    <a:close/>
                    <a:moveTo>
                      <a:pt x="1495" y="57"/>
                    </a:moveTo>
                    <a:cubicBezTo>
                      <a:pt x="1532" y="57"/>
                      <a:pt x="1532" y="57"/>
                      <a:pt x="1532" y="57"/>
                    </a:cubicBezTo>
                    <a:cubicBezTo>
                      <a:pt x="1532" y="48"/>
                      <a:pt x="1532" y="48"/>
                      <a:pt x="1532" y="48"/>
                    </a:cubicBezTo>
                    <a:cubicBezTo>
                      <a:pt x="1507" y="48"/>
                      <a:pt x="1507" y="48"/>
                      <a:pt x="1507" y="48"/>
                    </a:cubicBezTo>
                    <a:cubicBezTo>
                      <a:pt x="1507" y="33"/>
                      <a:pt x="1507" y="33"/>
                      <a:pt x="1507" y="33"/>
                    </a:cubicBezTo>
                    <a:cubicBezTo>
                      <a:pt x="1530" y="33"/>
                      <a:pt x="1530" y="33"/>
                      <a:pt x="1530" y="33"/>
                    </a:cubicBezTo>
                    <a:cubicBezTo>
                      <a:pt x="1530" y="24"/>
                      <a:pt x="1530" y="24"/>
                      <a:pt x="1530" y="24"/>
                    </a:cubicBezTo>
                    <a:cubicBezTo>
                      <a:pt x="1507" y="24"/>
                      <a:pt x="1507" y="24"/>
                      <a:pt x="1507" y="24"/>
                    </a:cubicBezTo>
                    <a:cubicBezTo>
                      <a:pt x="1507" y="11"/>
                      <a:pt x="1507" y="11"/>
                      <a:pt x="1507" y="11"/>
                    </a:cubicBezTo>
                    <a:cubicBezTo>
                      <a:pt x="1531" y="11"/>
                      <a:pt x="1531" y="11"/>
                      <a:pt x="1531" y="11"/>
                    </a:cubicBezTo>
                    <a:cubicBezTo>
                      <a:pt x="1531" y="2"/>
                      <a:pt x="1531" y="2"/>
                      <a:pt x="1531" y="2"/>
                    </a:cubicBezTo>
                    <a:cubicBezTo>
                      <a:pt x="1495" y="2"/>
                      <a:pt x="1495" y="2"/>
                      <a:pt x="1495" y="2"/>
                    </a:cubicBezTo>
                    <a:cubicBezTo>
                      <a:pt x="1495" y="57"/>
                      <a:pt x="1495" y="57"/>
                      <a:pt x="1495" y="57"/>
                    </a:cubicBezTo>
                    <a:close/>
                    <a:moveTo>
                      <a:pt x="1599" y="20"/>
                    </a:moveTo>
                    <a:cubicBezTo>
                      <a:pt x="1598" y="7"/>
                      <a:pt x="1590" y="1"/>
                      <a:pt x="1576" y="0"/>
                    </a:cubicBezTo>
                    <a:cubicBezTo>
                      <a:pt x="1561" y="1"/>
                      <a:pt x="1553" y="11"/>
                      <a:pt x="1553" y="30"/>
                    </a:cubicBezTo>
                    <a:cubicBezTo>
                      <a:pt x="1553" y="48"/>
                      <a:pt x="1561" y="57"/>
                      <a:pt x="1576" y="58"/>
                    </a:cubicBezTo>
                    <a:cubicBezTo>
                      <a:pt x="1590" y="58"/>
                      <a:pt x="1598" y="51"/>
                      <a:pt x="1599" y="39"/>
                    </a:cubicBezTo>
                    <a:cubicBezTo>
                      <a:pt x="1586" y="39"/>
                      <a:pt x="1586" y="39"/>
                      <a:pt x="1586" y="39"/>
                    </a:cubicBezTo>
                    <a:cubicBezTo>
                      <a:pt x="1586" y="46"/>
                      <a:pt x="1583" y="49"/>
                      <a:pt x="1576" y="50"/>
                    </a:cubicBezTo>
                    <a:cubicBezTo>
                      <a:pt x="1569" y="49"/>
                      <a:pt x="1566" y="43"/>
                      <a:pt x="1565" y="30"/>
                    </a:cubicBezTo>
                    <a:cubicBezTo>
                      <a:pt x="1566" y="16"/>
                      <a:pt x="1569" y="10"/>
                      <a:pt x="1576" y="9"/>
                    </a:cubicBezTo>
                    <a:cubicBezTo>
                      <a:pt x="1582" y="9"/>
                      <a:pt x="1586" y="13"/>
                      <a:pt x="1586" y="20"/>
                    </a:cubicBezTo>
                    <a:cubicBezTo>
                      <a:pt x="1599" y="20"/>
                      <a:pt x="1599" y="20"/>
                      <a:pt x="1599" y="20"/>
                    </a:cubicBezTo>
                    <a:close/>
                    <a:moveTo>
                      <a:pt x="1631" y="57"/>
                    </a:moveTo>
                    <a:cubicBezTo>
                      <a:pt x="1631" y="33"/>
                      <a:pt x="1631" y="33"/>
                      <a:pt x="1631" y="33"/>
                    </a:cubicBezTo>
                    <a:cubicBezTo>
                      <a:pt x="1652" y="33"/>
                      <a:pt x="1652" y="33"/>
                      <a:pt x="1652" y="33"/>
                    </a:cubicBezTo>
                    <a:cubicBezTo>
                      <a:pt x="1652" y="57"/>
                      <a:pt x="1652" y="57"/>
                      <a:pt x="1652" y="57"/>
                    </a:cubicBezTo>
                    <a:cubicBezTo>
                      <a:pt x="1664" y="57"/>
                      <a:pt x="1664" y="57"/>
                      <a:pt x="1664" y="57"/>
                    </a:cubicBezTo>
                    <a:cubicBezTo>
                      <a:pt x="1664" y="2"/>
                      <a:pt x="1664" y="2"/>
                      <a:pt x="1664" y="2"/>
                    </a:cubicBezTo>
                    <a:cubicBezTo>
                      <a:pt x="1652" y="2"/>
                      <a:pt x="1652" y="2"/>
                      <a:pt x="1652" y="2"/>
                    </a:cubicBezTo>
                    <a:cubicBezTo>
                      <a:pt x="1652" y="24"/>
                      <a:pt x="1652" y="24"/>
                      <a:pt x="1652" y="24"/>
                    </a:cubicBezTo>
                    <a:cubicBezTo>
                      <a:pt x="1631" y="24"/>
                      <a:pt x="1631" y="24"/>
                      <a:pt x="1631" y="24"/>
                    </a:cubicBezTo>
                    <a:cubicBezTo>
                      <a:pt x="1631" y="2"/>
                      <a:pt x="1631" y="2"/>
                      <a:pt x="1631" y="2"/>
                    </a:cubicBezTo>
                    <a:cubicBezTo>
                      <a:pt x="1620" y="2"/>
                      <a:pt x="1620" y="2"/>
                      <a:pt x="1620" y="2"/>
                    </a:cubicBezTo>
                    <a:cubicBezTo>
                      <a:pt x="1620" y="57"/>
                      <a:pt x="1620" y="57"/>
                      <a:pt x="1620" y="57"/>
                    </a:cubicBezTo>
                    <a:cubicBezTo>
                      <a:pt x="1631" y="57"/>
                      <a:pt x="1631" y="57"/>
                      <a:pt x="1631" y="57"/>
                    </a:cubicBezTo>
                    <a:close/>
                    <a:moveTo>
                      <a:pt x="1737" y="57"/>
                    </a:moveTo>
                    <a:cubicBezTo>
                      <a:pt x="1737" y="2"/>
                      <a:pt x="1737" y="2"/>
                      <a:pt x="1737" y="2"/>
                    </a:cubicBezTo>
                    <a:cubicBezTo>
                      <a:pt x="1726" y="2"/>
                      <a:pt x="1726" y="2"/>
                      <a:pt x="1726" y="2"/>
                    </a:cubicBezTo>
                    <a:cubicBezTo>
                      <a:pt x="1726" y="45"/>
                      <a:pt x="1726" y="45"/>
                      <a:pt x="1726" y="45"/>
                    </a:cubicBezTo>
                    <a:cubicBezTo>
                      <a:pt x="1725" y="45"/>
                      <a:pt x="1725" y="45"/>
                      <a:pt x="1725" y="45"/>
                    </a:cubicBezTo>
                    <a:cubicBezTo>
                      <a:pt x="1705" y="2"/>
                      <a:pt x="1705" y="2"/>
                      <a:pt x="1705" y="2"/>
                    </a:cubicBezTo>
                    <a:cubicBezTo>
                      <a:pt x="1687" y="2"/>
                      <a:pt x="1687" y="2"/>
                      <a:pt x="1687" y="2"/>
                    </a:cubicBezTo>
                    <a:cubicBezTo>
                      <a:pt x="1687" y="57"/>
                      <a:pt x="1687" y="57"/>
                      <a:pt x="1687" y="57"/>
                    </a:cubicBezTo>
                    <a:cubicBezTo>
                      <a:pt x="1698" y="57"/>
                      <a:pt x="1698" y="57"/>
                      <a:pt x="1698" y="57"/>
                    </a:cubicBezTo>
                    <a:cubicBezTo>
                      <a:pt x="1698" y="11"/>
                      <a:pt x="1698" y="11"/>
                      <a:pt x="1698" y="11"/>
                    </a:cubicBezTo>
                    <a:cubicBezTo>
                      <a:pt x="1699" y="11"/>
                      <a:pt x="1699" y="11"/>
                      <a:pt x="1699" y="11"/>
                    </a:cubicBezTo>
                    <a:cubicBezTo>
                      <a:pt x="1720" y="57"/>
                      <a:pt x="1720" y="57"/>
                      <a:pt x="1720" y="57"/>
                    </a:cubicBezTo>
                    <a:cubicBezTo>
                      <a:pt x="1737" y="57"/>
                      <a:pt x="1737" y="57"/>
                      <a:pt x="1737" y="57"/>
                    </a:cubicBezTo>
                    <a:close/>
                    <a:moveTo>
                      <a:pt x="1784" y="58"/>
                    </a:moveTo>
                    <a:cubicBezTo>
                      <a:pt x="1801" y="57"/>
                      <a:pt x="1810" y="48"/>
                      <a:pt x="1810" y="30"/>
                    </a:cubicBezTo>
                    <a:cubicBezTo>
                      <a:pt x="1810" y="11"/>
                      <a:pt x="1801" y="1"/>
                      <a:pt x="1784" y="0"/>
                    </a:cubicBezTo>
                    <a:cubicBezTo>
                      <a:pt x="1767" y="1"/>
                      <a:pt x="1759" y="11"/>
                      <a:pt x="1758" y="30"/>
                    </a:cubicBezTo>
                    <a:cubicBezTo>
                      <a:pt x="1759" y="48"/>
                      <a:pt x="1767" y="57"/>
                      <a:pt x="1784" y="58"/>
                    </a:cubicBezTo>
                    <a:close/>
                    <a:moveTo>
                      <a:pt x="1784" y="9"/>
                    </a:moveTo>
                    <a:cubicBezTo>
                      <a:pt x="1793" y="9"/>
                      <a:pt x="1798" y="16"/>
                      <a:pt x="1798" y="30"/>
                    </a:cubicBezTo>
                    <a:cubicBezTo>
                      <a:pt x="1798" y="43"/>
                      <a:pt x="1793" y="50"/>
                      <a:pt x="1784" y="50"/>
                    </a:cubicBezTo>
                    <a:cubicBezTo>
                      <a:pt x="1775" y="50"/>
                      <a:pt x="1771" y="43"/>
                      <a:pt x="1771" y="30"/>
                    </a:cubicBezTo>
                    <a:cubicBezTo>
                      <a:pt x="1771" y="16"/>
                      <a:pt x="1775" y="9"/>
                      <a:pt x="1784" y="9"/>
                    </a:cubicBezTo>
                    <a:close/>
                    <a:moveTo>
                      <a:pt x="1868" y="57"/>
                    </a:moveTo>
                    <a:cubicBezTo>
                      <a:pt x="1868" y="48"/>
                      <a:pt x="1868" y="48"/>
                      <a:pt x="1868" y="48"/>
                    </a:cubicBezTo>
                    <a:cubicBezTo>
                      <a:pt x="1844" y="48"/>
                      <a:pt x="1844" y="48"/>
                      <a:pt x="1844" y="48"/>
                    </a:cubicBezTo>
                    <a:cubicBezTo>
                      <a:pt x="1844" y="2"/>
                      <a:pt x="1844" y="2"/>
                      <a:pt x="1844" y="2"/>
                    </a:cubicBezTo>
                    <a:cubicBezTo>
                      <a:pt x="1833" y="2"/>
                      <a:pt x="1833" y="2"/>
                      <a:pt x="1833" y="2"/>
                    </a:cubicBezTo>
                    <a:cubicBezTo>
                      <a:pt x="1833" y="57"/>
                      <a:pt x="1833" y="57"/>
                      <a:pt x="1833" y="57"/>
                    </a:cubicBezTo>
                    <a:cubicBezTo>
                      <a:pt x="1868" y="57"/>
                      <a:pt x="1868" y="57"/>
                      <a:pt x="1868" y="57"/>
                    </a:cubicBezTo>
                    <a:close/>
                    <a:moveTo>
                      <a:pt x="1913" y="58"/>
                    </a:moveTo>
                    <a:cubicBezTo>
                      <a:pt x="1929" y="57"/>
                      <a:pt x="1938" y="48"/>
                      <a:pt x="1939" y="30"/>
                    </a:cubicBezTo>
                    <a:cubicBezTo>
                      <a:pt x="1938" y="11"/>
                      <a:pt x="1929" y="1"/>
                      <a:pt x="1913" y="0"/>
                    </a:cubicBezTo>
                    <a:cubicBezTo>
                      <a:pt x="1896" y="1"/>
                      <a:pt x="1887" y="11"/>
                      <a:pt x="1886" y="30"/>
                    </a:cubicBezTo>
                    <a:cubicBezTo>
                      <a:pt x="1887" y="48"/>
                      <a:pt x="1896" y="57"/>
                      <a:pt x="1913" y="58"/>
                    </a:cubicBezTo>
                    <a:close/>
                    <a:moveTo>
                      <a:pt x="1913" y="9"/>
                    </a:moveTo>
                    <a:cubicBezTo>
                      <a:pt x="1922" y="9"/>
                      <a:pt x="1926" y="16"/>
                      <a:pt x="1926" y="30"/>
                    </a:cubicBezTo>
                    <a:cubicBezTo>
                      <a:pt x="1926" y="43"/>
                      <a:pt x="1922" y="50"/>
                      <a:pt x="1913" y="50"/>
                    </a:cubicBezTo>
                    <a:cubicBezTo>
                      <a:pt x="1903" y="50"/>
                      <a:pt x="1899" y="43"/>
                      <a:pt x="1899" y="30"/>
                    </a:cubicBezTo>
                    <a:cubicBezTo>
                      <a:pt x="1899" y="16"/>
                      <a:pt x="1903" y="9"/>
                      <a:pt x="1913" y="9"/>
                    </a:cubicBezTo>
                    <a:close/>
                    <a:moveTo>
                      <a:pt x="1997" y="37"/>
                    </a:moveTo>
                    <a:cubicBezTo>
                      <a:pt x="1997" y="48"/>
                      <a:pt x="1997" y="48"/>
                      <a:pt x="1997" y="48"/>
                    </a:cubicBezTo>
                    <a:cubicBezTo>
                      <a:pt x="1997" y="49"/>
                      <a:pt x="1997" y="49"/>
                      <a:pt x="1997" y="48"/>
                    </a:cubicBezTo>
                    <a:cubicBezTo>
                      <a:pt x="1993" y="49"/>
                      <a:pt x="1989" y="50"/>
                      <a:pt x="1986" y="50"/>
                    </a:cubicBezTo>
                    <a:cubicBezTo>
                      <a:pt x="1976" y="49"/>
                      <a:pt x="1971" y="43"/>
                      <a:pt x="1971" y="30"/>
                    </a:cubicBezTo>
                    <a:cubicBezTo>
                      <a:pt x="1971" y="16"/>
                      <a:pt x="1976" y="9"/>
                      <a:pt x="1986" y="9"/>
                    </a:cubicBezTo>
                    <a:cubicBezTo>
                      <a:pt x="1994" y="9"/>
                      <a:pt x="1997" y="12"/>
                      <a:pt x="1997" y="18"/>
                    </a:cubicBezTo>
                    <a:cubicBezTo>
                      <a:pt x="2010" y="18"/>
                      <a:pt x="2010" y="18"/>
                      <a:pt x="2010" y="18"/>
                    </a:cubicBezTo>
                    <a:cubicBezTo>
                      <a:pt x="2010" y="6"/>
                      <a:pt x="2001" y="0"/>
                      <a:pt x="1984" y="0"/>
                    </a:cubicBezTo>
                    <a:cubicBezTo>
                      <a:pt x="1968" y="2"/>
                      <a:pt x="1959" y="11"/>
                      <a:pt x="1959" y="30"/>
                    </a:cubicBezTo>
                    <a:cubicBezTo>
                      <a:pt x="1959" y="47"/>
                      <a:pt x="1968" y="57"/>
                      <a:pt x="1984" y="58"/>
                    </a:cubicBezTo>
                    <a:cubicBezTo>
                      <a:pt x="1989" y="58"/>
                      <a:pt x="1994" y="58"/>
                      <a:pt x="1997" y="57"/>
                    </a:cubicBezTo>
                    <a:cubicBezTo>
                      <a:pt x="2001" y="57"/>
                      <a:pt x="2005" y="57"/>
                      <a:pt x="2009" y="55"/>
                    </a:cubicBezTo>
                    <a:cubicBezTo>
                      <a:pt x="2009" y="27"/>
                      <a:pt x="2009" y="27"/>
                      <a:pt x="2009" y="27"/>
                    </a:cubicBezTo>
                    <a:cubicBezTo>
                      <a:pt x="1987" y="27"/>
                      <a:pt x="1987" y="27"/>
                      <a:pt x="1987" y="27"/>
                    </a:cubicBezTo>
                    <a:cubicBezTo>
                      <a:pt x="1987" y="37"/>
                      <a:pt x="1987" y="37"/>
                      <a:pt x="1987" y="37"/>
                    </a:cubicBezTo>
                    <a:cubicBezTo>
                      <a:pt x="1997" y="37"/>
                      <a:pt x="1997" y="37"/>
                      <a:pt x="1997" y="37"/>
                    </a:cubicBezTo>
                    <a:close/>
                    <a:moveTo>
                      <a:pt x="2048" y="57"/>
                    </a:moveTo>
                    <a:cubicBezTo>
                      <a:pt x="2059" y="57"/>
                      <a:pt x="2059" y="57"/>
                      <a:pt x="2059" y="57"/>
                    </a:cubicBezTo>
                    <a:cubicBezTo>
                      <a:pt x="2059" y="39"/>
                      <a:pt x="2059" y="39"/>
                      <a:pt x="2059" y="39"/>
                    </a:cubicBezTo>
                    <a:cubicBezTo>
                      <a:pt x="2078" y="2"/>
                      <a:pt x="2078" y="2"/>
                      <a:pt x="2078" y="2"/>
                    </a:cubicBezTo>
                    <a:cubicBezTo>
                      <a:pt x="2066" y="2"/>
                      <a:pt x="2066" y="2"/>
                      <a:pt x="2066" y="2"/>
                    </a:cubicBezTo>
                    <a:cubicBezTo>
                      <a:pt x="2054" y="27"/>
                      <a:pt x="2054" y="27"/>
                      <a:pt x="2054" y="27"/>
                    </a:cubicBezTo>
                    <a:cubicBezTo>
                      <a:pt x="2043" y="2"/>
                      <a:pt x="2043" y="2"/>
                      <a:pt x="2043" y="2"/>
                    </a:cubicBezTo>
                    <a:cubicBezTo>
                      <a:pt x="2029" y="2"/>
                      <a:pt x="2029" y="2"/>
                      <a:pt x="2029" y="2"/>
                    </a:cubicBezTo>
                    <a:cubicBezTo>
                      <a:pt x="2048" y="39"/>
                      <a:pt x="2048" y="39"/>
                      <a:pt x="2048" y="39"/>
                    </a:cubicBezTo>
                    <a:lnTo>
                      <a:pt x="2048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  <a:endParaRPr/>
              </a:p>
            </p:txBody>
          </p:sp>
          <p:sp>
            <p:nvSpPr>
              <p:cNvPr id="28" name="iŝliḓè">
                <a:extLst>
                  <a:ext uri="{FF2B5EF4-FFF2-40B4-BE49-F238E27FC236}">
                    <a16:creationId xmlns:a16="http://schemas.microsoft.com/office/drawing/2014/main" id="{DEA90481-31F5-4AD1-9D11-A8CF1AADC87A}"/>
                  </a:ext>
                </a:extLst>
              </p:cNvPr>
              <p:cNvSpPr/>
              <p:nvPr userDrawn="1"/>
            </p:nvSpPr>
            <p:spPr bwMode="auto">
              <a:xfrm>
                <a:off x="2647449" y="2492374"/>
                <a:ext cx="1838789" cy="1871663"/>
              </a:xfrm>
              <a:custGeom>
                <a:avLst/>
                <a:gdLst>
                  <a:gd name="T0" fmla="*/ 606 w 808"/>
                  <a:gd name="T1" fmla="*/ 701 h 821"/>
                  <a:gd name="T2" fmla="*/ 597 w 808"/>
                  <a:gd name="T3" fmla="*/ 703 h 821"/>
                  <a:gd name="T4" fmla="*/ 597 w 808"/>
                  <a:gd name="T5" fmla="*/ 684 h 821"/>
                  <a:gd name="T6" fmla="*/ 620 w 808"/>
                  <a:gd name="T7" fmla="*/ 651 h 821"/>
                  <a:gd name="T8" fmla="*/ 606 w 808"/>
                  <a:gd name="T9" fmla="*/ 661 h 821"/>
                  <a:gd name="T10" fmla="*/ 584 w 808"/>
                  <a:gd name="T11" fmla="*/ 659 h 821"/>
                  <a:gd name="T12" fmla="*/ 591 w 808"/>
                  <a:gd name="T13" fmla="*/ 642 h 821"/>
                  <a:gd name="T14" fmla="*/ 597 w 808"/>
                  <a:gd name="T15" fmla="*/ 649 h 821"/>
                  <a:gd name="T16" fmla="*/ 620 w 808"/>
                  <a:gd name="T17" fmla="*/ 619 h 821"/>
                  <a:gd name="T18" fmla="*/ 636 w 808"/>
                  <a:gd name="T19" fmla="*/ 634 h 821"/>
                  <a:gd name="T20" fmla="*/ 623 w 808"/>
                  <a:gd name="T21" fmla="*/ 679 h 821"/>
                  <a:gd name="T22" fmla="*/ 620 w 808"/>
                  <a:gd name="T23" fmla="*/ 692 h 821"/>
                  <a:gd name="T24" fmla="*/ 177 w 808"/>
                  <a:gd name="T25" fmla="*/ 710 h 821"/>
                  <a:gd name="T26" fmla="*/ 216 w 808"/>
                  <a:gd name="T27" fmla="*/ 643 h 821"/>
                  <a:gd name="T28" fmla="*/ 233 w 808"/>
                  <a:gd name="T29" fmla="*/ 632 h 821"/>
                  <a:gd name="T30" fmla="*/ 209 w 808"/>
                  <a:gd name="T31" fmla="*/ 667 h 821"/>
                  <a:gd name="T32" fmla="*/ 245 w 808"/>
                  <a:gd name="T33" fmla="*/ 647 h 821"/>
                  <a:gd name="T34" fmla="*/ 246 w 808"/>
                  <a:gd name="T35" fmla="*/ 676 h 821"/>
                  <a:gd name="T36" fmla="*/ 228 w 808"/>
                  <a:gd name="T37" fmla="*/ 694 h 821"/>
                  <a:gd name="T38" fmla="*/ 203 w 808"/>
                  <a:gd name="T39" fmla="*/ 719 h 821"/>
                  <a:gd name="T40" fmla="*/ 207 w 808"/>
                  <a:gd name="T41" fmla="*/ 683 h 821"/>
                  <a:gd name="T42" fmla="*/ 446 w 808"/>
                  <a:gd name="T43" fmla="*/ 698 h 821"/>
                  <a:gd name="T44" fmla="*/ 444 w 808"/>
                  <a:gd name="T45" fmla="*/ 686 h 821"/>
                  <a:gd name="T46" fmla="*/ 445 w 808"/>
                  <a:gd name="T47" fmla="*/ 674 h 821"/>
                  <a:gd name="T48" fmla="*/ 434 w 808"/>
                  <a:gd name="T49" fmla="*/ 668 h 821"/>
                  <a:gd name="T50" fmla="*/ 438 w 808"/>
                  <a:gd name="T51" fmla="*/ 651 h 821"/>
                  <a:gd name="T52" fmla="*/ 456 w 808"/>
                  <a:gd name="T53" fmla="*/ 644 h 821"/>
                  <a:gd name="T54" fmla="*/ 465 w 808"/>
                  <a:gd name="T55" fmla="*/ 643 h 821"/>
                  <a:gd name="T56" fmla="*/ 457 w 808"/>
                  <a:gd name="T57" fmla="*/ 675 h 821"/>
                  <a:gd name="T58" fmla="*/ 455 w 808"/>
                  <a:gd name="T59" fmla="*/ 690 h 821"/>
                  <a:gd name="T60" fmla="*/ 265 w 808"/>
                  <a:gd name="T61" fmla="*/ 713 h 821"/>
                  <a:gd name="T62" fmla="*/ 562 w 808"/>
                  <a:gd name="T63" fmla="*/ 715 h 821"/>
                  <a:gd name="T64" fmla="*/ 292 w 808"/>
                  <a:gd name="T65" fmla="*/ 705 h 821"/>
                  <a:gd name="T66" fmla="*/ 300 w 808"/>
                  <a:gd name="T67" fmla="*/ 666 h 821"/>
                  <a:gd name="T68" fmla="*/ 285 w 808"/>
                  <a:gd name="T69" fmla="*/ 672 h 821"/>
                  <a:gd name="T70" fmla="*/ 302 w 808"/>
                  <a:gd name="T71" fmla="*/ 650 h 821"/>
                  <a:gd name="T72" fmla="*/ 307 w 808"/>
                  <a:gd name="T73" fmla="*/ 637 h 821"/>
                  <a:gd name="T74" fmla="*/ 319 w 808"/>
                  <a:gd name="T75" fmla="*/ 648 h 821"/>
                  <a:gd name="T76" fmla="*/ 305 w 808"/>
                  <a:gd name="T77" fmla="*/ 696 h 821"/>
                  <a:gd name="T78" fmla="*/ 511 w 808"/>
                  <a:gd name="T79" fmla="*/ 689 h 821"/>
                  <a:gd name="T80" fmla="*/ 538 w 808"/>
                  <a:gd name="T81" fmla="*/ 638 h 821"/>
                  <a:gd name="T82" fmla="*/ 529 w 808"/>
                  <a:gd name="T83" fmla="*/ 700 h 821"/>
                  <a:gd name="T84" fmla="*/ 241 w 808"/>
                  <a:gd name="T85" fmla="*/ 701 h 821"/>
                  <a:gd name="T86" fmla="*/ 469 w 808"/>
                  <a:gd name="T87" fmla="*/ 701 h 821"/>
                  <a:gd name="T88" fmla="*/ 447 w 808"/>
                  <a:gd name="T89" fmla="*/ 705 h 821"/>
                  <a:gd name="T90" fmla="*/ 349 w 808"/>
                  <a:gd name="T91" fmla="*/ 697 h 821"/>
                  <a:gd name="T92" fmla="*/ 371 w 808"/>
                  <a:gd name="T93" fmla="*/ 665 h 821"/>
                  <a:gd name="T94" fmla="*/ 400 w 808"/>
                  <a:gd name="T95" fmla="*/ 667 h 821"/>
                  <a:gd name="T96" fmla="*/ 375 w 808"/>
                  <a:gd name="T97" fmla="*/ 697 h 821"/>
                  <a:gd name="T98" fmla="*/ 220 w 808"/>
                  <a:gd name="T99" fmla="*/ 683 h 821"/>
                  <a:gd name="T100" fmla="*/ 223 w 808"/>
                  <a:gd name="T101" fmla="*/ 690 h 821"/>
                  <a:gd name="T102" fmla="*/ 318 w 808"/>
                  <a:gd name="T103" fmla="*/ 697 h 821"/>
                  <a:gd name="T104" fmla="*/ 206 w 808"/>
                  <a:gd name="T105" fmla="*/ 674 h 821"/>
                  <a:gd name="T106" fmla="*/ 311 w 808"/>
                  <a:gd name="T107" fmla="*/ 660 h 821"/>
                  <a:gd name="T108" fmla="*/ 614 w 808"/>
                  <a:gd name="T109" fmla="*/ 661 h 821"/>
                  <a:gd name="T110" fmla="*/ 607 w 808"/>
                  <a:gd name="T111" fmla="*/ 650 h 821"/>
                  <a:gd name="T112" fmla="*/ 217 w 808"/>
                  <a:gd name="T113" fmla="*/ 627 h 821"/>
                  <a:gd name="T114" fmla="*/ 161 w 808"/>
                  <a:gd name="T115" fmla="*/ 585 h 821"/>
                  <a:gd name="T116" fmla="*/ 114 w 808"/>
                  <a:gd name="T117" fmla="*/ 372 h 821"/>
                  <a:gd name="T118" fmla="*/ 243 w 808"/>
                  <a:gd name="T119" fmla="*/ 205 h 821"/>
                  <a:gd name="T120" fmla="*/ 433 w 808"/>
                  <a:gd name="T121" fmla="*/ 152 h 821"/>
                  <a:gd name="T122" fmla="*/ 653 w 808"/>
                  <a:gd name="T123" fmla="*/ 325 h 821"/>
                  <a:gd name="T124" fmla="*/ 664 w 808"/>
                  <a:gd name="T125" fmla="*/ 501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8" h="821">
                    <a:moveTo>
                      <a:pt x="404" y="821"/>
                    </a:moveTo>
                    <a:cubicBezTo>
                      <a:pt x="626" y="821"/>
                      <a:pt x="808" y="637"/>
                      <a:pt x="808" y="411"/>
                    </a:cubicBezTo>
                    <a:cubicBezTo>
                      <a:pt x="808" y="185"/>
                      <a:pt x="626" y="0"/>
                      <a:pt x="404" y="0"/>
                    </a:cubicBezTo>
                    <a:cubicBezTo>
                      <a:pt x="181" y="0"/>
                      <a:pt x="0" y="185"/>
                      <a:pt x="0" y="411"/>
                    </a:cubicBezTo>
                    <a:cubicBezTo>
                      <a:pt x="0" y="637"/>
                      <a:pt x="181" y="821"/>
                      <a:pt x="404" y="821"/>
                    </a:cubicBezTo>
                    <a:close/>
                    <a:moveTo>
                      <a:pt x="404" y="3"/>
                    </a:moveTo>
                    <a:cubicBezTo>
                      <a:pt x="474" y="48"/>
                      <a:pt x="616" y="90"/>
                      <a:pt x="583" y="158"/>
                    </a:cubicBezTo>
                    <a:cubicBezTo>
                      <a:pt x="638" y="106"/>
                      <a:pt x="721" y="230"/>
                      <a:pt x="785" y="285"/>
                    </a:cubicBezTo>
                    <a:cubicBezTo>
                      <a:pt x="765" y="362"/>
                      <a:pt x="769" y="520"/>
                      <a:pt x="693" y="507"/>
                    </a:cubicBezTo>
                    <a:cubicBezTo>
                      <a:pt x="761" y="544"/>
                      <a:pt x="669" y="666"/>
                      <a:pt x="644" y="734"/>
                    </a:cubicBezTo>
                    <a:cubicBezTo>
                      <a:pt x="567" y="740"/>
                      <a:pt x="412" y="799"/>
                      <a:pt x="405" y="723"/>
                    </a:cubicBezTo>
                    <a:cubicBezTo>
                      <a:pt x="392" y="797"/>
                      <a:pt x="241" y="737"/>
                      <a:pt x="161" y="732"/>
                    </a:cubicBezTo>
                    <a:cubicBezTo>
                      <a:pt x="134" y="658"/>
                      <a:pt x="46" y="545"/>
                      <a:pt x="113" y="509"/>
                    </a:cubicBezTo>
                    <a:cubicBezTo>
                      <a:pt x="35" y="520"/>
                      <a:pt x="47" y="364"/>
                      <a:pt x="23" y="284"/>
                    </a:cubicBezTo>
                    <a:cubicBezTo>
                      <a:pt x="90" y="245"/>
                      <a:pt x="172" y="105"/>
                      <a:pt x="229" y="159"/>
                    </a:cubicBezTo>
                    <a:cubicBezTo>
                      <a:pt x="197" y="85"/>
                      <a:pt x="340" y="46"/>
                      <a:pt x="404" y="3"/>
                    </a:cubicBezTo>
                    <a:close/>
                    <a:moveTo>
                      <a:pt x="609" y="729"/>
                    </a:moveTo>
                    <a:cubicBezTo>
                      <a:pt x="601" y="725"/>
                      <a:pt x="601" y="725"/>
                      <a:pt x="601" y="725"/>
                    </a:cubicBezTo>
                    <a:cubicBezTo>
                      <a:pt x="601" y="725"/>
                      <a:pt x="601" y="725"/>
                      <a:pt x="601" y="725"/>
                    </a:cubicBezTo>
                    <a:cubicBezTo>
                      <a:pt x="601" y="725"/>
                      <a:pt x="601" y="725"/>
                      <a:pt x="601" y="725"/>
                    </a:cubicBezTo>
                    <a:cubicBezTo>
                      <a:pt x="601" y="725"/>
                      <a:pt x="601" y="725"/>
                      <a:pt x="601" y="725"/>
                    </a:cubicBezTo>
                    <a:cubicBezTo>
                      <a:pt x="600" y="725"/>
                      <a:pt x="600" y="725"/>
                      <a:pt x="600" y="725"/>
                    </a:cubicBezTo>
                    <a:cubicBezTo>
                      <a:pt x="600" y="725"/>
                      <a:pt x="600" y="725"/>
                      <a:pt x="600" y="725"/>
                    </a:cubicBezTo>
                    <a:cubicBezTo>
                      <a:pt x="599" y="725"/>
                      <a:pt x="599" y="725"/>
                      <a:pt x="599" y="725"/>
                    </a:cubicBezTo>
                    <a:cubicBezTo>
                      <a:pt x="599" y="725"/>
                      <a:pt x="599" y="725"/>
                      <a:pt x="599" y="725"/>
                    </a:cubicBezTo>
                    <a:cubicBezTo>
                      <a:pt x="599" y="725"/>
                      <a:pt x="599" y="725"/>
                      <a:pt x="599" y="725"/>
                    </a:cubicBezTo>
                    <a:cubicBezTo>
                      <a:pt x="599" y="725"/>
                      <a:pt x="599" y="725"/>
                      <a:pt x="599" y="725"/>
                    </a:cubicBezTo>
                    <a:cubicBezTo>
                      <a:pt x="598" y="725"/>
                      <a:pt x="598" y="725"/>
                      <a:pt x="598" y="725"/>
                    </a:cubicBezTo>
                    <a:cubicBezTo>
                      <a:pt x="598" y="725"/>
                      <a:pt x="598" y="725"/>
                      <a:pt x="598" y="725"/>
                    </a:cubicBezTo>
                    <a:cubicBezTo>
                      <a:pt x="598" y="725"/>
                      <a:pt x="598" y="725"/>
                      <a:pt x="598" y="725"/>
                    </a:cubicBezTo>
                    <a:cubicBezTo>
                      <a:pt x="598" y="725"/>
                      <a:pt x="598" y="725"/>
                      <a:pt x="598" y="725"/>
                    </a:cubicBezTo>
                    <a:cubicBezTo>
                      <a:pt x="597" y="725"/>
                      <a:pt x="597" y="725"/>
                      <a:pt x="597" y="725"/>
                    </a:cubicBezTo>
                    <a:cubicBezTo>
                      <a:pt x="597" y="725"/>
                      <a:pt x="597" y="725"/>
                      <a:pt x="597" y="725"/>
                    </a:cubicBezTo>
                    <a:cubicBezTo>
                      <a:pt x="596" y="725"/>
                      <a:pt x="596" y="725"/>
                      <a:pt x="596" y="725"/>
                    </a:cubicBezTo>
                    <a:cubicBezTo>
                      <a:pt x="596" y="725"/>
                      <a:pt x="596" y="725"/>
                      <a:pt x="596" y="725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3"/>
                      <a:pt x="595" y="723"/>
                      <a:pt x="595" y="723"/>
                    </a:cubicBezTo>
                    <a:cubicBezTo>
                      <a:pt x="595" y="723"/>
                      <a:pt x="595" y="723"/>
                      <a:pt x="595" y="723"/>
                    </a:cubicBezTo>
                    <a:cubicBezTo>
                      <a:pt x="595" y="723"/>
                      <a:pt x="595" y="723"/>
                      <a:pt x="595" y="723"/>
                    </a:cubicBezTo>
                    <a:cubicBezTo>
                      <a:pt x="595" y="723"/>
                      <a:pt x="595" y="723"/>
                      <a:pt x="595" y="723"/>
                    </a:cubicBezTo>
                    <a:cubicBezTo>
                      <a:pt x="595" y="723"/>
                      <a:pt x="595" y="723"/>
                      <a:pt x="595" y="723"/>
                    </a:cubicBezTo>
                    <a:cubicBezTo>
                      <a:pt x="595" y="723"/>
                      <a:pt x="595" y="723"/>
                      <a:pt x="595" y="723"/>
                    </a:cubicBezTo>
                    <a:cubicBezTo>
                      <a:pt x="595" y="722"/>
                      <a:pt x="595" y="722"/>
                      <a:pt x="595" y="722"/>
                    </a:cubicBezTo>
                    <a:cubicBezTo>
                      <a:pt x="595" y="722"/>
                      <a:pt x="595" y="722"/>
                      <a:pt x="595" y="722"/>
                    </a:cubicBezTo>
                    <a:cubicBezTo>
                      <a:pt x="596" y="722"/>
                      <a:pt x="596" y="722"/>
                      <a:pt x="596" y="722"/>
                    </a:cubicBezTo>
                    <a:cubicBezTo>
                      <a:pt x="596" y="722"/>
                      <a:pt x="596" y="722"/>
                      <a:pt x="596" y="722"/>
                    </a:cubicBezTo>
                    <a:cubicBezTo>
                      <a:pt x="598" y="722"/>
                      <a:pt x="598" y="722"/>
                      <a:pt x="598" y="722"/>
                    </a:cubicBezTo>
                    <a:cubicBezTo>
                      <a:pt x="598" y="722"/>
                      <a:pt x="598" y="722"/>
                      <a:pt x="598" y="722"/>
                    </a:cubicBezTo>
                    <a:cubicBezTo>
                      <a:pt x="600" y="722"/>
                      <a:pt x="600" y="722"/>
                      <a:pt x="600" y="722"/>
                    </a:cubicBezTo>
                    <a:cubicBezTo>
                      <a:pt x="600" y="722"/>
                      <a:pt x="600" y="722"/>
                      <a:pt x="600" y="722"/>
                    </a:cubicBezTo>
                    <a:cubicBezTo>
                      <a:pt x="602" y="722"/>
                      <a:pt x="602" y="722"/>
                      <a:pt x="602" y="722"/>
                    </a:cubicBezTo>
                    <a:cubicBezTo>
                      <a:pt x="602" y="722"/>
                      <a:pt x="602" y="722"/>
                      <a:pt x="602" y="722"/>
                    </a:cubicBezTo>
                    <a:cubicBezTo>
                      <a:pt x="603" y="722"/>
                      <a:pt x="603" y="722"/>
                      <a:pt x="603" y="722"/>
                    </a:cubicBezTo>
                    <a:cubicBezTo>
                      <a:pt x="603" y="722"/>
                      <a:pt x="603" y="722"/>
                      <a:pt x="603" y="722"/>
                    </a:cubicBezTo>
                    <a:cubicBezTo>
                      <a:pt x="605" y="722"/>
                      <a:pt x="605" y="722"/>
                      <a:pt x="605" y="722"/>
                    </a:cubicBezTo>
                    <a:cubicBezTo>
                      <a:pt x="605" y="722"/>
                      <a:pt x="605" y="722"/>
                      <a:pt x="605" y="722"/>
                    </a:cubicBezTo>
                    <a:cubicBezTo>
                      <a:pt x="606" y="721"/>
                      <a:pt x="606" y="721"/>
                      <a:pt x="606" y="721"/>
                    </a:cubicBezTo>
                    <a:cubicBezTo>
                      <a:pt x="606" y="721"/>
                      <a:pt x="606" y="721"/>
                      <a:pt x="606" y="721"/>
                    </a:cubicBezTo>
                    <a:cubicBezTo>
                      <a:pt x="608" y="719"/>
                      <a:pt x="608" y="719"/>
                      <a:pt x="608" y="719"/>
                    </a:cubicBezTo>
                    <a:cubicBezTo>
                      <a:pt x="608" y="719"/>
                      <a:pt x="608" y="719"/>
                      <a:pt x="608" y="719"/>
                    </a:cubicBezTo>
                    <a:cubicBezTo>
                      <a:pt x="608" y="717"/>
                      <a:pt x="608" y="717"/>
                      <a:pt x="608" y="717"/>
                    </a:cubicBezTo>
                    <a:cubicBezTo>
                      <a:pt x="608" y="717"/>
                      <a:pt x="608" y="717"/>
                      <a:pt x="608" y="717"/>
                    </a:cubicBezTo>
                    <a:cubicBezTo>
                      <a:pt x="608" y="715"/>
                      <a:pt x="608" y="715"/>
                      <a:pt x="608" y="715"/>
                    </a:cubicBezTo>
                    <a:cubicBezTo>
                      <a:pt x="608" y="715"/>
                      <a:pt x="608" y="715"/>
                      <a:pt x="608" y="715"/>
                    </a:cubicBezTo>
                    <a:cubicBezTo>
                      <a:pt x="608" y="712"/>
                      <a:pt x="608" y="712"/>
                      <a:pt x="608" y="712"/>
                    </a:cubicBezTo>
                    <a:cubicBezTo>
                      <a:pt x="608" y="712"/>
                      <a:pt x="608" y="712"/>
                      <a:pt x="608" y="712"/>
                    </a:cubicBezTo>
                    <a:cubicBezTo>
                      <a:pt x="608" y="710"/>
                      <a:pt x="608" y="710"/>
                      <a:pt x="608" y="710"/>
                    </a:cubicBezTo>
                    <a:cubicBezTo>
                      <a:pt x="608" y="710"/>
                      <a:pt x="608" y="710"/>
                      <a:pt x="608" y="710"/>
                    </a:cubicBezTo>
                    <a:cubicBezTo>
                      <a:pt x="608" y="707"/>
                      <a:pt x="608" y="707"/>
                      <a:pt x="608" y="707"/>
                    </a:cubicBezTo>
                    <a:cubicBezTo>
                      <a:pt x="608" y="707"/>
                      <a:pt x="608" y="707"/>
                      <a:pt x="608" y="707"/>
                    </a:cubicBezTo>
                    <a:cubicBezTo>
                      <a:pt x="608" y="705"/>
                      <a:pt x="608" y="705"/>
                      <a:pt x="608" y="705"/>
                    </a:cubicBezTo>
                    <a:cubicBezTo>
                      <a:pt x="608" y="705"/>
                      <a:pt x="608" y="705"/>
                      <a:pt x="608" y="705"/>
                    </a:cubicBezTo>
                    <a:cubicBezTo>
                      <a:pt x="608" y="702"/>
                      <a:pt x="608" y="702"/>
                      <a:pt x="608" y="702"/>
                    </a:cubicBezTo>
                    <a:cubicBezTo>
                      <a:pt x="608" y="702"/>
                      <a:pt x="608" y="702"/>
                      <a:pt x="608" y="702"/>
                    </a:cubicBezTo>
                    <a:cubicBezTo>
                      <a:pt x="608" y="700"/>
                      <a:pt x="608" y="700"/>
                      <a:pt x="608" y="700"/>
                    </a:cubicBezTo>
                    <a:cubicBezTo>
                      <a:pt x="608" y="700"/>
                      <a:pt x="608" y="700"/>
                      <a:pt x="608" y="700"/>
                    </a:cubicBezTo>
                    <a:cubicBezTo>
                      <a:pt x="606" y="701"/>
                      <a:pt x="606" y="701"/>
                      <a:pt x="606" y="701"/>
                    </a:cubicBezTo>
                    <a:cubicBezTo>
                      <a:pt x="606" y="701"/>
                      <a:pt x="606" y="701"/>
                      <a:pt x="606" y="701"/>
                    </a:cubicBezTo>
                    <a:cubicBezTo>
                      <a:pt x="604" y="702"/>
                      <a:pt x="604" y="702"/>
                      <a:pt x="604" y="702"/>
                    </a:cubicBezTo>
                    <a:cubicBezTo>
                      <a:pt x="604" y="702"/>
                      <a:pt x="604" y="702"/>
                      <a:pt x="604" y="702"/>
                    </a:cubicBezTo>
                    <a:cubicBezTo>
                      <a:pt x="603" y="703"/>
                      <a:pt x="603" y="703"/>
                      <a:pt x="603" y="703"/>
                    </a:cubicBezTo>
                    <a:cubicBezTo>
                      <a:pt x="603" y="703"/>
                      <a:pt x="603" y="703"/>
                      <a:pt x="603" y="703"/>
                    </a:cubicBezTo>
                    <a:cubicBezTo>
                      <a:pt x="601" y="704"/>
                      <a:pt x="601" y="704"/>
                      <a:pt x="601" y="704"/>
                    </a:cubicBezTo>
                    <a:cubicBezTo>
                      <a:pt x="601" y="704"/>
                      <a:pt x="601" y="704"/>
                      <a:pt x="601" y="704"/>
                    </a:cubicBezTo>
                    <a:cubicBezTo>
                      <a:pt x="599" y="705"/>
                      <a:pt x="599" y="705"/>
                      <a:pt x="599" y="705"/>
                    </a:cubicBezTo>
                    <a:cubicBezTo>
                      <a:pt x="599" y="705"/>
                      <a:pt x="599" y="705"/>
                      <a:pt x="599" y="705"/>
                    </a:cubicBezTo>
                    <a:cubicBezTo>
                      <a:pt x="598" y="706"/>
                      <a:pt x="598" y="706"/>
                      <a:pt x="598" y="706"/>
                    </a:cubicBezTo>
                    <a:cubicBezTo>
                      <a:pt x="598" y="706"/>
                      <a:pt x="598" y="706"/>
                      <a:pt x="598" y="706"/>
                    </a:cubicBezTo>
                    <a:cubicBezTo>
                      <a:pt x="596" y="708"/>
                      <a:pt x="596" y="708"/>
                      <a:pt x="596" y="708"/>
                    </a:cubicBezTo>
                    <a:cubicBezTo>
                      <a:pt x="596" y="708"/>
                      <a:pt x="596" y="708"/>
                      <a:pt x="596" y="708"/>
                    </a:cubicBezTo>
                    <a:cubicBezTo>
                      <a:pt x="594" y="708"/>
                      <a:pt x="594" y="708"/>
                      <a:pt x="594" y="708"/>
                    </a:cubicBezTo>
                    <a:cubicBezTo>
                      <a:pt x="594" y="708"/>
                      <a:pt x="594" y="708"/>
                      <a:pt x="594" y="708"/>
                    </a:cubicBezTo>
                    <a:cubicBezTo>
                      <a:pt x="593" y="709"/>
                      <a:pt x="593" y="709"/>
                      <a:pt x="593" y="709"/>
                    </a:cubicBezTo>
                    <a:cubicBezTo>
                      <a:pt x="593" y="709"/>
                      <a:pt x="593" y="709"/>
                      <a:pt x="593" y="709"/>
                    </a:cubicBezTo>
                    <a:cubicBezTo>
                      <a:pt x="592" y="710"/>
                      <a:pt x="592" y="710"/>
                      <a:pt x="592" y="710"/>
                    </a:cubicBezTo>
                    <a:cubicBezTo>
                      <a:pt x="592" y="710"/>
                      <a:pt x="592" y="710"/>
                      <a:pt x="592" y="710"/>
                    </a:cubicBezTo>
                    <a:cubicBezTo>
                      <a:pt x="590" y="710"/>
                      <a:pt x="590" y="710"/>
                      <a:pt x="590" y="710"/>
                    </a:cubicBezTo>
                    <a:cubicBezTo>
                      <a:pt x="590" y="710"/>
                      <a:pt x="590" y="710"/>
                      <a:pt x="590" y="710"/>
                    </a:cubicBezTo>
                    <a:cubicBezTo>
                      <a:pt x="589" y="711"/>
                      <a:pt x="589" y="711"/>
                      <a:pt x="589" y="711"/>
                    </a:cubicBezTo>
                    <a:cubicBezTo>
                      <a:pt x="589" y="711"/>
                      <a:pt x="589" y="711"/>
                      <a:pt x="589" y="711"/>
                    </a:cubicBezTo>
                    <a:cubicBezTo>
                      <a:pt x="588" y="712"/>
                      <a:pt x="588" y="712"/>
                      <a:pt x="588" y="712"/>
                    </a:cubicBezTo>
                    <a:cubicBezTo>
                      <a:pt x="588" y="712"/>
                      <a:pt x="588" y="712"/>
                      <a:pt x="588" y="712"/>
                    </a:cubicBezTo>
                    <a:cubicBezTo>
                      <a:pt x="587" y="712"/>
                      <a:pt x="587" y="712"/>
                      <a:pt x="587" y="712"/>
                    </a:cubicBezTo>
                    <a:cubicBezTo>
                      <a:pt x="587" y="712"/>
                      <a:pt x="587" y="712"/>
                      <a:pt x="587" y="712"/>
                    </a:cubicBezTo>
                    <a:cubicBezTo>
                      <a:pt x="585" y="712"/>
                      <a:pt x="585" y="712"/>
                      <a:pt x="585" y="712"/>
                    </a:cubicBezTo>
                    <a:cubicBezTo>
                      <a:pt x="585" y="712"/>
                      <a:pt x="585" y="712"/>
                      <a:pt x="585" y="712"/>
                    </a:cubicBezTo>
                    <a:cubicBezTo>
                      <a:pt x="584" y="711"/>
                      <a:pt x="584" y="711"/>
                      <a:pt x="584" y="711"/>
                    </a:cubicBezTo>
                    <a:cubicBezTo>
                      <a:pt x="584" y="711"/>
                      <a:pt x="584" y="711"/>
                      <a:pt x="584" y="711"/>
                    </a:cubicBezTo>
                    <a:cubicBezTo>
                      <a:pt x="584" y="712"/>
                      <a:pt x="584" y="712"/>
                      <a:pt x="584" y="712"/>
                    </a:cubicBezTo>
                    <a:cubicBezTo>
                      <a:pt x="584" y="712"/>
                      <a:pt x="584" y="712"/>
                      <a:pt x="584" y="712"/>
                    </a:cubicBezTo>
                    <a:cubicBezTo>
                      <a:pt x="583" y="712"/>
                      <a:pt x="583" y="712"/>
                      <a:pt x="583" y="712"/>
                    </a:cubicBezTo>
                    <a:cubicBezTo>
                      <a:pt x="583" y="712"/>
                      <a:pt x="583" y="712"/>
                      <a:pt x="583" y="712"/>
                    </a:cubicBezTo>
                    <a:cubicBezTo>
                      <a:pt x="582" y="712"/>
                      <a:pt x="582" y="712"/>
                      <a:pt x="582" y="712"/>
                    </a:cubicBezTo>
                    <a:cubicBezTo>
                      <a:pt x="582" y="712"/>
                      <a:pt x="582" y="712"/>
                      <a:pt x="582" y="712"/>
                    </a:cubicBezTo>
                    <a:cubicBezTo>
                      <a:pt x="582" y="711"/>
                      <a:pt x="582" y="711"/>
                      <a:pt x="582" y="711"/>
                    </a:cubicBezTo>
                    <a:cubicBezTo>
                      <a:pt x="582" y="711"/>
                      <a:pt x="582" y="711"/>
                      <a:pt x="582" y="711"/>
                    </a:cubicBezTo>
                    <a:cubicBezTo>
                      <a:pt x="581" y="711"/>
                      <a:pt x="581" y="711"/>
                      <a:pt x="581" y="711"/>
                    </a:cubicBezTo>
                    <a:cubicBezTo>
                      <a:pt x="581" y="711"/>
                      <a:pt x="581" y="711"/>
                      <a:pt x="581" y="711"/>
                    </a:cubicBezTo>
                    <a:cubicBezTo>
                      <a:pt x="581" y="711"/>
                      <a:pt x="581" y="711"/>
                      <a:pt x="581" y="711"/>
                    </a:cubicBezTo>
                    <a:cubicBezTo>
                      <a:pt x="581" y="711"/>
                      <a:pt x="581" y="711"/>
                      <a:pt x="581" y="711"/>
                    </a:cubicBezTo>
                    <a:cubicBezTo>
                      <a:pt x="580" y="711"/>
                      <a:pt x="580" y="711"/>
                      <a:pt x="580" y="711"/>
                    </a:cubicBezTo>
                    <a:cubicBezTo>
                      <a:pt x="580" y="711"/>
                      <a:pt x="580" y="711"/>
                      <a:pt x="580" y="711"/>
                    </a:cubicBezTo>
                    <a:cubicBezTo>
                      <a:pt x="580" y="710"/>
                      <a:pt x="580" y="710"/>
                      <a:pt x="580" y="710"/>
                    </a:cubicBezTo>
                    <a:cubicBezTo>
                      <a:pt x="580" y="710"/>
                      <a:pt x="580" y="710"/>
                      <a:pt x="580" y="710"/>
                    </a:cubicBezTo>
                    <a:cubicBezTo>
                      <a:pt x="579" y="709"/>
                      <a:pt x="579" y="709"/>
                      <a:pt x="579" y="709"/>
                    </a:cubicBezTo>
                    <a:cubicBezTo>
                      <a:pt x="579" y="709"/>
                      <a:pt x="579" y="709"/>
                      <a:pt x="579" y="709"/>
                    </a:cubicBezTo>
                    <a:cubicBezTo>
                      <a:pt x="580" y="709"/>
                      <a:pt x="580" y="709"/>
                      <a:pt x="580" y="709"/>
                    </a:cubicBezTo>
                    <a:cubicBezTo>
                      <a:pt x="580" y="709"/>
                      <a:pt x="580" y="709"/>
                      <a:pt x="580" y="709"/>
                    </a:cubicBezTo>
                    <a:cubicBezTo>
                      <a:pt x="592" y="704"/>
                      <a:pt x="592" y="704"/>
                      <a:pt x="592" y="704"/>
                    </a:cubicBezTo>
                    <a:cubicBezTo>
                      <a:pt x="592" y="704"/>
                      <a:pt x="592" y="704"/>
                      <a:pt x="592" y="704"/>
                    </a:cubicBezTo>
                    <a:cubicBezTo>
                      <a:pt x="592" y="705"/>
                      <a:pt x="592" y="705"/>
                      <a:pt x="592" y="705"/>
                    </a:cubicBezTo>
                    <a:cubicBezTo>
                      <a:pt x="592" y="705"/>
                      <a:pt x="592" y="705"/>
                      <a:pt x="592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6" y="703"/>
                      <a:pt x="596" y="703"/>
                      <a:pt x="596" y="703"/>
                    </a:cubicBezTo>
                    <a:cubicBezTo>
                      <a:pt x="596" y="703"/>
                      <a:pt x="596" y="703"/>
                      <a:pt x="596" y="703"/>
                    </a:cubicBezTo>
                    <a:cubicBezTo>
                      <a:pt x="596" y="703"/>
                      <a:pt x="596" y="703"/>
                      <a:pt x="596" y="703"/>
                    </a:cubicBezTo>
                    <a:cubicBezTo>
                      <a:pt x="596" y="703"/>
                      <a:pt x="596" y="703"/>
                      <a:pt x="596" y="703"/>
                    </a:cubicBezTo>
                    <a:cubicBezTo>
                      <a:pt x="597" y="703"/>
                      <a:pt x="597" y="703"/>
                      <a:pt x="597" y="703"/>
                    </a:cubicBezTo>
                    <a:cubicBezTo>
                      <a:pt x="597" y="703"/>
                      <a:pt x="597" y="703"/>
                      <a:pt x="597" y="703"/>
                    </a:cubicBezTo>
                    <a:cubicBezTo>
                      <a:pt x="597" y="703"/>
                      <a:pt x="597" y="703"/>
                      <a:pt x="597" y="703"/>
                    </a:cubicBezTo>
                    <a:cubicBezTo>
                      <a:pt x="597" y="703"/>
                      <a:pt x="597" y="703"/>
                      <a:pt x="597" y="703"/>
                    </a:cubicBezTo>
                    <a:cubicBezTo>
                      <a:pt x="598" y="702"/>
                      <a:pt x="598" y="702"/>
                      <a:pt x="598" y="702"/>
                    </a:cubicBezTo>
                    <a:cubicBezTo>
                      <a:pt x="598" y="702"/>
                      <a:pt x="598" y="702"/>
                      <a:pt x="598" y="702"/>
                    </a:cubicBezTo>
                    <a:cubicBezTo>
                      <a:pt x="599" y="702"/>
                      <a:pt x="599" y="702"/>
                      <a:pt x="599" y="702"/>
                    </a:cubicBezTo>
                    <a:cubicBezTo>
                      <a:pt x="599" y="702"/>
                      <a:pt x="599" y="702"/>
                      <a:pt x="599" y="702"/>
                    </a:cubicBezTo>
                    <a:cubicBezTo>
                      <a:pt x="599" y="701"/>
                      <a:pt x="599" y="701"/>
                      <a:pt x="599" y="701"/>
                    </a:cubicBezTo>
                    <a:cubicBezTo>
                      <a:pt x="599" y="701"/>
                      <a:pt x="599" y="701"/>
                      <a:pt x="599" y="701"/>
                    </a:cubicBezTo>
                    <a:cubicBezTo>
                      <a:pt x="600" y="701"/>
                      <a:pt x="600" y="701"/>
                      <a:pt x="600" y="701"/>
                    </a:cubicBezTo>
                    <a:cubicBezTo>
                      <a:pt x="600" y="701"/>
                      <a:pt x="600" y="701"/>
                      <a:pt x="600" y="701"/>
                    </a:cubicBezTo>
                    <a:cubicBezTo>
                      <a:pt x="601" y="701"/>
                      <a:pt x="601" y="701"/>
                      <a:pt x="601" y="701"/>
                    </a:cubicBezTo>
                    <a:cubicBezTo>
                      <a:pt x="601" y="701"/>
                      <a:pt x="601" y="701"/>
                      <a:pt x="601" y="701"/>
                    </a:cubicBezTo>
                    <a:cubicBezTo>
                      <a:pt x="601" y="700"/>
                      <a:pt x="601" y="700"/>
                      <a:pt x="601" y="700"/>
                    </a:cubicBezTo>
                    <a:cubicBezTo>
                      <a:pt x="601" y="700"/>
                      <a:pt x="601" y="700"/>
                      <a:pt x="601" y="700"/>
                    </a:cubicBezTo>
                    <a:cubicBezTo>
                      <a:pt x="602" y="699"/>
                      <a:pt x="602" y="699"/>
                      <a:pt x="602" y="699"/>
                    </a:cubicBezTo>
                    <a:cubicBezTo>
                      <a:pt x="602" y="699"/>
                      <a:pt x="602" y="699"/>
                      <a:pt x="602" y="699"/>
                    </a:cubicBezTo>
                    <a:cubicBezTo>
                      <a:pt x="602" y="699"/>
                      <a:pt x="602" y="699"/>
                      <a:pt x="602" y="699"/>
                    </a:cubicBezTo>
                    <a:cubicBezTo>
                      <a:pt x="602" y="699"/>
                      <a:pt x="602" y="699"/>
                      <a:pt x="602" y="699"/>
                    </a:cubicBezTo>
                    <a:cubicBezTo>
                      <a:pt x="603" y="698"/>
                      <a:pt x="603" y="698"/>
                      <a:pt x="603" y="698"/>
                    </a:cubicBezTo>
                    <a:cubicBezTo>
                      <a:pt x="603" y="698"/>
                      <a:pt x="603" y="698"/>
                      <a:pt x="603" y="698"/>
                    </a:cubicBezTo>
                    <a:cubicBezTo>
                      <a:pt x="603" y="697"/>
                      <a:pt x="603" y="697"/>
                      <a:pt x="603" y="697"/>
                    </a:cubicBezTo>
                    <a:cubicBezTo>
                      <a:pt x="603" y="697"/>
                      <a:pt x="603" y="697"/>
                      <a:pt x="603" y="697"/>
                    </a:cubicBezTo>
                    <a:cubicBezTo>
                      <a:pt x="604" y="697"/>
                      <a:pt x="604" y="697"/>
                      <a:pt x="604" y="697"/>
                    </a:cubicBezTo>
                    <a:cubicBezTo>
                      <a:pt x="604" y="697"/>
                      <a:pt x="604" y="697"/>
                      <a:pt x="604" y="697"/>
                    </a:cubicBezTo>
                    <a:cubicBezTo>
                      <a:pt x="604" y="696"/>
                      <a:pt x="604" y="696"/>
                      <a:pt x="604" y="696"/>
                    </a:cubicBezTo>
                    <a:cubicBezTo>
                      <a:pt x="604" y="696"/>
                      <a:pt x="604" y="696"/>
                      <a:pt x="604" y="696"/>
                    </a:cubicBezTo>
                    <a:cubicBezTo>
                      <a:pt x="605" y="696"/>
                      <a:pt x="605" y="696"/>
                      <a:pt x="605" y="696"/>
                    </a:cubicBezTo>
                    <a:cubicBezTo>
                      <a:pt x="605" y="696"/>
                      <a:pt x="605" y="696"/>
                      <a:pt x="605" y="696"/>
                    </a:cubicBezTo>
                    <a:cubicBezTo>
                      <a:pt x="606" y="695"/>
                      <a:pt x="606" y="695"/>
                      <a:pt x="606" y="695"/>
                    </a:cubicBezTo>
                    <a:cubicBezTo>
                      <a:pt x="606" y="695"/>
                      <a:pt x="606" y="695"/>
                      <a:pt x="606" y="695"/>
                    </a:cubicBezTo>
                    <a:cubicBezTo>
                      <a:pt x="607" y="695"/>
                      <a:pt x="607" y="695"/>
                      <a:pt x="607" y="695"/>
                    </a:cubicBezTo>
                    <a:cubicBezTo>
                      <a:pt x="607" y="695"/>
                      <a:pt x="607" y="695"/>
                      <a:pt x="607" y="695"/>
                    </a:cubicBezTo>
                    <a:cubicBezTo>
                      <a:pt x="607" y="695"/>
                      <a:pt x="607" y="695"/>
                      <a:pt x="607" y="695"/>
                    </a:cubicBezTo>
                    <a:cubicBezTo>
                      <a:pt x="607" y="695"/>
                      <a:pt x="607" y="695"/>
                      <a:pt x="607" y="695"/>
                    </a:cubicBezTo>
                    <a:cubicBezTo>
                      <a:pt x="607" y="694"/>
                      <a:pt x="607" y="694"/>
                      <a:pt x="607" y="694"/>
                    </a:cubicBezTo>
                    <a:cubicBezTo>
                      <a:pt x="607" y="694"/>
                      <a:pt x="607" y="694"/>
                      <a:pt x="607" y="694"/>
                    </a:cubicBezTo>
                    <a:cubicBezTo>
                      <a:pt x="607" y="694"/>
                      <a:pt x="607" y="694"/>
                      <a:pt x="607" y="694"/>
                    </a:cubicBezTo>
                    <a:cubicBezTo>
                      <a:pt x="607" y="694"/>
                      <a:pt x="607" y="694"/>
                      <a:pt x="607" y="694"/>
                    </a:cubicBezTo>
                    <a:cubicBezTo>
                      <a:pt x="607" y="693"/>
                      <a:pt x="607" y="693"/>
                      <a:pt x="607" y="693"/>
                    </a:cubicBezTo>
                    <a:cubicBezTo>
                      <a:pt x="607" y="693"/>
                      <a:pt x="607" y="693"/>
                      <a:pt x="607" y="693"/>
                    </a:cubicBezTo>
                    <a:cubicBezTo>
                      <a:pt x="606" y="693"/>
                      <a:pt x="606" y="693"/>
                      <a:pt x="606" y="693"/>
                    </a:cubicBezTo>
                    <a:cubicBezTo>
                      <a:pt x="606" y="693"/>
                      <a:pt x="606" y="693"/>
                      <a:pt x="606" y="693"/>
                    </a:cubicBezTo>
                    <a:cubicBezTo>
                      <a:pt x="606" y="692"/>
                      <a:pt x="606" y="692"/>
                      <a:pt x="606" y="692"/>
                    </a:cubicBezTo>
                    <a:cubicBezTo>
                      <a:pt x="606" y="692"/>
                      <a:pt x="606" y="692"/>
                      <a:pt x="606" y="692"/>
                    </a:cubicBezTo>
                    <a:cubicBezTo>
                      <a:pt x="606" y="692"/>
                      <a:pt x="606" y="692"/>
                      <a:pt x="606" y="692"/>
                    </a:cubicBezTo>
                    <a:cubicBezTo>
                      <a:pt x="606" y="692"/>
                      <a:pt x="606" y="692"/>
                      <a:pt x="606" y="692"/>
                    </a:cubicBezTo>
                    <a:cubicBezTo>
                      <a:pt x="607" y="691"/>
                      <a:pt x="607" y="691"/>
                      <a:pt x="607" y="691"/>
                    </a:cubicBezTo>
                    <a:cubicBezTo>
                      <a:pt x="607" y="691"/>
                      <a:pt x="607" y="691"/>
                      <a:pt x="607" y="691"/>
                    </a:cubicBezTo>
                    <a:cubicBezTo>
                      <a:pt x="611" y="685"/>
                      <a:pt x="611" y="685"/>
                      <a:pt x="611" y="685"/>
                    </a:cubicBezTo>
                    <a:cubicBezTo>
                      <a:pt x="611" y="685"/>
                      <a:pt x="611" y="685"/>
                      <a:pt x="611" y="685"/>
                    </a:cubicBezTo>
                    <a:cubicBezTo>
                      <a:pt x="611" y="685"/>
                      <a:pt x="611" y="685"/>
                      <a:pt x="611" y="685"/>
                    </a:cubicBezTo>
                    <a:cubicBezTo>
                      <a:pt x="611" y="685"/>
                      <a:pt x="611" y="685"/>
                      <a:pt x="611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3" y="685"/>
                      <a:pt x="613" y="685"/>
                      <a:pt x="613" y="685"/>
                    </a:cubicBezTo>
                    <a:cubicBezTo>
                      <a:pt x="613" y="685"/>
                      <a:pt x="613" y="685"/>
                      <a:pt x="613" y="685"/>
                    </a:cubicBezTo>
                    <a:cubicBezTo>
                      <a:pt x="613" y="685"/>
                      <a:pt x="613" y="685"/>
                      <a:pt x="613" y="685"/>
                    </a:cubicBezTo>
                    <a:cubicBezTo>
                      <a:pt x="613" y="685"/>
                      <a:pt x="613" y="685"/>
                      <a:pt x="613" y="685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6"/>
                      <a:pt x="619" y="676"/>
                      <a:pt x="619" y="676"/>
                    </a:cubicBezTo>
                    <a:cubicBezTo>
                      <a:pt x="619" y="676"/>
                      <a:pt x="619" y="676"/>
                      <a:pt x="619" y="676"/>
                    </a:cubicBezTo>
                    <a:cubicBezTo>
                      <a:pt x="619" y="676"/>
                      <a:pt x="619" y="676"/>
                      <a:pt x="619" y="676"/>
                    </a:cubicBezTo>
                    <a:cubicBezTo>
                      <a:pt x="619" y="676"/>
                      <a:pt x="619" y="676"/>
                      <a:pt x="619" y="676"/>
                    </a:cubicBezTo>
                    <a:cubicBezTo>
                      <a:pt x="619" y="676"/>
                      <a:pt x="619" y="676"/>
                      <a:pt x="619" y="676"/>
                    </a:cubicBezTo>
                    <a:cubicBezTo>
                      <a:pt x="619" y="676"/>
                      <a:pt x="619" y="676"/>
                      <a:pt x="619" y="676"/>
                    </a:cubicBezTo>
                    <a:cubicBezTo>
                      <a:pt x="619" y="675"/>
                      <a:pt x="619" y="675"/>
                      <a:pt x="619" y="675"/>
                    </a:cubicBezTo>
                    <a:cubicBezTo>
                      <a:pt x="619" y="675"/>
                      <a:pt x="619" y="675"/>
                      <a:pt x="619" y="675"/>
                    </a:cubicBezTo>
                    <a:cubicBezTo>
                      <a:pt x="619" y="675"/>
                      <a:pt x="619" y="675"/>
                      <a:pt x="619" y="675"/>
                    </a:cubicBezTo>
                    <a:cubicBezTo>
                      <a:pt x="619" y="675"/>
                      <a:pt x="619" y="675"/>
                      <a:pt x="619" y="675"/>
                    </a:cubicBezTo>
                    <a:cubicBezTo>
                      <a:pt x="598" y="684"/>
                      <a:pt x="598" y="684"/>
                      <a:pt x="598" y="684"/>
                    </a:cubicBezTo>
                    <a:cubicBezTo>
                      <a:pt x="598" y="684"/>
                      <a:pt x="598" y="684"/>
                      <a:pt x="598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6" y="684"/>
                      <a:pt x="596" y="684"/>
                      <a:pt x="596" y="684"/>
                    </a:cubicBezTo>
                    <a:cubicBezTo>
                      <a:pt x="596" y="684"/>
                      <a:pt x="596" y="684"/>
                      <a:pt x="596" y="684"/>
                    </a:cubicBezTo>
                    <a:cubicBezTo>
                      <a:pt x="596" y="683"/>
                      <a:pt x="596" y="683"/>
                      <a:pt x="596" y="683"/>
                    </a:cubicBezTo>
                    <a:cubicBezTo>
                      <a:pt x="596" y="683"/>
                      <a:pt x="596" y="683"/>
                      <a:pt x="596" y="683"/>
                    </a:cubicBezTo>
                    <a:cubicBezTo>
                      <a:pt x="596" y="683"/>
                      <a:pt x="596" y="683"/>
                      <a:pt x="596" y="683"/>
                    </a:cubicBezTo>
                    <a:cubicBezTo>
                      <a:pt x="596" y="683"/>
                      <a:pt x="596" y="683"/>
                      <a:pt x="596" y="683"/>
                    </a:cubicBezTo>
                    <a:cubicBezTo>
                      <a:pt x="596" y="683"/>
                      <a:pt x="596" y="683"/>
                      <a:pt x="596" y="683"/>
                    </a:cubicBezTo>
                    <a:cubicBezTo>
                      <a:pt x="596" y="683"/>
                      <a:pt x="596" y="683"/>
                      <a:pt x="596" y="683"/>
                    </a:cubicBezTo>
                    <a:cubicBezTo>
                      <a:pt x="597" y="681"/>
                      <a:pt x="597" y="681"/>
                      <a:pt x="597" y="681"/>
                    </a:cubicBezTo>
                    <a:cubicBezTo>
                      <a:pt x="597" y="681"/>
                      <a:pt x="597" y="681"/>
                      <a:pt x="597" y="681"/>
                    </a:cubicBezTo>
                    <a:cubicBezTo>
                      <a:pt x="620" y="670"/>
                      <a:pt x="620" y="670"/>
                      <a:pt x="620" y="670"/>
                    </a:cubicBezTo>
                    <a:cubicBezTo>
                      <a:pt x="620" y="670"/>
                      <a:pt x="620" y="670"/>
                      <a:pt x="620" y="670"/>
                    </a:cubicBezTo>
                    <a:cubicBezTo>
                      <a:pt x="621" y="668"/>
                      <a:pt x="621" y="668"/>
                      <a:pt x="621" y="668"/>
                    </a:cubicBezTo>
                    <a:cubicBezTo>
                      <a:pt x="621" y="668"/>
                      <a:pt x="621" y="668"/>
                      <a:pt x="621" y="668"/>
                    </a:cubicBezTo>
                    <a:cubicBezTo>
                      <a:pt x="622" y="665"/>
                      <a:pt x="622" y="665"/>
                      <a:pt x="622" y="665"/>
                    </a:cubicBezTo>
                    <a:cubicBezTo>
                      <a:pt x="622" y="665"/>
                      <a:pt x="622" y="665"/>
                      <a:pt x="622" y="665"/>
                    </a:cubicBezTo>
                    <a:cubicBezTo>
                      <a:pt x="624" y="663"/>
                      <a:pt x="624" y="663"/>
                      <a:pt x="624" y="663"/>
                    </a:cubicBezTo>
                    <a:cubicBezTo>
                      <a:pt x="624" y="663"/>
                      <a:pt x="624" y="663"/>
                      <a:pt x="624" y="663"/>
                    </a:cubicBezTo>
                    <a:cubicBezTo>
                      <a:pt x="626" y="660"/>
                      <a:pt x="626" y="660"/>
                      <a:pt x="626" y="660"/>
                    </a:cubicBezTo>
                    <a:cubicBezTo>
                      <a:pt x="626" y="660"/>
                      <a:pt x="626" y="660"/>
                      <a:pt x="626" y="660"/>
                    </a:cubicBezTo>
                    <a:cubicBezTo>
                      <a:pt x="627" y="658"/>
                      <a:pt x="627" y="658"/>
                      <a:pt x="627" y="658"/>
                    </a:cubicBezTo>
                    <a:cubicBezTo>
                      <a:pt x="627" y="658"/>
                      <a:pt x="627" y="658"/>
                      <a:pt x="627" y="658"/>
                    </a:cubicBezTo>
                    <a:cubicBezTo>
                      <a:pt x="628" y="655"/>
                      <a:pt x="628" y="655"/>
                      <a:pt x="628" y="655"/>
                    </a:cubicBezTo>
                    <a:cubicBezTo>
                      <a:pt x="628" y="655"/>
                      <a:pt x="628" y="655"/>
                      <a:pt x="628" y="655"/>
                    </a:cubicBezTo>
                    <a:cubicBezTo>
                      <a:pt x="630" y="653"/>
                      <a:pt x="630" y="653"/>
                      <a:pt x="630" y="653"/>
                    </a:cubicBezTo>
                    <a:cubicBezTo>
                      <a:pt x="630" y="653"/>
                      <a:pt x="630" y="653"/>
                      <a:pt x="630" y="653"/>
                    </a:cubicBezTo>
                    <a:cubicBezTo>
                      <a:pt x="631" y="650"/>
                      <a:pt x="631" y="650"/>
                      <a:pt x="631" y="650"/>
                    </a:cubicBezTo>
                    <a:cubicBezTo>
                      <a:pt x="631" y="650"/>
                      <a:pt x="631" y="650"/>
                      <a:pt x="631" y="650"/>
                    </a:cubicBezTo>
                    <a:cubicBezTo>
                      <a:pt x="634" y="644"/>
                      <a:pt x="634" y="644"/>
                      <a:pt x="634" y="644"/>
                    </a:cubicBezTo>
                    <a:cubicBezTo>
                      <a:pt x="634" y="644"/>
                      <a:pt x="634" y="644"/>
                      <a:pt x="634" y="644"/>
                    </a:cubicBezTo>
                    <a:cubicBezTo>
                      <a:pt x="634" y="644"/>
                      <a:pt x="634" y="644"/>
                      <a:pt x="634" y="644"/>
                    </a:cubicBezTo>
                    <a:cubicBezTo>
                      <a:pt x="634" y="644"/>
                      <a:pt x="634" y="644"/>
                      <a:pt x="634" y="644"/>
                    </a:cubicBezTo>
                    <a:cubicBezTo>
                      <a:pt x="634" y="644"/>
                      <a:pt x="634" y="644"/>
                      <a:pt x="634" y="644"/>
                    </a:cubicBezTo>
                    <a:cubicBezTo>
                      <a:pt x="634" y="644"/>
                      <a:pt x="634" y="644"/>
                      <a:pt x="634" y="644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2"/>
                      <a:pt x="633" y="642"/>
                      <a:pt x="633" y="642"/>
                    </a:cubicBezTo>
                    <a:cubicBezTo>
                      <a:pt x="633" y="642"/>
                      <a:pt x="633" y="642"/>
                      <a:pt x="633" y="642"/>
                    </a:cubicBezTo>
                    <a:cubicBezTo>
                      <a:pt x="632" y="642"/>
                      <a:pt x="632" y="642"/>
                      <a:pt x="632" y="642"/>
                    </a:cubicBezTo>
                    <a:cubicBezTo>
                      <a:pt x="632" y="642"/>
                      <a:pt x="632" y="642"/>
                      <a:pt x="632" y="642"/>
                    </a:cubicBezTo>
                    <a:cubicBezTo>
                      <a:pt x="631" y="642"/>
                      <a:pt x="631" y="642"/>
                      <a:pt x="631" y="642"/>
                    </a:cubicBezTo>
                    <a:cubicBezTo>
                      <a:pt x="631" y="642"/>
                      <a:pt x="631" y="642"/>
                      <a:pt x="631" y="642"/>
                    </a:cubicBezTo>
                    <a:cubicBezTo>
                      <a:pt x="629" y="643"/>
                      <a:pt x="629" y="643"/>
                      <a:pt x="629" y="643"/>
                    </a:cubicBezTo>
                    <a:cubicBezTo>
                      <a:pt x="629" y="643"/>
                      <a:pt x="629" y="643"/>
                      <a:pt x="629" y="643"/>
                    </a:cubicBezTo>
                    <a:cubicBezTo>
                      <a:pt x="628" y="643"/>
                      <a:pt x="628" y="643"/>
                      <a:pt x="628" y="643"/>
                    </a:cubicBezTo>
                    <a:cubicBezTo>
                      <a:pt x="628" y="643"/>
                      <a:pt x="628" y="643"/>
                      <a:pt x="628" y="643"/>
                    </a:cubicBezTo>
                    <a:cubicBezTo>
                      <a:pt x="627" y="644"/>
                      <a:pt x="627" y="644"/>
                      <a:pt x="627" y="644"/>
                    </a:cubicBezTo>
                    <a:cubicBezTo>
                      <a:pt x="627" y="644"/>
                      <a:pt x="627" y="644"/>
                      <a:pt x="627" y="644"/>
                    </a:cubicBezTo>
                    <a:cubicBezTo>
                      <a:pt x="626" y="645"/>
                      <a:pt x="626" y="645"/>
                      <a:pt x="626" y="645"/>
                    </a:cubicBezTo>
                    <a:cubicBezTo>
                      <a:pt x="626" y="645"/>
                      <a:pt x="626" y="645"/>
                      <a:pt x="626" y="645"/>
                    </a:cubicBezTo>
                    <a:cubicBezTo>
                      <a:pt x="625" y="645"/>
                      <a:pt x="625" y="645"/>
                      <a:pt x="625" y="645"/>
                    </a:cubicBezTo>
                    <a:cubicBezTo>
                      <a:pt x="625" y="645"/>
                      <a:pt x="625" y="645"/>
                      <a:pt x="625" y="645"/>
                    </a:cubicBezTo>
                    <a:cubicBezTo>
                      <a:pt x="624" y="646"/>
                      <a:pt x="624" y="646"/>
                      <a:pt x="624" y="646"/>
                    </a:cubicBezTo>
                    <a:cubicBezTo>
                      <a:pt x="624" y="646"/>
                      <a:pt x="624" y="646"/>
                      <a:pt x="624" y="646"/>
                    </a:cubicBezTo>
                    <a:cubicBezTo>
                      <a:pt x="620" y="649"/>
                      <a:pt x="620" y="649"/>
                      <a:pt x="620" y="649"/>
                    </a:cubicBezTo>
                    <a:cubicBezTo>
                      <a:pt x="620" y="649"/>
                      <a:pt x="620" y="649"/>
                      <a:pt x="620" y="649"/>
                    </a:cubicBezTo>
                    <a:cubicBezTo>
                      <a:pt x="620" y="650"/>
                      <a:pt x="620" y="650"/>
                      <a:pt x="620" y="650"/>
                    </a:cubicBezTo>
                    <a:cubicBezTo>
                      <a:pt x="620" y="650"/>
                      <a:pt x="620" y="650"/>
                      <a:pt x="620" y="650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1" y="651"/>
                      <a:pt x="621" y="651"/>
                      <a:pt x="621" y="651"/>
                    </a:cubicBezTo>
                    <a:cubicBezTo>
                      <a:pt x="621" y="651"/>
                      <a:pt x="621" y="651"/>
                      <a:pt x="621" y="651"/>
                    </a:cubicBezTo>
                    <a:cubicBezTo>
                      <a:pt x="621" y="652"/>
                      <a:pt x="621" y="652"/>
                      <a:pt x="621" y="652"/>
                    </a:cubicBezTo>
                    <a:cubicBezTo>
                      <a:pt x="621" y="652"/>
                      <a:pt x="621" y="652"/>
                      <a:pt x="621" y="652"/>
                    </a:cubicBezTo>
                    <a:cubicBezTo>
                      <a:pt x="622" y="654"/>
                      <a:pt x="622" y="654"/>
                      <a:pt x="622" y="654"/>
                    </a:cubicBezTo>
                    <a:cubicBezTo>
                      <a:pt x="622" y="654"/>
                      <a:pt x="622" y="654"/>
                      <a:pt x="622" y="654"/>
                    </a:cubicBezTo>
                    <a:cubicBezTo>
                      <a:pt x="622" y="655"/>
                      <a:pt x="622" y="655"/>
                      <a:pt x="622" y="655"/>
                    </a:cubicBezTo>
                    <a:cubicBezTo>
                      <a:pt x="622" y="655"/>
                      <a:pt x="622" y="655"/>
                      <a:pt x="622" y="655"/>
                    </a:cubicBezTo>
                    <a:cubicBezTo>
                      <a:pt x="622" y="656"/>
                      <a:pt x="622" y="656"/>
                      <a:pt x="622" y="656"/>
                    </a:cubicBezTo>
                    <a:cubicBezTo>
                      <a:pt x="622" y="656"/>
                      <a:pt x="622" y="656"/>
                      <a:pt x="622" y="656"/>
                    </a:cubicBezTo>
                    <a:cubicBezTo>
                      <a:pt x="622" y="657"/>
                      <a:pt x="622" y="657"/>
                      <a:pt x="622" y="657"/>
                    </a:cubicBezTo>
                    <a:cubicBezTo>
                      <a:pt x="622" y="657"/>
                      <a:pt x="622" y="657"/>
                      <a:pt x="622" y="657"/>
                    </a:cubicBezTo>
                    <a:cubicBezTo>
                      <a:pt x="622" y="658"/>
                      <a:pt x="622" y="658"/>
                      <a:pt x="622" y="658"/>
                    </a:cubicBezTo>
                    <a:cubicBezTo>
                      <a:pt x="622" y="658"/>
                      <a:pt x="622" y="658"/>
                      <a:pt x="622" y="658"/>
                    </a:cubicBezTo>
                    <a:cubicBezTo>
                      <a:pt x="621" y="659"/>
                      <a:pt x="621" y="659"/>
                      <a:pt x="621" y="659"/>
                    </a:cubicBezTo>
                    <a:cubicBezTo>
                      <a:pt x="621" y="659"/>
                      <a:pt x="621" y="659"/>
                      <a:pt x="621" y="659"/>
                    </a:cubicBezTo>
                    <a:cubicBezTo>
                      <a:pt x="621" y="660"/>
                      <a:pt x="621" y="660"/>
                      <a:pt x="621" y="660"/>
                    </a:cubicBezTo>
                    <a:cubicBezTo>
                      <a:pt x="621" y="660"/>
                      <a:pt x="621" y="660"/>
                      <a:pt x="621" y="660"/>
                    </a:cubicBezTo>
                    <a:cubicBezTo>
                      <a:pt x="613" y="668"/>
                      <a:pt x="613" y="668"/>
                      <a:pt x="613" y="668"/>
                    </a:cubicBezTo>
                    <a:cubicBezTo>
                      <a:pt x="613" y="668"/>
                      <a:pt x="613" y="668"/>
                      <a:pt x="613" y="668"/>
                    </a:cubicBezTo>
                    <a:cubicBezTo>
                      <a:pt x="613" y="669"/>
                      <a:pt x="613" y="669"/>
                      <a:pt x="613" y="669"/>
                    </a:cubicBezTo>
                    <a:cubicBezTo>
                      <a:pt x="613" y="669"/>
                      <a:pt x="613" y="669"/>
                      <a:pt x="613" y="669"/>
                    </a:cubicBezTo>
                    <a:cubicBezTo>
                      <a:pt x="612" y="668"/>
                      <a:pt x="612" y="668"/>
                      <a:pt x="612" y="668"/>
                    </a:cubicBezTo>
                    <a:cubicBezTo>
                      <a:pt x="612" y="668"/>
                      <a:pt x="612" y="668"/>
                      <a:pt x="612" y="668"/>
                    </a:cubicBezTo>
                    <a:cubicBezTo>
                      <a:pt x="615" y="662"/>
                      <a:pt x="615" y="662"/>
                      <a:pt x="615" y="662"/>
                    </a:cubicBezTo>
                    <a:cubicBezTo>
                      <a:pt x="615" y="662"/>
                      <a:pt x="615" y="662"/>
                      <a:pt x="615" y="662"/>
                    </a:cubicBezTo>
                    <a:cubicBezTo>
                      <a:pt x="614" y="662"/>
                      <a:pt x="614" y="662"/>
                      <a:pt x="614" y="662"/>
                    </a:cubicBezTo>
                    <a:cubicBezTo>
                      <a:pt x="614" y="662"/>
                      <a:pt x="614" y="662"/>
                      <a:pt x="614" y="662"/>
                    </a:cubicBezTo>
                    <a:cubicBezTo>
                      <a:pt x="614" y="662"/>
                      <a:pt x="614" y="662"/>
                      <a:pt x="614" y="662"/>
                    </a:cubicBezTo>
                    <a:cubicBezTo>
                      <a:pt x="614" y="662"/>
                      <a:pt x="614" y="662"/>
                      <a:pt x="614" y="662"/>
                    </a:cubicBezTo>
                    <a:cubicBezTo>
                      <a:pt x="613" y="662"/>
                      <a:pt x="613" y="662"/>
                      <a:pt x="613" y="662"/>
                    </a:cubicBezTo>
                    <a:cubicBezTo>
                      <a:pt x="613" y="662"/>
                      <a:pt x="613" y="662"/>
                      <a:pt x="613" y="662"/>
                    </a:cubicBezTo>
                    <a:cubicBezTo>
                      <a:pt x="613" y="662"/>
                      <a:pt x="613" y="662"/>
                      <a:pt x="613" y="662"/>
                    </a:cubicBezTo>
                    <a:cubicBezTo>
                      <a:pt x="613" y="662"/>
                      <a:pt x="613" y="662"/>
                      <a:pt x="613" y="662"/>
                    </a:cubicBezTo>
                    <a:cubicBezTo>
                      <a:pt x="612" y="662"/>
                      <a:pt x="612" y="662"/>
                      <a:pt x="612" y="662"/>
                    </a:cubicBezTo>
                    <a:cubicBezTo>
                      <a:pt x="612" y="662"/>
                      <a:pt x="612" y="662"/>
                      <a:pt x="612" y="662"/>
                    </a:cubicBezTo>
                    <a:cubicBezTo>
                      <a:pt x="612" y="662"/>
                      <a:pt x="612" y="662"/>
                      <a:pt x="612" y="662"/>
                    </a:cubicBezTo>
                    <a:cubicBezTo>
                      <a:pt x="612" y="662"/>
                      <a:pt x="612" y="662"/>
                      <a:pt x="612" y="662"/>
                    </a:cubicBezTo>
                    <a:cubicBezTo>
                      <a:pt x="611" y="662"/>
                      <a:pt x="611" y="662"/>
                      <a:pt x="611" y="662"/>
                    </a:cubicBezTo>
                    <a:cubicBezTo>
                      <a:pt x="611" y="662"/>
                      <a:pt x="611" y="662"/>
                      <a:pt x="611" y="662"/>
                    </a:cubicBezTo>
                    <a:cubicBezTo>
                      <a:pt x="611" y="662"/>
                      <a:pt x="611" y="662"/>
                      <a:pt x="611" y="662"/>
                    </a:cubicBezTo>
                    <a:cubicBezTo>
                      <a:pt x="611" y="662"/>
                      <a:pt x="611" y="662"/>
                      <a:pt x="611" y="662"/>
                    </a:cubicBezTo>
                    <a:cubicBezTo>
                      <a:pt x="605" y="670"/>
                      <a:pt x="605" y="670"/>
                      <a:pt x="605" y="670"/>
                    </a:cubicBezTo>
                    <a:cubicBezTo>
                      <a:pt x="605" y="670"/>
                      <a:pt x="605" y="670"/>
                      <a:pt x="605" y="670"/>
                    </a:cubicBezTo>
                    <a:cubicBezTo>
                      <a:pt x="604" y="670"/>
                      <a:pt x="604" y="670"/>
                      <a:pt x="604" y="670"/>
                    </a:cubicBezTo>
                    <a:cubicBezTo>
                      <a:pt x="604" y="670"/>
                      <a:pt x="604" y="670"/>
                      <a:pt x="604" y="670"/>
                    </a:cubicBezTo>
                    <a:cubicBezTo>
                      <a:pt x="603" y="670"/>
                      <a:pt x="603" y="670"/>
                      <a:pt x="603" y="670"/>
                    </a:cubicBezTo>
                    <a:cubicBezTo>
                      <a:pt x="603" y="670"/>
                      <a:pt x="603" y="670"/>
                      <a:pt x="603" y="670"/>
                    </a:cubicBezTo>
                    <a:cubicBezTo>
                      <a:pt x="603" y="669"/>
                      <a:pt x="603" y="669"/>
                      <a:pt x="603" y="669"/>
                    </a:cubicBezTo>
                    <a:cubicBezTo>
                      <a:pt x="603" y="669"/>
                      <a:pt x="603" y="669"/>
                      <a:pt x="603" y="669"/>
                    </a:cubicBezTo>
                    <a:cubicBezTo>
                      <a:pt x="603" y="668"/>
                      <a:pt x="603" y="668"/>
                      <a:pt x="603" y="668"/>
                    </a:cubicBezTo>
                    <a:cubicBezTo>
                      <a:pt x="603" y="668"/>
                      <a:pt x="603" y="668"/>
                      <a:pt x="603" y="668"/>
                    </a:cubicBezTo>
                    <a:cubicBezTo>
                      <a:pt x="604" y="668"/>
                      <a:pt x="604" y="668"/>
                      <a:pt x="604" y="668"/>
                    </a:cubicBezTo>
                    <a:cubicBezTo>
                      <a:pt x="604" y="668"/>
                      <a:pt x="604" y="668"/>
                      <a:pt x="604" y="668"/>
                    </a:cubicBezTo>
                    <a:cubicBezTo>
                      <a:pt x="604" y="667"/>
                      <a:pt x="604" y="667"/>
                      <a:pt x="604" y="667"/>
                    </a:cubicBezTo>
                    <a:cubicBezTo>
                      <a:pt x="604" y="667"/>
                      <a:pt x="604" y="667"/>
                      <a:pt x="604" y="667"/>
                    </a:cubicBezTo>
                    <a:cubicBezTo>
                      <a:pt x="604" y="667"/>
                      <a:pt x="604" y="667"/>
                      <a:pt x="604" y="667"/>
                    </a:cubicBezTo>
                    <a:cubicBezTo>
                      <a:pt x="604" y="667"/>
                      <a:pt x="604" y="667"/>
                      <a:pt x="604" y="667"/>
                    </a:cubicBezTo>
                    <a:cubicBezTo>
                      <a:pt x="605" y="666"/>
                      <a:pt x="605" y="666"/>
                      <a:pt x="605" y="666"/>
                    </a:cubicBezTo>
                    <a:cubicBezTo>
                      <a:pt x="605" y="666"/>
                      <a:pt x="605" y="666"/>
                      <a:pt x="605" y="666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6" y="664"/>
                      <a:pt x="606" y="664"/>
                      <a:pt x="606" y="664"/>
                    </a:cubicBezTo>
                    <a:cubicBezTo>
                      <a:pt x="606" y="664"/>
                      <a:pt x="606" y="664"/>
                      <a:pt x="606" y="664"/>
                    </a:cubicBezTo>
                    <a:cubicBezTo>
                      <a:pt x="606" y="664"/>
                      <a:pt x="606" y="664"/>
                      <a:pt x="606" y="664"/>
                    </a:cubicBezTo>
                    <a:cubicBezTo>
                      <a:pt x="606" y="664"/>
                      <a:pt x="606" y="664"/>
                      <a:pt x="606" y="664"/>
                    </a:cubicBezTo>
                    <a:cubicBezTo>
                      <a:pt x="606" y="664"/>
                      <a:pt x="606" y="664"/>
                      <a:pt x="606" y="664"/>
                    </a:cubicBezTo>
                    <a:cubicBezTo>
                      <a:pt x="606" y="664"/>
                      <a:pt x="606" y="664"/>
                      <a:pt x="606" y="664"/>
                    </a:cubicBezTo>
                    <a:cubicBezTo>
                      <a:pt x="607" y="663"/>
                      <a:pt x="607" y="663"/>
                      <a:pt x="607" y="663"/>
                    </a:cubicBezTo>
                    <a:cubicBezTo>
                      <a:pt x="607" y="663"/>
                      <a:pt x="607" y="663"/>
                      <a:pt x="607" y="663"/>
                    </a:cubicBezTo>
                    <a:cubicBezTo>
                      <a:pt x="607" y="663"/>
                      <a:pt x="607" y="663"/>
                      <a:pt x="607" y="663"/>
                    </a:cubicBezTo>
                    <a:cubicBezTo>
                      <a:pt x="607" y="663"/>
                      <a:pt x="607" y="663"/>
                      <a:pt x="607" y="663"/>
                    </a:cubicBezTo>
                    <a:cubicBezTo>
                      <a:pt x="607" y="662"/>
                      <a:pt x="607" y="662"/>
                      <a:pt x="607" y="662"/>
                    </a:cubicBezTo>
                    <a:cubicBezTo>
                      <a:pt x="607" y="662"/>
                      <a:pt x="607" y="662"/>
                      <a:pt x="607" y="662"/>
                    </a:cubicBezTo>
                    <a:cubicBezTo>
                      <a:pt x="607" y="662"/>
                      <a:pt x="607" y="662"/>
                      <a:pt x="607" y="662"/>
                    </a:cubicBezTo>
                    <a:cubicBezTo>
                      <a:pt x="607" y="662"/>
                      <a:pt x="607" y="662"/>
                      <a:pt x="607" y="662"/>
                    </a:cubicBezTo>
                    <a:cubicBezTo>
                      <a:pt x="607" y="661"/>
                      <a:pt x="607" y="661"/>
                      <a:pt x="607" y="661"/>
                    </a:cubicBezTo>
                    <a:cubicBezTo>
                      <a:pt x="607" y="661"/>
                      <a:pt x="607" y="661"/>
                      <a:pt x="607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0"/>
                      <a:pt x="606" y="660"/>
                      <a:pt x="606" y="660"/>
                    </a:cubicBezTo>
                    <a:cubicBezTo>
                      <a:pt x="606" y="660"/>
                      <a:pt x="606" y="660"/>
                      <a:pt x="606" y="660"/>
                    </a:cubicBezTo>
                    <a:cubicBezTo>
                      <a:pt x="604" y="661"/>
                      <a:pt x="604" y="661"/>
                      <a:pt x="604" y="661"/>
                    </a:cubicBezTo>
                    <a:cubicBezTo>
                      <a:pt x="604" y="661"/>
                      <a:pt x="604" y="661"/>
                      <a:pt x="604" y="661"/>
                    </a:cubicBezTo>
                    <a:cubicBezTo>
                      <a:pt x="602" y="662"/>
                      <a:pt x="602" y="662"/>
                      <a:pt x="602" y="662"/>
                    </a:cubicBezTo>
                    <a:cubicBezTo>
                      <a:pt x="602" y="662"/>
                      <a:pt x="602" y="662"/>
                      <a:pt x="602" y="662"/>
                    </a:cubicBezTo>
                    <a:cubicBezTo>
                      <a:pt x="601" y="663"/>
                      <a:pt x="601" y="663"/>
                      <a:pt x="601" y="663"/>
                    </a:cubicBezTo>
                    <a:cubicBezTo>
                      <a:pt x="601" y="663"/>
                      <a:pt x="601" y="663"/>
                      <a:pt x="601" y="663"/>
                    </a:cubicBezTo>
                    <a:cubicBezTo>
                      <a:pt x="600" y="663"/>
                      <a:pt x="600" y="663"/>
                      <a:pt x="600" y="663"/>
                    </a:cubicBezTo>
                    <a:cubicBezTo>
                      <a:pt x="600" y="663"/>
                      <a:pt x="600" y="663"/>
                      <a:pt x="600" y="663"/>
                    </a:cubicBezTo>
                    <a:cubicBezTo>
                      <a:pt x="598" y="665"/>
                      <a:pt x="598" y="665"/>
                      <a:pt x="598" y="665"/>
                    </a:cubicBezTo>
                    <a:cubicBezTo>
                      <a:pt x="598" y="665"/>
                      <a:pt x="598" y="665"/>
                      <a:pt x="598" y="665"/>
                    </a:cubicBezTo>
                    <a:cubicBezTo>
                      <a:pt x="597" y="666"/>
                      <a:pt x="597" y="666"/>
                      <a:pt x="597" y="666"/>
                    </a:cubicBezTo>
                    <a:cubicBezTo>
                      <a:pt x="597" y="666"/>
                      <a:pt x="597" y="666"/>
                      <a:pt x="597" y="666"/>
                    </a:cubicBezTo>
                    <a:cubicBezTo>
                      <a:pt x="595" y="667"/>
                      <a:pt x="595" y="667"/>
                      <a:pt x="595" y="667"/>
                    </a:cubicBezTo>
                    <a:cubicBezTo>
                      <a:pt x="595" y="667"/>
                      <a:pt x="595" y="667"/>
                      <a:pt x="595" y="667"/>
                    </a:cubicBezTo>
                    <a:cubicBezTo>
                      <a:pt x="595" y="668"/>
                      <a:pt x="595" y="668"/>
                      <a:pt x="595" y="668"/>
                    </a:cubicBezTo>
                    <a:cubicBezTo>
                      <a:pt x="595" y="668"/>
                      <a:pt x="595" y="668"/>
                      <a:pt x="595" y="668"/>
                    </a:cubicBezTo>
                    <a:cubicBezTo>
                      <a:pt x="594" y="669"/>
                      <a:pt x="594" y="669"/>
                      <a:pt x="594" y="669"/>
                    </a:cubicBezTo>
                    <a:cubicBezTo>
                      <a:pt x="594" y="669"/>
                      <a:pt x="594" y="669"/>
                      <a:pt x="594" y="669"/>
                    </a:cubicBezTo>
                    <a:cubicBezTo>
                      <a:pt x="594" y="669"/>
                      <a:pt x="594" y="669"/>
                      <a:pt x="594" y="669"/>
                    </a:cubicBezTo>
                    <a:cubicBezTo>
                      <a:pt x="594" y="669"/>
                      <a:pt x="594" y="669"/>
                      <a:pt x="594" y="669"/>
                    </a:cubicBezTo>
                    <a:cubicBezTo>
                      <a:pt x="594" y="670"/>
                      <a:pt x="594" y="670"/>
                      <a:pt x="594" y="670"/>
                    </a:cubicBezTo>
                    <a:cubicBezTo>
                      <a:pt x="594" y="670"/>
                      <a:pt x="594" y="670"/>
                      <a:pt x="594" y="670"/>
                    </a:cubicBezTo>
                    <a:cubicBezTo>
                      <a:pt x="594" y="670"/>
                      <a:pt x="594" y="670"/>
                      <a:pt x="594" y="670"/>
                    </a:cubicBezTo>
                    <a:cubicBezTo>
                      <a:pt x="594" y="670"/>
                      <a:pt x="594" y="670"/>
                      <a:pt x="594" y="670"/>
                    </a:cubicBezTo>
                    <a:cubicBezTo>
                      <a:pt x="594" y="671"/>
                      <a:pt x="594" y="671"/>
                      <a:pt x="594" y="671"/>
                    </a:cubicBezTo>
                    <a:cubicBezTo>
                      <a:pt x="594" y="671"/>
                      <a:pt x="594" y="671"/>
                      <a:pt x="594" y="671"/>
                    </a:cubicBezTo>
                    <a:cubicBezTo>
                      <a:pt x="594" y="671"/>
                      <a:pt x="594" y="671"/>
                      <a:pt x="594" y="671"/>
                    </a:cubicBezTo>
                    <a:cubicBezTo>
                      <a:pt x="594" y="671"/>
                      <a:pt x="594" y="671"/>
                      <a:pt x="594" y="671"/>
                    </a:cubicBezTo>
                    <a:cubicBezTo>
                      <a:pt x="594" y="672"/>
                      <a:pt x="594" y="672"/>
                      <a:pt x="594" y="672"/>
                    </a:cubicBezTo>
                    <a:cubicBezTo>
                      <a:pt x="594" y="672"/>
                      <a:pt x="594" y="672"/>
                      <a:pt x="594" y="672"/>
                    </a:cubicBezTo>
                    <a:cubicBezTo>
                      <a:pt x="594" y="672"/>
                      <a:pt x="594" y="672"/>
                      <a:pt x="594" y="672"/>
                    </a:cubicBezTo>
                    <a:cubicBezTo>
                      <a:pt x="594" y="672"/>
                      <a:pt x="594" y="672"/>
                      <a:pt x="594" y="672"/>
                    </a:cubicBezTo>
                    <a:cubicBezTo>
                      <a:pt x="593" y="672"/>
                      <a:pt x="593" y="672"/>
                      <a:pt x="593" y="672"/>
                    </a:cubicBezTo>
                    <a:cubicBezTo>
                      <a:pt x="593" y="672"/>
                      <a:pt x="593" y="672"/>
                      <a:pt x="593" y="672"/>
                    </a:cubicBezTo>
                    <a:cubicBezTo>
                      <a:pt x="593" y="672"/>
                      <a:pt x="593" y="672"/>
                      <a:pt x="593" y="672"/>
                    </a:cubicBezTo>
                    <a:cubicBezTo>
                      <a:pt x="593" y="672"/>
                      <a:pt x="593" y="672"/>
                      <a:pt x="593" y="672"/>
                    </a:cubicBezTo>
                    <a:cubicBezTo>
                      <a:pt x="592" y="673"/>
                      <a:pt x="592" y="673"/>
                      <a:pt x="592" y="673"/>
                    </a:cubicBezTo>
                    <a:cubicBezTo>
                      <a:pt x="592" y="673"/>
                      <a:pt x="592" y="673"/>
                      <a:pt x="592" y="673"/>
                    </a:cubicBezTo>
                    <a:cubicBezTo>
                      <a:pt x="592" y="673"/>
                      <a:pt x="592" y="673"/>
                      <a:pt x="592" y="673"/>
                    </a:cubicBezTo>
                    <a:cubicBezTo>
                      <a:pt x="592" y="673"/>
                      <a:pt x="592" y="673"/>
                      <a:pt x="592" y="673"/>
                    </a:cubicBezTo>
                    <a:cubicBezTo>
                      <a:pt x="592" y="673"/>
                      <a:pt x="592" y="673"/>
                      <a:pt x="592" y="673"/>
                    </a:cubicBezTo>
                    <a:cubicBezTo>
                      <a:pt x="592" y="673"/>
                      <a:pt x="592" y="673"/>
                      <a:pt x="592" y="673"/>
                    </a:cubicBezTo>
                    <a:cubicBezTo>
                      <a:pt x="591" y="673"/>
                      <a:pt x="591" y="673"/>
                      <a:pt x="591" y="673"/>
                    </a:cubicBezTo>
                    <a:cubicBezTo>
                      <a:pt x="591" y="673"/>
                      <a:pt x="591" y="673"/>
                      <a:pt x="591" y="673"/>
                    </a:cubicBezTo>
                    <a:cubicBezTo>
                      <a:pt x="591" y="673"/>
                      <a:pt x="591" y="673"/>
                      <a:pt x="591" y="673"/>
                    </a:cubicBezTo>
                    <a:cubicBezTo>
                      <a:pt x="591" y="673"/>
                      <a:pt x="591" y="673"/>
                      <a:pt x="591" y="673"/>
                    </a:cubicBezTo>
                    <a:cubicBezTo>
                      <a:pt x="590" y="673"/>
                      <a:pt x="590" y="673"/>
                      <a:pt x="590" y="673"/>
                    </a:cubicBezTo>
                    <a:cubicBezTo>
                      <a:pt x="590" y="673"/>
                      <a:pt x="590" y="673"/>
                      <a:pt x="590" y="673"/>
                    </a:cubicBezTo>
                    <a:cubicBezTo>
                      <a:pt x="590" y="671"/>
                      <a:pt x="590" y="671"/>
                      <a:pt x="590" y="671"/>
                    </a:cubicBezTo>
                    <a:cubicBezTo>
                      <a:pt x="590" y="671"/>
                      <a:pt x="590" y="671"/>
                      <a:pt x="590" y="671"/>
                    </a:cubicBezTo>
                    <a:cubicBezTo>
                      <a:pt x="589" y="669"/>
                      <a:pt x="589" y="669"/>
                      <a:pt x="589" y="669"/>
                    </a:cubicBezTo>
                    <a:cubicBezTo>
                      <a:pt x="589" y="669"/>
                      <a:pt x="589" y="669"/>
                      <a:pt x="589" y="669"/>
                    </a:cubicBezTo>
                    <a:cubicBezTo>
                      <a:pt x="588" y="668"/>
                      <a:pt x="588" y="668"/>
                      <a:pt x="588" y="668"/>
                    </a:cubicBezTo>
                    <a:cubicBezTo>
                      <a:pt x="588" y="668"/>
                      <a:pt x="588" y="668"/>
                      <a:pt x="588" y="668"/>
                    </a:cubicBezTo>
                    <a:cubicBezTo>
                      <a:pt x="587" y="666"/>
                      <a:pt x="587" y="666"/>
                      <a:pt x="587" y="666"/>
                    </a:cubicBezTo>
                    <a:cubicBezTo>
                      <a:pt x="587" y="666"/>
                      <a:pt x="587" y="666"/>
                      <a:pt x="587" y="666"/>
                    </a:cubicBezTo>
                    <a:cubicBezTo>
                      <a:pt x="586" y="664"/>
                      <a:pt x="586" y="664"/>
                      <a:pt x="586" y="664"/>
                    </a:cubicBezTo>
                    <a:cubicBezTo>
                      <a:pt x="586" y="664"/>
                      <a:pt x="586" y="664"/>
                      <a:pt x="586" y="664"/>
                    </a:cubicBezTo>
                    <a:cubicBezTo>
                      <a:pt x="585" y="662"/>
                      <a:pt x="585" y="662"/>
                      <a:pt x="585" y="662"/>
                    </a:cubicBezTo>
                    <a:cubicBezTo>
                      <a:pt x="585" y="662"/>
                      <a:pt x="585" y="662"/>
                      <a:pt x="585" y="662"/>
                    </a:cubicBezTo>
                    <a:cubicBezTo>
                      <a:pt x="584" y="661"/>
                      <a:pt x="584" y="661"/>
                      <a:pt x="584" y="661"/>
                    </a:cubicBezTo>
                    <a:cubicBezTo>
                      <a:pt x="584" y="661"/>
                      <a:pt x="584" y="661"/>
                      <a:pt x="584" y="661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4" y="659"/>
                      <a:pt x="584" y="659"/>
                      <a:pt x="584" y="659"/>
                    </a:cubicBezTo>
                    <a:cubicBezTo>
                      <a:pt x="584" y="659"/>
                      <a:pt x="584" y="659"/>
                      <a:pt x="584" y="659"/>
                    </a:cubicBezTo>
                    <a:cubicBezTo>
                      <a:pt x="584" y="658"/>
                      <a:pt x="584" y="658"/>
                      <a:pt x="584" y="658"/>
                    </a:cubicBezTo>
                    <a:cubicBezTo>
                      <a:pt x="584" y="658"/>
                      <a:pt x="584" y="658"/>
                      <a:pt x="584" y="658"/>
                    </a:cubicBezTo>
                    <a:cubicBezTo>
                      <a:pt x="584" y="658"/>
                      <a:pt x="584" y="658"/>
                      <a:pt x="584" y="658"/>
                    </a:cubicBezTo>
                    <a:cubicBezTo>
                      <a:pt x="584" y="658"/>
                      <a:pt x="584" y="658"/>
                      <a:pt x="584" y="658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6" y="658"/>
                      <a:pt x="586" y="658"/>
                      <a:pt x="586" y="658"/>
                    </a:cubicBezTo>
                    <a:cubicBezTo>
                      <a:pt x="586" y="658"/>
                      <a:pt x="586" y="658"/>
                      <a:pt x="586" y="658"/>
                    </a:cubicBezTo>
                    <a:cubicBezTo>
                      <a:pt x="586" y="658"/>
                      <a:pt x="586" y="658"/>
                      <a:pt x="586" y="658"/>
                    </a:cubicBezTo>
                    <a:cubicBezTo>
                      <a:pt x="586" y="658"/>
                      <a:pt x="586" y="658"/>
                      <a:pt x="586" y="658"/>
                    </a:cubicBezTo>
                    <a:cubicBezTo>
                      <a:pt x="587" y="658"/>
                      <a:pt x="587" y="658"/>
                      <a:pt x="587" y="658"/>
                    </a:cubicBezTo>
                    <a:cubicBezTo>
                      <a:pt x="587" y="658"/>
                      <a:pt x="587" y="658"/>
                      <a:pt x="587" y="658"/>
                    </a:cubicBezTo>
                    <a:cubicBezTo>
                      <a:pt x="588" y="658"/>
                      <a:pt x="588" y="658"/>
                      <a:pt x="588" y="658"/>
                    </a:cubicBezTo>
                    <a:cubicBezTo>
                      <a:pt x="588" y="658"/>
                      <a:pt x="588" y="658"/>
                      <a:pt x="588" y="658"/>
                    </a:cubicBezTo>
                    <a:cubicBezTo>
                      <a:pt x="594" y="665"/>
                      <a:pt x="594" y="665"/>
                      <a:pt x="594" y="665"/>
                    </a:cubicBezTo>
                    <a:cubicBezTo>
                      <a:pt x="594" y="665"/>
                      <a:pt x="594" y="665"/>
                      <a:pt x="594" y="665"/>
                    </a:cubicBezTo>
                    <a:cubicBezTo>
                      <a:pt x="594" y="665"/>
                      <a:pt x="594" y="665"/>
                      <a:pt x="594" y="665"/>
                    </a:cubicBezTo>
                    <a:cubicBezTo>
                      <a:pt x="594" y="665"/>
                      <a:pt x="594" y="665"/>
                      <a:pt x="594" y="665"/>
                    </a:cubicBezTo>
                    <a:cubicBezTo>
                      <a:pt x="594" y="665"/>
                      <a:pt x="594" y="665"/>
                      <a:pt x="594" y="665"/>
                    </a:cubicBezTo>
                    <a:cubicBezTo>
                      <a:pt x="594" y="665"/>
                      <a:pt x="594" y="665"/>
                      <a:pt x="594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6" y="664"/>
                      <a:pt x="596" y="664"/>
                      <a:pt x="596" y="664"/>
                    </a:cubicBezTo>
                    <a:cubicBezTo>
                      <a:pt x="596" y="664"/>
                      <a:pt x="596" y="664"/>
                      <a:pt x="596" y="664"/>
                    </a:cubicBezTo>
                    <a:cubicBezTo>
                      <a:pt x="596" y="664"/>
                      <a:pt x="596" y="664"/>
                      <a:pt x="596" y="664"/>
                    </a:cubicBezTo>
                    <a:cubicBezTo>
                      <a:pt x="596" y="664"/>
                      <a:pt x="596" y="664"/>
                      <a:pt x="596" y="664"/>
                    </a:cubicBezTo>
                    <a:cubicBezTo>
                      <a:pt x="594" y="656"/>
                      <a:pt x="594" y="656"/>
                      <a:pt x="594" y="656"/>
                    </a:cubicBezTo>
                    <a:cubicBezTo>
                      <a:pt x="594" y="656"/>
                      <a:pt x="594" y="656"/>
                      <a:pt x="594" y="656"/>
                    </a:cubicBezTo>
                    <a:cubicBezTo>
                      <a:pt x="588" y="647"/>
                      <a:pt x="588" y="647"/>
                      <a:pt x="588" y="647"/>
                    </a:cubicBezTo>
                    <a:cubicBezTo>
                      <a:pt x="588" y="647"/>
                      <a:pt x="588" y="647"/>
                      <a:pt x="588" y="647"/>
                    </a:cubicBezTo>
                    <a:cubicBezTo>
                      <a:pt x="588" y="647"/>
                      <a:pt x="588" y="647"/>
                      <a:pt x="588" y="647"/>
                    </a:cubicBezTo>
                    <a:cubicBezTo>
                      <a:pt x="588" y="647"/>
                      <a:pt x="588" y="647"/>
                      <a:pt x="588" y="647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7" y="645"/>
                      <a:pt x="587" y="645"/>
                      <a:pt x="587" y="645"/>
                    </a:cubicBezTo>
                    <a:cubicBezTo>
                      <a:pt x="587" y="645"/>
                      <a:pt x="587" y="645"/>
                      <a:pt x="587" y="645"/>
                    </a:cubicBezTo>
                    <a:cubicBezTo>
                      <a:pt x="586" y="644"/>
                      <a:pt x="586" y="644"/>
                      <a:pt x="586" y="644"/>
                    </a:cubicBezTo>
                    <a:cubicBezTo>
                      <a:pt x="586" y="644"/>
                      <a:pt x="586" y="644"/>
                      <a:pt x="586" y="644"/>
                    </a:cubicBezTo>
                    <a:cubicBezTo>
                      <a:pt x="585" y="643"/>
                      <a:pt x="585" y="643"/>
                      <a:pt x="585" y="643"/>
                    </a:cubicBezTo>
                    <a:cubicBezTo>
                      <a:pt x="585" y="643"/>
                      <a:pt x="585" y="643"/>
                      <a:pt x="585" y="643"/>
                    </a:cubicBezTo>
                    <a:cubicBezTo>
                      <a:pt x="585" y="643"/>
                      <a:pt x="585" y="643"/>
                      <a:pt x="585" y="643"/>
                    </a:cubicBezTo>
                    <a:cubicBezTo>
                      <a:pt x="585" y="643"/>
                      <a:pt x="585" y="643"/>
                      <a:pt x="585" y="643"/>
                    </a:cubicBezTo>
                    <a:cubicBezTo>
                      <a:pt x="585" y="642"/>
                      <a:pt x="585" y="642"/>
                      <a:pt x="585" y="642"/>
                    </a:cubicBezTo>
                    <a:cubicBezTo>
                      <a:pt x="585" y="642"/>
                      <a:pt x="585" y="642"/>
                      <a:pt x="585" y="642"/>
                    </a:cubicBezTo>
                    <a:cubicBezTo>
                      <a:pt x="585" y="641"/>
                      <a:pt x="585" y="641"/>
                      <a:pt x="585" y="641"/>
                    </a:cubicBezTo>
                    <a:cubicBezTo>
                      <a:pt x="585" y="641"/>
                      <a:pt x="585" y="641"/>
                      <a:pt x="585" y="641"/>
                    </a:cubicBezTo>
                    <a:cubicBezTo>
                      <a:pt x="585" y="640"/>
                      <a:pt x="585" y="640"/>
                      <a:pt x="585" y="640"/>
                    </a:cubicBezTo>
                    <a:cubicBezTo>
                      <a:pt x="585" y="640"/>
                      <a:pt x="585" y="640"/>
                      <a:pt x="585" y="640"/>
                    </a:cubicBezTo>
                    <a:cubicBezTo>
                      <a:pt x="585" y="639"/>
                      <a:pt x="585" y="639"/>
                      <a:pt x="585" y="639"/>
                    </a:cubicBezTo>
                    <a:cubicBezTo>
                      <a:pt x="585" y="639"/>
                      <a:pt x="585" y="639"/>
                      <a:pt x="585" y="639"/>
                    </a:cubicBezTo>
                    <a:cubicBezTo>
                      <a:pt x="587" y="639"/>
                      <a:pt x="587" y="639"/>
                      <a:pt x="587" y="639"/>
                    </a:cubicBezTo>
                    <a:cubicBezTo>
                      <a:pt x="587" y="639"/>
                      <a:pt x="587" y="639"/>
                      <a:pt x="587" y="639"/>
                    </a:cubicBezTo>
                    <a:cubicBezTo>
                      <a:pt x="588" y="640"/>
                      <a:pt x="588" y="640"/>
                      <a:pt x="588" y="640"/>
                    </a:cubicBezTo>
                    <a:cubicBezTo>
                      <a:pt x="588" y="640"/>
                      <a:pt x="588" y="640"/>
                      <a:pt x="588" y="640"/>
                    </a:cubicBezTo>
                    <a:cubicBezTo>
                      <a:pt x="588" y="640"/>
                      <a:pt x="588" y="640"/>
                      <a:pt x="588" y="640"/>
                    </a:cubicBezTo>
                    <a:cubicBezTo>
                      <a:pt x="588" y="640"/>
                      <a:pt x="588" y="640"/>
                      <a:pt x="588" y="640"/>
                    </a:cubicBezTo>
                    <a:cubicBezTo>
                      <a:pt x="589" y="640"/>
                      <a:pt x="589" y="640"/>
                      <a:pt x="589" y="640"/>
                    </a:cubicBezTo>
                    <a:cubicBezTo>
                      <a:pt x="589" y="640"/>
                      <a:pt x="589" y="640"/>
                      <a:pt x="589" y="640"/>
                    </a:cubicBezTo>
                    <a:cubicBezTo>
                      <a:pt x="590" y="641"/>
                      <a:pt x="590" y="641"/>
                      <a:pt x="590" y="641"/>
                    </a:cubicBezTo>
                    <a:cubicBezTo>
                      <a:pt x="590" y="641"/>
                      <a:pt x="590" y="641"/>
                      <a:pt x="590" y="641"/>
                    </a:cubicBezTo>
                    <a:cubicBezTo>
                      <a:pt x="590" y="641"/>
                      <a:pt x="590" y="641"/>
                      <a:pt x="590" y="641"/>
                    </a:cubicBezTo>
                    <a:cubicBezTo>
                      <a:pt x="590" y="641"/>
                      <a:pt x="590" y="641"/>
                      <a:pt x="590" y="641"/>
                    </a:cubicBezTo>
                    <a:cubicBezTo>
                      <a:pt x="591" y="642"/>
                      <a:pt x="591" y="642"/>
                      <a:pt x="591" y="642"/>
                    </a:cubicBezTo>
                    <a:cubicBezTo>
                      <a:pt x="591" y="642"/>
                      <a:pt x="591" y="642"/>
                      <a:pt x="591" y="642"/>
                    </a:cubicBezTo>
                    <a:cubicBezTo>
                      <a:pt x="592" y="642"/>
                      <a:pt x="592" y="642"/>
                      <a:pt x="592" y="642"/>
                    </a:cubicBezTo>
                    <a:cubicBezTo>
                      <a:pt x="592" y="642"/>
                      <a:pt x="592" y="642"/>
                      <a:pt x="592" y="642"/>
                    </a:cubicBezTo>
                    <a:cubicBezTo>
                      <a:pt x="592" y="643"/>
                      <a:pt x="592" y="643"/>
                      <a:pt x="592" y="643"/>
                    </a:cubicBezTo>
                    <a:cubicBezTo>
                      <a:pt x="592" y="643"/>
                      <a:pt x="592" y="643"/>
                      <a:pt x="592" y="643"/>
                    </a:cubicBezTo>
                    <a:cubicBezTo>
                      <a:pt x="592" y="643"/>
                      <a:pt x="592" y="643"/>
                      <a:pt x="592" y="643"/>
                    </a:cubicBezTo>
                    <a:cubicBezTo>
                      <a:pt x="592" y="643"/>
                      <a:pt x="592" y="643"/>
                      <a:pt x="592" y="643"/>
                    </a:cubicBezTo>
                    <a:cubicBezTo>
                      <a:pt x="593" y="644"/>
                      <a:pt x="593" y="644"/>
                      <a:pt x="593" y="644"/>
                    </a:cubicBezTo>
                    <a:cubicBezTo>
                      <a:pt x="593" y="644"/>
                      <a:pt x="593" y="644"/>
                      <a:pt x="593" y="644"/>
                    </a:cubicBezTo>
                    <a:cubicBezTo>
                      <a:pt x="593" y="644"/>
                      <a:pt x="593" y="644"/>
                      <a:pt x="593" y="644"/>
                    </a:cubicBezTo>
                    <a:cubicBezTo>
                      <a:pt x="593" y="644"/>
                      <a:pt x="593" y="644"/>
                      <a:pt x="593" y="644"/>
                    </a:cubicBezTo>
                    <a:cubicBezTo>
                      <a:pt x="593" y="644"/>
                      <a:pt x="593" y="644"/>
                      <a:pt x="593" y="644"/>
                    </a:cubicBezTo>
                    <a:cubicBezTo>
                      <a:pt x="593" y="644"/>
                      <a:pt x="593" y="644"/>
                      <a:pt x="593" y="644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4" y="646"/>
                      <a:pt x="594" y="646"/>
                      <a:pt x="594" y="646"/>
                    </a:cubicBezTo>
                    <a:cubicBezTo>
                      <a:pt x="594" y="646"/>
                      <a:pt x="594" y="646"/>
                      <a:pt x="594" y="646"/>
                    </a:cubicBezTo>
                    <a:cubicBezTo>
                      <a:pt x="594" y="646"/>
                      <a:pt x="594" y="646"/>
                      <a:pt x="594" y="646"/>
                    </a:cubicBezTo>
                    <a:cubicBezTo>
                      <a:pt x="594" y="646"/>
                      <a:pt x="594" y="646"/>
                      <a:pt x="594" y="646"/>
                    </a:cubicBezTo>
                    <a:cubicBezTo>
                      <a:pt x="594" y="647"/>
                      <a:pt x="594" y="647"/>
                      <a:pt x="594" y="647"/>
                    </a:cubicBezTo>
                    <a:cubicBezTo>
                      <a:pt x="594" y="647"/>
                      <a:pt x="594" y="647"/>
                      <a:pt x="594" y="647"/>
                    </a:cubicBezTo>
                    <a:cubicBezTo>
                      <a:pt x="594" y="648"/>
                      <a:pt x="594" y="648"/>
                      <a:pt x="594" y="648"/>
                    </a:cubicBezTo>
                    <a:cubicBezTo>
                      <a:pt x="594" y="648"/>
                      <a:pt x="594" y="648"/>
                      <a:pt x="594" y="648"/>
                    </a:cubicBezTo>
                    <a:cubicBezTo>
                      <a:pt x="594" y="649"/>
                      <a:pt x="594" y="649"/>
                      <a:pt x="594" y="649"/>
                    </a:cubicBezTo>
                    <a:cubicBezTo>
                      <a:pt x="594" y="649"/>
                      <a:pt x="594" y="649"/>
                      <a:pt x="594" y="649"/>
                    </a:cubicBezTo>
                    <a:cubicBezTo>
                      <a:pt x="595" y="650"/>
                      <a:pt x="595" y="650"/>
                      <a:pt x="595" y="650"/>
                    </a:cubicBezTo>
                    <a:cubicBezTo>
                      <a:pt x="595" y="650"/>
                      <a:pt x="595" y="650"/>
                      <a:pt x="595" y="650"/>
                    </a:cubicBezTo>
                    <a:cubicBezTo>
                      <a:pt x="595" y="650"/>
                      <a:pt x="595" y="650"/>
                      <a:pt x="595" y="650"/>
                    </a:cubicBezTo>
                    <a:cubicBezTo>
                      <a:pt x="595" y="650"/>
                      <a:pt x="595" y="650"/>
                      <a:pt x="595" y="650"/>
                    </a:cubicBezTo>
                    <a:cubicBezTo>
                      <a:pt x="596" y="651"/>
                      <a:pt x="596" y="651"/>
                      <a:pt x="596" y="651"/>
                    </a:cubicBezTo>
                    <a:cubicBezTo>
                      <a:pt x="596" y="651"/>
                      <a:pt x="596" y="651"/>
                      <a:pt x="596" y="651"/>
                    </a:cubicBezTo>
                    <a:cubicBezTo>
                      <a:pt x="597" y="652"/>
                      <a:pt x="597" y="652"/>
                      <a:pt x="597" y="652"/>
                    </a:cubicBezTo>
                    <a:cubicBezTo>
                      <a:pt x="597" y="652"/>
                      <a:pt x="597" y="652"/>
                      <a:pt x="597" y="652"/>
                    </a:cubicBezTo>
                    <a:cubicBezTo>
                      <a:pt x="597" y="653"/>
                      <a:pt x="597" y="653"/>
                      <a:pt x="597" y="653"/>
                    </a:cubicBezTo>
                    <a:cubicBezTo>
                      <a:pt x="597" y="653"/>
                      <a:pt x="597" y="653"/>
                      <a:pt x="597" y="653"/>
                    </a:cubicBezTo>
                    <a:cubicBezTo>
                      <a:pt x="597" y="653"/>
                      <a:pt x="597" y="653"/>
                      <a:pt x="597" y="653"/>
                    </a:cubicBezTo>
                    <a:cubicBezTo>
                      <a:pt x="597" y="653"/>
                      <a:pt x="597" y="653"/>
                      <a:pt x="597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600" y="652"/>
                      <a:pt x="600" y="652"/>
                      <a:pt x="600" y="652"/>
                    </a:cubicBezTo>
                    <a:cubicBezTo>
                      <a:pt x="600" y="652"/>
                      <a:pt x="600" y="652"/>
                      <a:pt x="600" y="652"/>
                    </a:cubicBezTo>
                    <a:cubicBezTo>
                      <a:pt x="600" y="652"/>
                      <a:pt x="600" y="652"/>
                      <a:pt x="600" y="652"/>
                    </a:cubicBezTo>
                    <a:cubicBezTo>
                      <a:pt x="600" y="652"/>
                      <a:pt x="600" y="652"/>
                      <a:pt x="600" y="652"/>
                    </a:cubicBezTo>
                    <a:cubicBezTo>
                      <a:pt x="601" y="651"/>
                      <a:pt x="601" y="651"/>
                      <a:pt x="601" y="651"/>
                    </a:cubicBezTo>
                    <a:cubicBezTo>
                      <a:pt x="601" y="651"/>
                      <a:pt x="601" y="651"/>
                      <a:pt x="601" y="651"/>
                    </a:cubicBezTo>
                    <a:cubicBezTo>
                      <a:pt x="601" y="651"/>
                      <a:pt x="601" y="651"/>
                      <a:pt x="601" y="651"/>
                    </a:cubicBezTo>
                    <a:cubicBezTo>
                      <a:pt x="601" y="651"/>
                      <a:pt x="601" y="651"/>
                      <a:pt x="601" y="651"/>
                    </a:cubicBezTo>
                    <a:cubicBezTo>
                      <a:pt x="601" y="650"/>
                      <a:pt x="601" y="650"/>
                      <a:pt x="601" y="650"/>
                    </a:cubicBezTo>
                    <a:cubicBezTo>
                      <a:pt x="601" y="650"/>
                      <a:pt x="601" y="650"/>
                      <a:pt x="601" y="650"/>
                    </a:cubicBezTo>
                    <a:cubicBezTo>
                      <a:pt x="601" y="650"/>
                      <a:pt x="601" y="650"/>
                      <a:pt x="601" y="650"/>
                    </a:cubicBezTo>
                    <a:cubicBezTo>
                      <a:pt x="601" y="650"/>
                      <a:pt x="601" y="650"/>
                      <a:pt x="601" y="650"/>
                    </a:cubicBezTo>
                    <a:cubicBezTo>
                      <a:pt x="601" y="649"/>
                      <a:pt x="601" y="649"/>
                      <a:pt x="601" y="649"/>
                    </a:cubicBezTo>
                    <a:cubicBezTo>
                      <a:pt x="601" y="649"/>
                      <a:pt x="601" y="649"/>
                      <a:pt x="601" y="649"/>
                    </a:cubicBezTo>
                    <a:cubicBezTo>
                      <a:pt x="600" y="649"/>
                      <a:pt x="600" y="649"/>
                      <a:pt x="600" y="649"/>
                    </a:cubicBezTo>
                    <a:cubicBezTo>
                      <a:pt x="600" y="649"/>
                      <a:pt x="600" y="649"/>
                      <a:pt x="600" y="649"/>
                    </a:cubicBezTo>
                    <a:cubicBezTo>
                      <a:pt x="600" y="649"/>
                      <a:pt x="600" y="649"/>
                      <a:pt x="600" y="649"/>
                    </a:cubicBezTo>
                    <a:cubicBezTo>
                      <a:pt x="600" y="649"/>
                      <a:pt x="600" y="649"/>
                      <a:pt x="600" y="649"/>
                    </a:cubicBezTo>
                    <a:cubicBezTo>
                      <a:pt x="599" y="650"/>
                      <a:pt x="599" y="650"/>
                      <a:pt x="599" y="650"/>
                    </a:cubicBezTo>
                    <a:cubicBezTo>
                      <a:pt x="599" y="650"/>
                      <a:pt x="599" y="650"/>
                      <a:pt x="599" y="650"/>
                    </a:cubicBezTo>
                    <a:cubicBezTo>
                      <a:pt x="599" y="650"/>
                      <a:pt x="599" y="650"/>
                      <a:pt x="599" y="650"/>
                    </a:cubicBezTo>
                    <a:cubicBezTo>
                      <a:pt x="599" y="650"/>
                      <a:pt x="599" y="650"/>
                      <a:pt x="599" y="650"/>
                    </a:cubicBezTo>
                    <a:cubicBezTo>
                      <a:pt x="598" y="650"/>
                      <a:pt x="598" y="650"/>
                      <a:pt x="598" y="650"/>
                    </a:cubicBezTo>
                    <a:cubicBezTo>
                      <a:pt x="598" y="650"/>
                      <a:pt x="598" y="650"/>
                      <a:pt x="598" y="650"/>
                    </a:cubicBezTo>
                    <a:cubicBezTo>
                      <a:pt x="598" y="650"/>
                      <a:pt x="598" y="650"/>
                      <a:pt x="598" y="650"/>
                    </a:cubicBezTo>
                    <a:cubicBezTo>
                      <a:pt x="598" y="650"/>
                      <a:pt x="598" y="650"/>
                      <a:pt x="598" y="650"/>
                    </a:cubicBezTo>
                    <a:cubicBezTo>
                      <a:pt x="597" y="650"/>
                      <a:pt x="597" y="650"/>
                      <a:pt x="597" y="650"/>
                    </a:cubicBezTo>
                    <a:cubicBezTo>
                      <a:pt x="597" y="650"/>
                      <a:pt x="597" y="650"/>
                      <a:pt x="597" y="650"/>
                    </a:cubicBezTo>
                    <a:cubicBezTo>
                      <a:pt x="597" y="649"/>
                      <a:pt x="597" y="649"/>
                      <a:pt x="597" y="649"/>
                    </a:cubicBezTo>
                    <a:cubicBezTo>
                      <a:pt x="597" y="649"/>
                      <a:pt x="597" y="649"/>
                      <a:pt x="597" y="649"/>
                    </a:cubicBezTo>
                    <a:cubicBezTo>
                      <a:pt x="597" y="649"/>
                      <a:pt x="597" y="649"/>
                      <a:pt x="597" y="649"/>
                    </a:cubicBezTo>
                    <a:cubicBezTo>
                      <a:pt x="597" y="649"/>
                      <a:pt x="597" y="649"/>
                      <a:pt x="597" y="649"/>
                    </a:cubicBezTo>
                    <a:cubicBezTo>
                      <a:pt x="596" y="649"/>
                      <a:pt x="596" y="649"/>
                      <a:pt x="596" y="649"/>
                    </a:cubicBezTo>
                    <a:cubicBezTo>
                      <a:pt x="596" y="649"/>
                      <a:pt x="596" y="649"/>
                      <a:pt x="596" y="649"/>
                    </a:cubicBezTo>
                    <a:cubicBezTo>
                      <a:pt x="596" y="649"/>
                      <a:pt x="596" y="649"/>
                      <a:pt x="596" y="649"/>
                    </a:cubicBezTo>
                    <a:cubicBezTo>
                      <a:pt x="596" y="649"/>
                      <a:pt x="596" y="649"/>
                      <a:pt x="596" y="649"/>
                    </a:cubicBezTo>
                    <a:cubicBezTo>
                      <a:pt x="596" y="649"/>
                      <a:pt x="596" y="649"/>
                      <a:pt x="596" y="649"/>
                    </a:cubicBezTo>
                    <a:cubicBezTo>
                      <a:pt x="596" y="649"/>
                      <a:pt x="596" y="649"/>
                      <a:pt x="596" y="649"/>
                    </a:cubicBezTo>
                    <a:cubicBezTo>
                      <a:pt x="596" y="648"/>
                      <a:pt x="596" y="648"/>
                      <a:pt x="596" y="648"/>
                    </a:cubicBezTo>
                    <a:cubicBezTo>
                      <a:pt x="596" y="648"/>
                      <a:pt x="596" y="648"/>
                      <a:pt x="596" y="648"/>
                    </a:cubicBezTo>
                    <a:cubicBezTo>
                      <a:pt x="596" y="648"/>
                      <a:pt x="596" y="648"/>
                      <a:pt x="596" y="648"/>
                    </a:cubicBezTo>
                    <a:cubicBezTo>
                      <a:pt x="596" y="648"/>
                      <a:pt x="596" y="648"/>
                      <a:pt x="596" y="648"/>
                    </a:cubicBezTo>
                    <a:cubicBezTo>
                      <a:pt x="596" y="647"/>
                      <a:pt x="596" y="647"/>
                      <a:pt x="596" y="647"/>
                    </a:cubicBezTo>
                    <a:cubicBezTo>
                      <a:pt x="596" y="647"/>
                      <a:pt x="596" y="647"/>
                      <a:pt x="596" y="647"/>
                    </a:cubicBezTo>
                    <a:cubicBezTo>
                      <a:pt x="597" y="647"/>
                      <a:pt x="597" y="647"/>
                      <a:pt x="597" y="647"/>
                    </a:cubicBezTo>
                    <a:cubicBezTo>
                      <a:pt x="597" y="647"/>
                      <a:pt x="597" y="647"/>
                      <a:pt x="597" y="647"/>
                    </a:cubicBezTo>
                    <a:cubicBezTo>
                      <a:pt x="597" y="647"/>
                      <a:pt x="597" y="647"/>
                      <a:pt x="597" y="647"/>
                    </a:cubicBezTo>
                    <a:cubicBezTo>
                      <a:pt x="597" y="647"/>
                      <a:pt x="597" y="647"/>
                      <a:pt x="597" y="647"/>
                    </a:cubicBezTo>
                    <a:cubicBezTo>
                      <a:pt x="598" y="646"/>
                      <a:pt x="598" y="646"/>
                      <a:pt x="598" y="646"/>
                    </a:cubicBezTo>
                    <a:cubicBezTo>
                      <a:pt x="598" y="646"/>
                      <a:pt x="598" y="646"/>
                      <a:pt x="598" y="646"/>
                    </a:cubicBezTo>
                    <a:cubicBezTo>
                      <a:pt x="599" y="646"/>
                      <a:pt x="599" y="646"/>
                      <a:pt x="599" y="646"/>
                    </a:cubicBezTo>
                    <a:cubicBezTo>
                      <a:pt x="599" y="646"/>
                      <a:pt x="599" y="646"/>
                      <a:pt x="599" y="646"/>
                    </a:cubicBezTo>
                    <a:cubicBezTo>
                      <a:pt x="600" y="646"/>
                      <a:pt x="600" y="646"/>
                      <a:pt x="600" y="646"/>
                    </a:cubicBezTo>
                    <a:cubicBezTo>
                      <a:pt x="600" y="646"/>
                      <a:pt x="600" y="646"/>
                      <a:pt x="600" y="646"/>
                    </a:cubicBezTo>
                    <a:cubicBezTo>
                      <a:pt x="601" y="646"/>
                      <a:pt x="601" y="646"/>
                      <a:pt x="601" y="646"/>
                    </a:cubicBezTo>
                    <a:cubicBezTo>
                      <a:pt x="601" y="646"/>
                      <a:pt x="601" y="646"/>
                      <a:pt x="601" y="646"/>
                    </a:cubicBezTo>
                    <a:cubicBezTo>
                      <a:pt x="603" y="645"/>
                      <a:pt x="603" y="645"/>
                      <a:pt x="603" y="645"/>
                    </a:cubicBezTo>
                    <a:cubicBezTo>
                      <a:pt x="603" y="645"/>
                      <a:pt x="603" y="645"/>
                      <a:pt x="603" y="645"/>
                    </a:cubicBezTo>
                    <a:cubicBezTo>
                      <a:pt x="604" y="645"/>
                      <a:pt x="604" y="645"/>
                      <a:pt x="604" y="645"/>
                    </a:cubicBezTo>
                    <a:cubicBezTo>
                      <a:pt x="604" y="645"/>
                      <a:pt x="604" y="645"/>
                      <a:pt x="604" y="645"/>
                    </a:cubicBezTo>
                    <a:cubicBezTo>
                      <a:pt x="605" y="645"/>
                      <a:pt x="605" y="645"/>
                      <a:pt x="605" y="645"/>
                    </a:cubicBezTo>
                    <a:cubicBezTo>
                      <a:pt x="605" y="645"/>
                      <a:pt x="605" y="645"/>
                      <a:pt x="605" y="645"/>
                    </a:cubicBezTo>
                    <a:cubicBezTo>
                      <a:pt x="605" y="645"/>
                      <a:pt x="605" y="645"/>
                      <a:pt x="605" y="645"/>
                    </a:cubicBezTo>
                    <a:cubicBezTo>
                      <a:pt x="605" y="645"/>
                      <a:pt x="605" y="645"/>
                      <a:pt x="605" y="645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6" y="642"/>
                      <a:pt x="606" y="642"/>
                      <a:pt x="606" y="642"/>
                    </a:cubicBezTo>
                    <a:cubicBezTo>
                      <a:pt x="606" y="642"/>
                      <a:pt x="606" y="642"/>
                      <a:pt x="606" y="642"/>
                    </a:cubicBezTo>
                    <a:cubicBezTo>
                      <a:pt x="613" y="629"/>
                      <a:pt x="613" y="629"/>
                      <a:pt x="613" y="629"/>
                    </a:cubicBezTo>
                    <a:cubicBezTo>
                      <a:pt x="613" y="629"/>
                      <a:pt x="613" y="629"/>
                      <a:pt x="613" y="629"/>
                    </a:cubicBezTo>
                    <a:cubicBezTo>
                      <a:pt x="614" y="627"/>
                      <a:pt x="614" y="627"/>
                      <a:pt x="614" y="627"/>
                    </a:cubicBezTo>
                    <a:cubicBezTo>
                      <a:pt x="614" y="627"/>
                      <a:pt x="614" y="627"/>
                      <a:pt x="614" y="627"/>
                    </a:cubicBezTo>
                    <a:cubicBezTo>
                      <a:pt x="614" y="626"/>
                      <a:pt x="614" y="626"/>
                      <a:pt x="614" y="626"/>
                    </a:cubicBezTo>
                    <a:cubicBezTo>
                      <a:pt x="614" y="626"/>
                      <a:pt x="614" y="626"/>
                      <a:pt x="614" y="626"/>
                    </a:cubicBezTo>
                    <a:cubicBezTo>
                      <a:pt x="614" y="625"/>
                      <a:pt x="614" y="625"/>
                      <a:pt x="614" y="625"/>
                    </a:cubicBezTo>
                    <a:cubicBezTo>
                      <a:pt x="614" y="625"/>
                      <a:pt x="614" y="625"/>
                      <a:pt x="614" y="625"/>
                    </a:cubicBezTo>
                    <a:cubicBezTo>
                      <a:pt x="614" y="623"/>
                      <a:pt x="614" y="623"/>
                      <a:pt x="614" y="623"/>
                    </a:cubicBezTo>
                    <a:cubicBezTo>
                      <a:pt x="614" y="623"/>
                      <a:pt x="614" y="623"/>
                      <a:pt x="614" y="623"/>
                    </a:cubicBezTo>
                    <a:cubicBezTo>
                      <a:pt x="614" y="622"/>
                      <a:pt x="614" y="622"/>
                      <a:pt x="614" y="622"/>
                    </a:cubicBezTo>
                    <a:cubicBezTo>
                      <a:pt x="614" y="622"/>
                      <a:pt x="614" y="622"/>
                      <a:pt x="614" y="622"/>
                    </a:cubicBezTo>
                    <a:cubicBezTo>
                      <a:pt x="614" y="621"/>
                      <a:pt x="614" y="621"/>
                      <a:pt x="614" y="621"/>
                    </a:cubicBezTo>
                    <a:cubicBezTo>
                      <a:pt x="614" y="621"/>
                      <a:pt x="614" y="621"/>
                      <a:pt x="614" y="621"/>
                    </a:cubicBezTo>
                    <a:cubicBezTo>
                      <a:pt x="614" y="619"/>
                      <a:pt x="614" y="619"/>
                      <a:pt x="614" y="619"/>
                    </a:cubicBezTo>
                    <a:cubicBezTo>
                      <a:pt x="614" y="619"/>
                      <a:pt x="614" y="619"/>
                      <a:pt x="614" y="619"/>
                    </a:cubicBezTo>
                    <a:cubicBezTo>
                      <a:pt x="613" y="618"/>
                      <a:pt x="613" y="618"/>
                      <a:pt x="613" y="618"/>
                    </a:cubicBezTo>
                    <a:cubicBezTo>
                      <a:pt x="613" y="618"/>
                      <a:pt x="613" y="618"/>
                      <a:pt x="613" y="618"/>
                    </a:cubicBezTo>
                    <a:cubicBezTo>
                      <a:pt x="614" y="616"/>
                      <a:pt x="614" y="616"/>
                      <a:pt x="614" y="616"/>
                    </a:cubicBezTo>
                    <a:cubicBezTo>
                      <a:pt x="614" y="616"/>
                      <a:pt x="614" y="616"/>
                      <a:pt x="614" y="616"/>
                    </a:cubicBezTo>
                    <a:cubicBezTo>
                      <a:pt x="614" y="616"/>
                      <a:pt x="614" y="616"/>
                      <a:pt x="614" y="616"/>
                    </a:cubicBezTo>
                    <a:cubicBezTo>
                      <a:pt x="614" y="616"/>
                      <a:pt x="614" y="616"/>
                      <a:pt x="614" y="616"/>
                    </a:cubicBezTo>
                    <a:cubicBezTo>
                      <a:pt x="615" y="616"/>
                      <a:pt x="615" y="616"/>
                      <a:pt x="615" y="616"/>
                    </a:cubicBezTo>
                    <a:cubicBezTo>
                      <a:pt x="615" y="616"/>
                      <a:pt x="615" y="616"/>
                      <a:pt x="615" y="616"/>
                    </a:cubicBezTo>
                    <a:cubicBezTo>
                      <a:pt x="615" y="616"/>
                      <a:pt x="615" y="616"/>
                      <a:pt x="615" y="616"/>
                    </a:cubicBezTo>
                    <a:cubicBezTo>
                      <a:pt x="615" y="616"/>
                      <a:pt x="615" y="616"/>
                      <a:pt x="615" y="616"/>
                    </a:cubicBezTo>
                    <a:cubicBezTo>
                      <a:pt x="616" y="616"/>
                      <a:pt x="616" y="616"/>
                      <a:pt x="616" y="616"/>
                    </a:cubicBezTo>
                    <a:cubicBezTo>
                      <a:pt x="616" y="616"/>
                      <a:pt x="616" y="616"/>
                      <a:pt x="616" y="616"/>
                    </a:cubicBezTo>
                    <a:cubicBezTo>
                      <a:pt x="617" y="616"/>
                      <a:pt x="617" y="616"/>
                      <a:pt x="617" y="616"/>
                    </a:cubicBezTo>
                    <a:cubicBezTo>
                      <a:pt x="617" y="616"/>
                      <a:pt x="617" y="616"/>
                      <a:pt x="617" y="616"/>
                    </a:cubicBezTo>
                    <a:cubicBezTo>
                      <a:pt x="617" y="616"/>
                      <a:pt x="617" y="616"/>
                      <a:pt x="617" y="616"/>
                    </a:cubicBezTo>
                    <a:cubicBezTo>
                      <a:pt x="617" y="616"/>
                      <a:pt x="617" y="616"/>
                      <a:pt x="617" y="616"/>
                    </a:cubicBezTo>
                    <a:cubicBezTo>
                      <a:pt x="618" y="617"/>
                      <a:pt x="618" y="617"/>
                      <a:pt x="618" y="617"/>
                    </a:cubicBezTo>
                    <a:cubicBezTo>
                      <a:pt x="618" y="617"/>
                      <a:pt x="618" y="617"/>
                      <a:pt x="618" y="617"/>
                    </a:cubicBezTo>
                    <a:cubicBezTo>
                      <a:pt x="619" y="617"/>
                      <a:pt x="619" y="617"/>
                      <a:pt x="619" y="617"/>
                    </a:cubicBezTo>
                    <a:cubicBezTo>
                      <a:pt x="619" y="617"/>
                      <a:pt x="619" y="617"/>
                      <a:pt x="619" y="617"/>
                    </a:cubicBezTo>
                    <a:cubicBezTo>
                      <a:pt x="620" y="618"/>
                      <a:pt x="620" y="618"/>
                      <a:pt x="620" y="618"/>
                    </a:cubicBezTo>
                    <a:cubicBezTo>
                      <a:pt x="620" y="618"/>
                      <a:pt x="620" y="618"/>
                      <a:pt x="620" y="618"/>
                    </a:cubicBezTo>
                    <a:cubicBezTo>
                      <a:pt x="620" y="619"/>
                      <a:pt x="620" y="619"/>
                      <a:pt x="620" y="619"/>
                    </a:cubicBezTo>
                    <a:cubicBezTo>
                      <a:pt x="620" y="619"/>
                      <a:pt x="620" y="619"/>
                      <a:pt x="620" y="619"/>
                    </a:cubicBezTo>
                    <a:cubicBezTo>
                      <a:pt x="621" y="620"/>
                      <a:pt x="621" y="620"/>
                      <a:pt x="621" y="620"/>
                    </a:cubicBezTo>
                    <a:cubicBezTo>
                      <a:pt x="621" y="620"/>
                      <a:pt x="621" y="620"/>
                      <a:pt x="621" y="620"/>
                    </a:cubicBezTo>
                    <a:cubicBezTo>
                      <a:pt x="622" y="621"/>
                      <a:pt x="622" y="621"/>
                      <a:pt x="622" y="621"/>
                    </a:cubicBezTo>
                    <a:cubicBezTo>
                      <a:pt x="622" y="621"/>
                      <a:pt x="622" y="621"/>
                      <a:pt x="622" y="621"/>
                    </a:cubicBezTo>
                    <a:cubicBezTo>
                      <a:pt x="622" y="622"/>
                      <a:pt x="622" y="622"/>
                      <a:pt x="622" y="622"/>
                    </a:cubicBezTo>
                    <a:cubicBezTo>
                      <a:pt x="622" y="622"/>
                      <a:pt x="622" y="622"/>
                      <a:pt x="622" y="622"/>
                    </a:cubicBezTo>
                    <a:cubicBezTo>
                      <a:pt x="623" y="623"/>
                      <a:pt x="623" y="623"/>
                      <a:pt x="623" y="623"/>
                    </a:cubicBezTo>
                    <a:cubicBezTo>
                      <a:pt x="623" y="623"/>
                      <a:pt x="623" y="623"/>
                      <a:pt x="623" y="623"/>
                    </a:cubicBezTo>
                    <a:cubicBezTo>
                      <a:pt x="623" y="625"/>
                      <a:pt x="623" y="625"/>
                      <a:pt x="623" y="625"/>
                    </a:cubicBezTo>
                    <a:cubicBezTo>
                      <a:pt x="623" y="625"/>
                      <a:pt x="623" y="625"/>
                      <a:pt x="623" y="625"/>
                    </a:cubicBezTo>
                    <a:cubicBezTo>
                      <a:pt x="622" y="626"/>
                      <a:pt x="622" y="626"/>
                      <a:pt x="622" y="626"/>
                    </a:cubicBezTo>
                    <a:cubicBezTo>
                      <a:pt x="622" y="626"/>
                      <a:pt x="622" y="626"/>
                      <a:pt x="622" y="626"/>
                    </a:cubicBezTo>
                    <a:cubicBezTo>
                      <a:pt x="622" y="626"/>
                      <a:pt x="622" y="626"/>
                      <a:pt x="622" y="626"/>
                    </a:cubicBezTo>
                    <a:cubicBezTo>
                      <a:pt x="622" y="626"/>
                      <a:pt x="622" y="626"/>
                      <a:pt x="622" y="626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1" y="628"/>
                      <a:pt x="621" y="628"/>
                      <a:pt x="621" y="628"/>
                    </a:cubicBezTo>
                    <a:cubicBezTo>
                      <a:pt x="620" y="629"/>
                      <a:pt x="620" y="629"/>
                      <a:pt x="620" y="629"/>
                    </a:cubicBezTo>
                    <a:cubicBezTo>
                      <a:pt x="620" y="629"/>
                      <a:pt x="620" y="629"/>
                      <a:pt x="620" y="629"/>
                    </a:cubicBezTo>
                    <a:cubicBezTo>
                      <a:pt x="619" y="630"/>
                      <a:pt x="619" y="630"/>
                      <a:pt x="619" y="630"/>
                    </a:cubicBezTo>
                    <a:cubicBezTo>
                      <a:pt x="619" y="630"/>
                      <a:pt x="619" y="630"/>
                      <a:pt x="619" y="630"/>
                    </a:cubicBezTo>
                    <a:cubicBezTo>
                      <a:pt x="618" y="631"/>
                      <a:pt x="618" y="631"/>
                      <a:pt x="618" y="631"/>
                    </a:cubicBezTo>
                    <a:cubicBezTo>
                      <a:pt x="618" y="631"/>
                      <a:pt x="618" y="631"/>
                      <a:pt x="618" y="631"/>
                    </a:cubicBezTo>
                    <a:cubicBezTo>
                      <a:pt x="617" y="633"/>
                      <a:pt x="617" y="633"/>
                      <a:pt x="617" y="633"/>
                    </a:cubicBezTo>
                    <a:cubicBezTo>
                      <a:pt x="617" y="633"/>
                      <a:pt x="617" y="633"/>
                      <a:pt x="617" y="633"/>
                    </a:cubicBezTo>
                    <a:cubicBezTo>
                      <a:pt x="616" y="634"/>
                      <a:pt x="616" y="634"/>
                      <a:pt x="616" y="634"/>
                    </a:cubicBezTo>
                    <a:cubicBezTo>
                      <a:pt x="616" y="634"/>
                      <a:pt x="616" y="634"/>
                      <a:pt x="616" y="634"/>
                    </a:cubicBezTo>
                    <a:cubicBezTo>
                      <a:pt x="615" y="636"/>
                      <a:pt x="615" y="636"/>
                      <a:pt x="615" y="636"/>
                    </a:cubicBezTo>
                    <a:cubicBezTo>
                      <a:pt x="615" y="636"/>
                      <a:pt x="615" y="636"/>
                      <a:pt x="615" y="636"/>
                    </a:cubicBezTo>
                    <a:cubicBezTo>
                      <a:pt x="614" y="637"/>
                      <a:pt x="614" y="637"/>
                      <a:pt x="614" y="637"/>
                    </a:cubicBezTo>
                    <a:cubicBezTo>
                      <a:pt x="614" y="637"/>
                      <a:pt x="614" y="637"/>
                      <a:pt x="614" y="637"/>
                    </a:cubicBezTo>
                    <a:cubicBezTo>
                      <a:pt x="613" y="638"/>
                      <a:pt x="613" y="638"/>
                      <a:pt x="613" y="638"/>
                    </a:cubicBezTo>
                    <a:cubicBezTo>
                      <a:pt x="613" y="638"/>
                      <a:pt x="613" y="638"/>
                      <a:pt x="613" y="638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09" y="645"/>
                      <a:pt x="609" y="645"/>
                      <a:pt x="609" y="645"/>
                    </a:cubicBezTo>
                    <a:cubicBezTo>
                      <a:pt x="609" y="645"/>
                      <a:pt x="609" y="645"/>
                      <a:pt x="609" y="645"/>
                    </a:cubicBezTo>
                    <a:cubicBezTo>
                      <a:pt x="610" y="645"/>
                      <a:pt x="610" y="645"/>
                      <a:pt x="610" y="645"/>
                    </a:cubicBezTo>
                    <a:cubicBezTo>
                      <a:pt x="610" y="645"/>
                      <a:pt x="610" y="645"/>
                      <a:pt x="610" y="645"/>
                    </a:cubicBezTo>
                    <a:cubicBezTo>
                      <a:pt x="611" y="646"/>
                      <a:pt x="611" y="646"/>
                      <a:pt x="611" y="646"/>
                    </a:cubicBezTo>
                    <a:cubicBezTo>
                      <a:pt x="611" y="646"/>
                      <a:pt x="611" y="646"/>
                      <a:pt x="611" y="646"/>
                    </a:cubicBezTo>
                    <a:cubicBezTo>
                      <a:pt x="612" y="647"/>
                      <a:pt x="612" y="647"/>
                      <a:pt x="612" y="647"/>
                    </a:cubicBezTo>
                    <a:cubicBezTo>
                      <a:pt x="612" y="647"/>
                      <a:pt x="612" y="647"/>
                      <a:pt x="612" y="647"/>
                    </a:cubicBezTo>
                    <a:cubicBezTo>
                      <a:pt x="614" y="647"/>
                      <a:pt x="614" y="647"/>
                      <a:pt x="614" y="647"/>
                    </a:cubicBezTo>
                    <a:cubicBezTo>
                      <a:pt x="614" y="647"/>
                      <a:pt x="614" y="647"/>
                      <a:pt x="614" y="647"/>
                    </a:cubicBezTo>
                    <a:cubicBezTo>
                      <a:pt x="615" y="648"/>
                      <a:pt x="615" y="648"/>
                      <a:pt x="615" y="648"/>
                    </a:cubicBezTo>
                    <a:cubicBezTo>
                      <a:pt x="615" y="648"/>
                      <a:pt x="615" y="648"/>
                      <a:pt x="615" y="648"/>
                    </a:cubicBezTo>
                    <a:cubicBezTo>
                      <a:pt x="616" y="648"/>
                      <a:pt x="616" y="648"/>
                      <a:pt x="616" y="648"/>
                    </a:cubicBezTo>
                    <a:cubicBezTo>
                      <a:pt x="616" y="648"/>
                      <a:pt x="616" y="648"/>
                      <a:pt x="616" y="648"/>
                    </a:cubicBezTo>
                    <a:cubicBezTo>
                      <a:pt x="618" y="647"/>
                      <a:pt x="618" y="647"/>
                      <a:pt x="618" y="647"/>
                    </a:cubicBezTo>
                    <a:cubicBezTo>
                      <a:pt x="618" y="647"/>
                      <a:pt x="618" y="647"/>
                      <a:pt x="618" y="647"/>
                    </a:cubicBezTo>
                    <a:cubicBezTo>
                      <a:pt x="619" y="646"/>
                      <a:pt x="619" y="646"/>
                      <a:pt x="619" y="646"/>
                    </a:cubicBezTo>
                    <a:cubicBezTo>
                      <a:pt x="619" y="646"/>
                      <a:pt x="619" y="646"/>
                      <a:pt x="619" y="646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6" y="641"/>
                      <a:pt x="626" y="641"/>
                      <a:pt x="626" y="641"/>
                    </a:cubicBezTo>
                    <a:cubicBezTo>
                      <a:pt x="626" y="641"/>
                      <a:pt x="626" y="641"/>
                      <a:pt x="626" y="641"/>
                    </a:cubicBezTo>
                    <a:cubicBezTo>
                      <a:pt x="626" y="641"/>
                      <a:pt x="626" y="641"/>
                      <a:pt x="626" y="641"/>
                    </a:cubicBezTo>
                    <a:cubicBezTo>
                      <a:pt x="626" y="641"/>
                      <a:pt x="626" y="641"/>
                      <a:pt x="626" y="641"/>
                    </a:cubicBezTo>
                    <a:cubicBezTo>
                      <a:pt x="626" y="640"/>
                      <a:pt x="626" y="640"/>
                      <a:pt x="626" y="640"/>
                    </a:cubicBezTo>
                    <a:cubicBezTo>
                      <a:pt x="626" y="640"/>
                      <a:pt x="626" y="640"/>
                      <a:pt x="626" y="640"/>
                    </a:cubicBezTo>
                    <a:cubicBezTo>
                      <a:pt x="626" y="640"/>
                      <a:pt x="626" y="640"/>
                      <a:pt x="626" y="640"/>
                    </a:cubicBezTo>
                    <a:cubicBezTo>
                      <a:pt x="626" y="640"/>
                      <a:pt x="626" y="640"/>
                      <a:pt x="626" y="640"/>
                    </a:cubicBezTo>
                    <a:cubicBezTo>
                      <a:pt x="627" y="639"/>
                      <a:pt x="627" y="639"/>
                      <a:pt x="627" y="639"/>
                    </a:cubicBezTo>
                    <a:cubicBezTo>
                      <a:pt x="627" y="639"/>
                      <a:pt x="627" y="639"/>
                      <a:pt x="627" y="639"/>
                    </a:cubicBezTo>
                    <a:cubicBezTo>
                      <a:pt x="635" y="634"/>
                      <a:pt x="635" y="634"/>
                      <a:pt x="635" y="634"/>
                    </a:cubicBezTo>
                    <a:cubicBezTo>
                      <a:pt x="635" y="634"/>
                      <a:pt x="635" y="634"/>
                      <a:pt x="635" y="634"/>
                    </a:cubicBezTo>
                    <a:cubicBezTo>
                      <a:pt x="636" y="634"/>
                      <a:pt x="636" y="634"/>
                      <a:pt x="636" y="634"/>
                    </a:cubicBezTo>
                    <a:cubicBezTo>
                      <a:pt x="636" y="634"/>
                      <a:pt x="636" y="634"/>
                      <a:pt x="636" y="634"/>
                    </a:cubicBezTo>
                    <a:cubicBezTo>
                      <a:pt x="637" y="634"/>
                      <a:pt x="637" y="634"/>
                      <a:pt x="637" y="634"/>
                    </a:cubicBezTo>
                    <a:cubicBezTo>
                      <a:pt x="637" y="634"/>
                      <a:pt x="637" y="634"/>
                      <a:pt x="637" y="634"/>
                    </a:cubicBezTo>
                    <a:cubicBezTo>
                      <a:pt x="638" y="634"/>
                      <a:pt x="638" y="634"/>
                      <a:pt x="638" y="634"/>
                    </a:cubicBezTo>
                    <a:cubicBezTo>
                      <a:pt x="638" y="634"/>
                      <a:pt x="638" y="634"/>
                      <a:pt x="638" y="634"/>
                    </a:cubicBezTo>
                    <a:cubicBezTo>
                      <a:pt x="639" y="635"/>
                      <a:pt x="639" y="635"/>
                      <a:pt x="639" y="635"/>
                    </a:cubicBezTo>
                    <a:cubicBezTo>
                      <a:pt x="639" y="635"/>
                      <a:pt x="639" y="635"/>
                      <a:pt x="639" y="635"/>
                    </a:cubicBezTo>
                    <a:cubicBezTo>
                      <a:pt x="639" y="635"/>
                      <a:pt x="639" y="635"/>
                      <a:pt x="639" y="635"/>
                    </a:cubicBezTo>
                    <a:cubicBezTo>
                      <a:pt x="639" y="635"/>
                      <a:pt x="639" y="635"/>
                      <a:pt x="639" y="635"/>
                    </a:cubicBezTo>
                    <a:cubicBezTo>
                      <a:pt x="640" y="636"/>
                      <a:pt x="640" y="636"/>
                      <a:pt x="640" y="636"/>
                    </a:cubicBezTo>
                    <a:cubicBezTo>
                      <a:pt x="640" y="636"/>
                      <a:pt x="640" y="636"/>
                      <a:pt x="640" y="636"/>
                    </a:cubicBezTo>
                    <a:cubicBezTo>
                      <a:pt x="641" y="636"/>
                      <a:pt x="641" y="636"/>
                      <a:pt x="641" y="636"/>
                    </a:cubicBezTo>
                    <a:cubicBezTo>
                      <a:pt x="641" y="636"/>
                      <a:pt x="641" y="636"/>
                      <a:pt x="641" y="636"/>
                    </a:cubicBezTo>
                    <a:cubicBezTo>
                      <a:pt x="643" y="636"/>
                      <a:pt x="643" y="636"/>
                      <a:pt x="643" y="636"/>
                    </a:cubicBezTo>
                    <a:cubicBezTo>
                      <a:pt x="643" y="636"/>
                      <a:pt x="643" y="636"/>
                      <a:pt x="643" y="636"/>
                    </a:cubicBezTo>
                    <a:cubicBezTo>
                      <a:pt x="643" y="638"/>
                      <a:pt x="643" y="638"/>
                      <a:pt x="643" y="638"/>
                    </a:cubicBezTo>
                    <a:cubicBezTo>
                      <a:pt x="643" y="638"/>
                      <a:pt x="643" y="638"/>
                      <a:pt x="643" y="638"/>
                    </a:cubicBezTo>
                    <a:cubicBezTo>
                      <a:pt x="643" y="639"/>
                      <a:pt x="643" y="639"/>
                      <a:pt x="643" y="639"/>
                    </a:cubicBezTo>
                    <a:cubicBezTo>
                      <a:pt x="643" y="639"/>
                      <a:pt x="643" y="639"/>
                      <a:pt x="643" y="639"/>
                    </a:cubicBezTo>
                    <a:cubicBezTo>
                      <a:pt x="642" y="640"/>
                      <a:pt x="642" y="640"/>
                      <a:pt x="642" y="640"/>
                    </a:cubicBezTo>
                    <a:cubicBezTo>
                      <a:pt x="642" y="640"/>
                      <a:pt x="642" y="640"/>
                      <a:pt x="642" y="640"/>
                    </a:cubicBezTo>
                    <a:cubicBezTo>
                      <a:pt x="642" y="641"/>
                      <a:pt x="642" y="641"/>
                      <a:pt x="642" y="641"/>
                    </a:cubicBezTo>
                    <a:cubicBezTo>
                      <a:pt x="642" y="641"/>
                      <a:pt x="642" y="641"/>
                      <a:pt x="642" y="641"/>
                    </a:cubicBezTo>
                    <a:cubicBezTo>
                      <a:pt x="642" y="643"/>
                      <a:pt x="642" y="643"/>
                      <a:pt x="642" y="643"/>
                    </a:cubicBezTo>
                    <a:cubicBezTo>
                      <a:pt x="642" y="643"/>
                      <a:pt x="642" y="643"/>
                      <a:pt x="642" y="643"/>
                    </a:cubicBezTo>
                    <a:cubicBezTo>
                      <a:pt x="642" y="644"/>
                      <a:pt x="642" y="644"/>
                      <a:pt x="642" y="644"/>
                    </a:cubicBezTo>
                    <a:cubicBezTo>
                      <a:pt x="642" y="644"/>
                      <a:pt x="642" y="644"/>
                      <a:pt x="642" y="644"/>
                    </a:cubicBezTo>
                    <a:cubicBezTo>
                      <a:pt x="641" y="645"/>
                      <a:pt x="641" y="645"/>
                      <a:pt x="641" y="645"/>
                    </a:cubicBezTo>
                    <a:cubicBezTo>
                      <a:pt x="641" y="645"/>
                      <a:pt x="641" y="645"/>
                      <a:pt x="641" y="645"/>
                    </a:cubicBezTo>
                    <a:cubicBezTo>
                      <a:pt x="640" y="646"/>
                      <a:pt x="640" y="646"/>
                      <a:pt x="640" y="646"/>
                    </a:cubicBezTo>
                    <a:cubicBezTo>
                      <a:pt x="640" y="646"/>
                      <a:pt x="640" y="646"/>
                      <a:pt x="640" y="646"/>
                    </a:cubicBezTo>
                    <a:cubicBezTo>
                      <a:pt x="639" y="646"/>
                      <a:pt x="639" y="646"/>
                      <a:pt x="639" y="646"/>
                    </a:cubicBezTo>
                    <a:cubicBezTo>
                      <a:pt x="639" y="646"/>
                      <a:pt x="639" y="646"/>
                      <a:pt x="639" y="646"/>
                    </a:cubicBezTo>
                    <a:cubicBezTo>
                      <a:pt x="639" y="647"/>
                      <a:pt x="639" y="647"/>
                      <a:pt x="639" y="647"/>
                    </a:cubicBezTo>
                    <a:cubicBezTo>
                      <a:pt x="639" y="647"/>
                      <a:pt x="639" y="647"/>
                      <a:pt x="639" y="647"/>
                    </a:cubicBezTo>
                    <a:cubicBezTo>
                      <a:pt x="638" y="647"/>
                      <a:pt x="638" y="647"/>
                      <a:pt x="638" y="647"/>
                    </a:cubicBezTo>
                    <a:cubicBezTo>
                      <a:pt x="638" y="647"/>
                      <a:pt x="638" y="647"/>
                      <a:pt x="638" y="647"/>
                    </a:cubicBezTo>
                    <a:cubicBezTo>
                      <a:pt x="638" y="648"/>
                      <a:pt x="638" y="648"/>
                      <a:pt x="638" y="648"/>
                    </a:cubicBezTo>
                    <a:cubicBezTo>
                      <a:pt x="638" y="648"/>
                      <a:pt x="638" y="648"/>
                      <a:pt x="638" y="648"/>
                    </a:cubicBezTo>
                    <a:cubicBezTo>
                      <a:pt x="638" y="649"/>
                      <a:pt x="638" y="649"/>
                      <a:pt x="638" y="649"/>
                    </a:cubicBezTo>
                    <a:cubicBezTo>
                      <a:pt x="638" y="649"/>
                      <a:pt x="638" y="649"/>
                      <a:pt x="638" y="649"/>
                    </a:cubicBezTo>
                    <a:cubicBezTo>
                      <a:pt x="637" y="649"/>
                      <a:pt x="637" y="649"/>
                      <a:pt x="637" y="649"/>
                    </a:cubicBezTo>
                    <a:cubicBezTo>
                      <a:pt x="637" y="649"/>
                      <a:pt x="637" y="649"/>
                      <a:pt x="637" y="649"/>
                    </a:cubicBezTo>
                    <a:cubicBezTo>
                      <a:pt x="636" y="649"/>
                      <a:pt x="636" y="649"/>
                      <a:pt x="636" y="649"/>
                    </a:cubicBezTo>
                    <a:cubicBezTo>
                      <a:pt x="636" y="649"/>
                      <a:pt x="636" y="649"/>
                      <a:pt x="636" y="649"/>
                    </a:cubicBezTo>
                    <a:cubicBezTo>
                      <a:pt x="636" y="649"/>
                      <a:pt x="636" y="649"/>
                      <a:pt x="636" y="649"/>
                    </a:cubicBezTo>
                    <a:cubicBezTo>
                      <a:pt x="636" y="649"/>
                      <a:pt x="636" y="649"/>
                      <a:pt x="636" y="649"/>
                    </a:cubicBezTo>
                    <a:cubicBezTo>
                      <a:pt x="627" y="662"/>
                      <a:pt x="627" y="662"/>
                      <a:pt x="627" y="662"/>
                    </a:cubicBezTo>
                    <a:cubicBezTo>
                      <a:pt x="627" y="662"/>
                      <a:pt x="627" y="662"/>
                      <a:pt x="627" y="662"/>
                    </a:cubicBezTo>
                    <a:cubicBezTo>
                      <a:pt x="623" y="668"/>
                      <a:pt x="623" y="668"/>
                      <a:pt x="623" y="668"/>
                    </a:cubicBezTo>
                    <a:cubicBezTo>
                      <a:pt x="623" y="668"/>
                      <a:pt x="623" y="668"/>
                      <a:pt x="623" y="668"/>
                    </a:cubicBezTo>
                    <a:cubicBezTo>
                      <a:pt x="624" y="669"/>
                      <a:pt x="624" y="669"/>
                      <a:pt x="624" y="669"/>
                    </a:cubicBezTo>
                    <a:cubicBezTo>
                      <a:pt x="624" y="669"/>
                      <a:pt x="624" y="669"/>
                      <a:pt x="624" y="669"/>
                    </a:cubicBezTo>
                    <a:cubicBezTo>
                      <a:pt x="624" y="669"/>
                      <a:pt x="624" y="669"/>
                      <a:pt x="624" y="669"/>
                    </a:cubicBezTo>
                    <a:cubicBezTo>
                      <a:pt x="624" y="669"/>
                      <a:pt x="624" y="669"/>
                      <a:pt x="624" y="669"/>
                    </a:cubicBezTo>
                    <a:cubicBezTo>
                      <a:pt x="625" y="669"/>
                      <a:pt x="625" y="669"/>
                      <a:pt x="625" y="669"/>
                    </a:cubicBezTo>
                    <a:cubicBezTo>
                      <a:pt x="625" y="669"/>
                      <a:pt x="625" y="669"/>
                      <a:pt x="625" y="669"/>
                    </a:cubicBezTo>
                    <a:cubicBezTo>
                      <a:pt x="625" y="668"/>
                      <a:pt x="625" y="668"/>
                      <a:pt x="625" y="668"/>
                    </a:cubicBezTo>
                    <a:cubicBezTo>
                      <a:pt x="625" y="668"/>
                      <a:pt x="625" y="668"/>
                      <a:pt x="625" y="668"/>
                    </a:cubicBezTo>
                    <a:cubicBezTo>
                      <a:pt x="626" y="668"/>
                      <a:pt x="626" y="668"/>
                      <a:pt x="626" y="668"/>
                    </a:cubicBezTo>
                    <a:cubicBezTo>
                      <a:pt x="626" y="668"/>
                      <a:pt x="626" y="668"/>
                      <a:pt x="626" y="668"/>
                    </a:cubicBezTo>
                    <a:cubicBezTo>
                      <a:pt x="626" y="668"/>
                      <a:pt x="626" y="668"/>
                      <a:pt x="626" y="668"/>
                    </a:cubicBezTo>
                    <a:cubicBezTo>
                      <a:pt x="626" y="668"/>
                      <a:pt x="626" y="668"/>
                      <a:pt x="626" y="668"/>
                    </a:cubicBezTo>
                    <a:cubicBezTo>
                      <a:pt x="627" y="668"/>
                      <a:pt x="627" y="668"/>
                      <a:pt x="627" y="668"/>
                    </a:cubicBezTo>
                    <a:cubicBezTo>
                      <a:pt x="627" y="668"/>
                      <a:pt x="627" y="668"/>
                      <a:pt x="627" y="668"/>
                    </a:cubicBezTo>
                    <a:cubicBezTo>
                      <a:pt x="628" y="668"/>
                      <a:pt x="628" y="668"/>
                      <a:pt x="628" y="668"/>
                    </a:cubicBezTo>
                    <a:cubicBezTo>
                      <a:pt x="628" y="668"/>
                      <a:pt x="628" y="668"/>
                      <a:pt x="628" y="668"/>
                    </a:cubicBezTo>
                    <a:cubicBezTo>
                      <a:pt x="628" y="668"/>
                      <a:pt x="628" y="668"/>
                      <a:pt x="628" y="668"/>
                    </a:cubicBezTo>
                    <a:cubicBezTo>
                      <a:pt x="628" y="668"/>
                      <a:pt x="628" y="668"/>
                      <a:pt x="628" y="668"/>
                    </a:cubicBezTo>
                    <a:cubicBezTo>
                      <a:pt x="629" y="669"/>
                      <a:pt x="629" y="669"/>
                      <a:pt x="629" y="669"/>
                    </a:cubicBezTo>
                    <a:cubicBezTo>
                      <a:pt x="629" y="669"/>
                      <a:pt x="629" y="669"/>
                      <a:pt x="629" y="669"/>
                    </a:cubicBezTo>
                    <a:cubicBezTo>
                      <a:pt x="629" y="669"/>
                      <a:pt x="629" y="669"/>
                      <a:pt x="629" y="669"/>
                    </a:cubicBezTo>
                    <a:cubicBezTo>
                      <a:pt x="629" y="669"/>
                      <a:pt x="629" y="669"/>
                      <a:pt x="629" y="669"/>
                    </a:cubicBezTo>
                    <a:cubicBezTo>
                      <a:pt x="629" y="670"/>
                      <a:pt x="629" y="670"/>
                      <a:pt x="629" y="670"/>
                    </a:cubicBezTo>
                    <a:cubicBezTo>
                      <a:pt x="629" y="670"/>
                      <a:pt x="629" y="670"/>
                      <a:pt x="629" y="670"/>
                    </a:cubicBezTo>
                    <a:cubicBezTo>
                      <a:pt x="630" y="671"/>
                      <a:pt x="630" y="671"/>
                      <a:pt x="630" y="671"/>
                    </a:cubicBezTo>
                    <a:cubicBezTo>
                      <a:pt x="630" y="671"/>
                      <a:pt x="630" y="671"/>
                      <a:pt x="630" y="671"/>
                    </a:cubicBezTo>
                    <a:cubicBezTo>
                      <a:pt x="630" y="672"/>
                      <a:pt x="630" y="672"/>
                      <a:pt x="630" y="672"/>
                    </a:cubicBezTo>
                    <a:cubicBezTo>
                      <a:pt x="630" y="672"/>
                      <a:pt x="630" y="672"/>
                      <a:pt x="630" y="672"/>
                    </a:cubicBezTo>
                    <a:cubicBezTo>
                      <a:pt x="630" y="672"/>
                      <a:pt x="630" y="672"/>
                      <a:pt x="630" y="672"/>
                    </a:cubicBezTo>
                    <a:cubicBezTo>
                      <a:pt x="630" y="672"/>
                      <a:pt x="630" y="672"/>
                      <a:pt x="630" y="672"/>
                    </a:cubicBezTo>
                    <a:cubicBezTo>
                      <a:pt x="630" y="673"/>
                      <a:pt x="630" y="673"/>
                      <a:pt x="630" y="673"/>
                    </a:cubicBezTo>
                    <a:cubicBezTo>
                      <a:pt x="630" y="673"/>
                      <a:pt x="630" y="673"/>
                      <a:pt x="630" y="673"/>
                    </a:cubicBezTo>
                    <a:cubicBezTo>
                      <a:pt x="630" y="674"/>
                      <a:pt x="630" y="674"/>
                      <a:pt x="630" y="674"/>
                    </a:cubicBezTo>
                    <a:cubicBezTo>
                      <a:pt x="630" y="674"/>
                      <a:pt x="630" y="674"/>
                      <a:pt x="630" y="674"/>
                    </a:cubicBezTo>
                    <a:cubicBezTo>
                      <a:pt x="623" y="679"/>
                      <a:pt x="623" y="679"/>
                      <a:pt x="623" y="679"/>
                    </a:cubicBezTo>
                    <a:cubicBezTo>
                      <a:pt x="623" y="679"/>
                      <a:pt x="623" y="679"/>
                      <a:pt x="623" y="679"/>
                    </a:cubicBezTo>
                    <a:cubicBezTo>
                      <a:pt x="610" y="690"/>
                      <a:pt x="610" y="690"/>
                      <a:pt x="610" y="690"/>
                    </a:cubicBezTo>
                    <a:cubicBezTo>
                      <a:pt x="610" y="690"/>
                      <a:pt x="610" y="690"/>
                      <a:pt x="610" y="690"/>
                    </a:cubicBezTo>
                    <a:cubicBezTo>
                      <a:pt x="611" y="691"/>
                      <a:pt x="611" y="691"/>
                      <a:pt x="611" y="691"/>
                    </a:cubicBezTo>
                    <a:cubicBezTo>
                      <a:pt x="611" y="691"/>
                      <a:pt x="611" y="691"/>
                      <a:pt x="611" y="691"/>
                    </a:cubicBezTo>
                    <a:cubicBezTo>
                      <a:pt x="617" y="688"/>
                      <a:pt x="617" y="688"/>
                      <a:pt x="617" y="688"/>
                    </a:cubicBezTo>
                    <a:cubicBezTo>
                      <a:pt x="617" y="688"/>
                      <a:pt x="617" y="688"/>
                      <a:pt x="617" y="688"/>
                    </a:cubicBezTo>
                    <a:cubicBezTo>
                      <a:pt x="618" y="688"/>
                      <a:pt x="618" y="688"/>
                      <a:pt x="618" y="688"/>
                    </a:cubicBezTo>
                    <a:cubicBezTo>
                      <a:pt x="618" y="688"/>
                      <a:pt x="618" y="688"/>
                      <a:pt x="618" y="688"/>
                    </a:cubicBezTo>
                    <a:cubicBezTo>
                      <a:pt x="618" y="688"/>
                      <a:pt x="618" y="688"/>
                      <a:pt x="618" y="688"/>
                    </a:cubicBezTo>
                    <a:cubicBezTo>
                      <a:pt x="618" y="688"/>
                      <a:pt x="618" y="688"/>
                      <a:pt x="618" y="688"/>
                    </a:cubicBezTo>
                    <a:cubicBezTo>
                      <a:pt x="619" y="688"/>
                      <a:pt x="619" y="688"/>
                      <a:pt x="619" y="688"/>
                    </a:cubicBezTo>
                    <a:cubicBezTo>
                      <a:pt x="619" y="688"/>
                      <a:pt x="619" y="688"/>
                      <a:pt x="619" y="688"/>
                    </a:cubicBezTo>
                    <a:cubicBezTo>
                      <a:pt x="620" y="687"/>
                      <a:pt x="620" y="687"/>
                      <a:pt x="620" y="687"/>
                    </a:cubicBezTo>
                    <a:cubicBezTo>
                      <a:pt x="620" y="687"/>
                      <a:pt x="620" y="687"/>
                      <a:pt x="620" y="687"/>
                    </a:cubicBezTo>
                    <a:cubicBezTo>
                      <a:pt x="621" y="688"/>
                      <a:pt x="621" y="688"/>
                      <a:pt x="621" y="688"/>
                    </a:cubicBezTo>
                    <a:cubicBezTo>
                      <a:pt x="621" y="688"/>
                      <a:pt x="621" y="688"/>
                      <a:pt x="621" y="688"/>
                    </a:cubicBezTo>
                    <a:cubicBezTo>
                      <a:pt x="621" y="688"/>
                      <a:pt x="621" y="688"/>
                      <a:pt x="621" y="688"/>
                    </a:cubicBezTo>
                    <a:cubicBezTo>
                      <a:pt x="621" y="688"/>
                      <a:pt x="621" y="688"/>
                      <a:pt x="621" y="688"/>
                    </a:cubicBezTo>
                    <a:cubicBezTo>
                      <a:pt x="622" y="688"/>
                      <a:pt x="622" y="688"/>
                      <a:pt x="622" y="688"/>
                    </a:cubicBezTo>
                    <a:cubicBezTo>
                      <a:pt x="622" y="688"/>
                      <a:pt x="622" y="688"/>
                      <a:pt x="622" y="688"/>
                    </a:cubicBezTo>
                    <a:cubicBezTo>
                      <a:pt x="623" y="688"/>
                      <a:pt x="623" y="688"/>
                      <a:pt x="623" y="688"/>
                    </a:cubicBezTo>
                    <a:cubicBezTo>
                      <a:pt x="623" y="688"/>
                      <a:pt x="623" y="688"/>
                      <a:pt x="623" y="688"/>
                    </a:cubicBezTo>
                    <a:cubicBezTo>
                      <a:pt x="623" y="688"/>
                      <a:pt x="623" y="688"/>
                      <a:pt x="623" y="688"/>
                    </a:cubicBezTo>
                    <a:cubicBezTo>
                      <a:pt x="623" y="688"/>
                      <a:pt x="623" y="688"/>
                      <a:pt x="623" y="688"/>
                    </a:cubicBezTo>
                    <a:cubicBezTo>
                      <a:pt x="624" y="688"/>
                      <a:pt x="624" y="688"/>
                      <a:pt x="624" y="688"/>
                    </a:cubicBezTo>
                    <a:cubicBezTo>
                      <a:pt x="624" y="688"/>
                      <a:pt x="624" y="688"/>
                      <a:pt x="624" y="688"/>
                    </a:cubicBezTo>
                    <a:cubicBezTo>
                      <a:pt x="624" y="688"/>
                      <a:pt x="624" y="688"/>
                      <a:pt x="624" y="688"/>
                    </a:cubicBezTo>
                    <a:cubicBezTo>
                      <a:pt x="624" y="688"/>
                      <a:pt x="624" y="688"/>
                      <a:pt x="624" y="688"/>
                    </a:cubicBezTo>
                    <a:cubicBezTo>
                      <a:pt x="624" y="688"/>
                      <a:pt x="624" y="688"/>
                      <a:pt x="624" y="688"/>
                    </a:cubicBezTo>
                    <a:cubicBezTo>
                      <a:pt x="624" y="688"/>
                      <a:pt x="624" y="688"/>
                      <a:pt x="624" y="688"/>
                    </a:cubicBezTo>
                    <a:cubicBezTo>
                      <a:pt x="624" y="689"/>
                      <a:pt x="624" y="689"/>
                      <a:pt x="624" y="689"/>
                    </a:cubicBezTo>
                    <a:cubicBezTo>
                      <a:pt x="624" y="689"/>
                      <a:pt x="624" y="689"/>
                      <a:pt x="624" y="689"/>
                    </a:cubicBezTo>
                    <a:cubicBezTo>
                      <a:pt x="625" y="689"/>
                      <a:pt x="625" y="689"/>
                      <a:pt x="625" y="689"/>
                    </a:cubicBezTo>
                    <a:cubicBezTo>
                      <a:pt x="625" y="689"/>
                      <a:pt x="625" y="689"/>
                      <a:pt x="625" y="689"/>
                    </a:cubicBezTo>
                    <a:cubicBezTo>
                      <a:pt x="625" y="689"/>
                      <a:pt x="625" y="689"/>
                      <a:pt x="625" y="689"/>
                    </a:cubicBezTo>
                    <a:cubicBezTo>
                      <a:pt x="625" y="689"/>
                      <a:pt x="625" y="689"/>
                      <a:pt x="625" y="689"/>
                    </a:cubicBezTo>
                    <a:cubicBezTo>
                      <a:pt x="626" y="689"/>
                      <a:pt x="626" y="689"/>
                      <a:pt x="626" y="689"/>
                    </a:cubicBezTo>
                    <a:cubicBezTo>
                      <a:pt x="626" y="689"/>
                      <a:pt x="626" y="689"/>
                      <a:pt x="626" y="689"/>
                    </a:cubicBezTo>
                    <a:cubicBezTo>
                      <a:pt x="626" y="690"/>
                      <a:pt x="626" y="690"/>
                      <a:pt x="626" y="690"/>
                    </a:cubicBezTo>
                    <a:cubicBezTo>
                      <a:pt x="626" y="690"/>
                      <a:pt x="626" y="690"/>
                      <a:pt x="626" y="690"/>
                    </a:cubicBezTo>
                    <a:cubicBezTo>
                      <a:pt x="626" y="690"/>
                      <a:pt x="626" y="690"/>
                      <a:pt x="626" y="690"/>
                    </a:cubicBezTo>
                    <a:cubicBezTo>
                      <a:pt x="626" y="690"/>
                      <a:pt x="626" y="690"/>
                      <a:pt x="626" y="690"/>
                    </a:cubicBezTo>
                    <a:cubicBezTo>
                      <a:pt x="626" y="691"/>
                      <a:pt x="626" y="691"/>
                      <a:pt x="626" y="691"/>
                    </a:cubicBezTo>
                    <a:cubicBezTo>
                      <a:pt x="626" y="691"/>
                      <a:pt x="626" y="691"/>
                      <a:pt x="626" y="691"/>
                    </a:cubicBezTo>
                    <a:cubicBezTo>
                      <a:pt x="626" y="692"/>
                      <a:pt x="626" y="692"/>
                      <a:pt x="626" y="692"/>
                    </a:cubicBezTo>
                    <a:cubicBezTo>
                      <a:pt x="626" y="692"/>
                      <a:pt x="626" y="692"/>
                      <a:pt x="626" y="692"/>
                    </a:cubicBezTo>
                    <a:cubicBezTo>
                      <a:pt x="625" y="692"/>
                      <a:pt x="625" y="692"/>
                      <a:pt x="625" y="692"/>
                    </a:cubicBezTo>
                    <a:cubicBezTo>
                      <a:pt x="625" y="692"/>
                      <a:pt x="625" y="692"/>
                      <a:pt x="625" y="692"/>
                    </a:cubicBezTo>
                    <a:cubicBezTo>
                      <a:pt x="625" y="693"/>
                      <a:pt x="625" y="693"/>
                      <a:pt x="625" y="693"/>
                    </a:cubicBezTo>
                    <a:cubicBezTo>
                      <a:pt x="625" y="693"/>
                      <a:pt x="625" y="693"/>
                      <a:pt x="625" y="693"/>
                    </a:cubicBezTo>
                    <a:cubicBezTo>
                      <a:pt x="625" y="694"/>
                      <a:pt x="625" y="694"/>
                      <a:pt x="625" y="694"/>
                    </a:cubicBezTo>
                    <a:cubicBezTo>
                      <a:pt x="625" y="694"/>
                      <a:pt x="625" y="694"/>
                      <a:pt x="625" y="694"/>
                    </a:cubicBezTo>
                    <a:cubicBezTo>
                      <a:pt x="624" y="694"/>
                      <a:pt x="624" y="694"/>
                      <a:pt x="624" y="694"/>
                    </a:cubicBezTo>
                    <a:cubicBezTo>
                      <a:pt x="624" y="694"/>
                      <a:pt x="624" y="694"/>
                      <a:pt x="624" y="694"/>
                    </a:cubicBezTo>
                    <a:cubicBezTo>
                      <a:pt x="623" y="695"/>
                      <a:pt x="623" y="695"/>
                      <a:pt x="623" y="695"/>
                    </a:cubicBezTo>
                    <a:cubicBezTo>
                      <a:pt x="623" y="695"/>
                      <a:pt x="623" y="695"/>
                      <a:pt x="623" y="695"/>
                    </a:cubicBezTo>
                    <a:cubicBezTo>
                      <a:pt x="622" y="695"/>
                      <a:pt x="622" y="695"/>
                      <a:pt x="622" y="695"/>
                    </a:cubicBezTo>
                    <a:cubicBezTo>
                      <a:pt x="622" y="695"/>
                      <a:pt x="622" y="695"/>
                      <a:pt x="622" y="695"/>
                    </a:cubicBezTo>
                    <a:cubicBezTo>
                      <a:pt x="621" y="696"/>
                      <a:pt x="621" y="696"/>
                      <a:pt x="621" y="696"/>
                    </a:cubicBezTo>
                    <a:cubicBezTo>
                      <a:pt x="621" y="696"/>
                      <a:pt x="621" y="696"/>
                      <a:pt x="621" y="696"/>
                    </a:cubicBezTo>
                    <a:cubicBezTo>
                      <a:pt x="621" y="697"/>
                      <a:pt x="621" y="697"/>
                      <a:pt x="621" y="697"/>
                    </a:cubicBezTo>
                    <a:cubicBezTo>
                      <a:pt x="621" y="697"/>
                      <a:pt x="621" y="697"/>
                      <a:pt x="621" y="697"/>
                    </a:cubicBezTo>
                    <a:cubicBezTo>
                      <a:pt x="620" y="698"/>
                      <a:pt x="620" y="698"/>
                      <a:pt x="620" y="698"/>
                    </a:cubicBezTo>
                    <a:cubicBezTo>
                      <a:pt x="620" y="698"/>
                      <a:pt x="620" y="698"/>
                      <a:pt x="620" y="698"/>
                    </a:cubicBezTo>
                    <a:cubicBezTo>
                      <a:pt x="619" y="699"/>
                      <a:pt x="619" y="699"/>
                      <a:pt x="619" y="699"/>
                    </a:cubicBezTo>
                    <a:cubicBezTo>
                      <a:pt x="619" y="699"/>
                      <a:pt x="619" y="699"/>
                      <a:pt x="619" y="699"/>
                    </a:cubicBezTo>
                    <a:cubicBezTo>
                      <a:pt x="618" y="700"/>
                      <a:pt x="618" y="700"/>
                      <a:pt x="618" y="700"/>
                    </a:cubicBezTo>
                    <a:cubicBezTo>
                      <a:pt x="618" y="700"/>
                      <a:pt x="618" y="700"/>
                      <a:pt x="618" y="700"/>
                    </a:cubicBezTo>
                    <a:cubicBezTo>
                      <a:pt x="616" y="700"/>
                      <a:pt x="616" y="700"/>
                      <a:pt x="616" y="700"/>
                    </a:cubicBezTo>
                    <a:cubicBezTo>
                      <a:pt x="616" y="700"/>
                      <a:pt x="616" y="700"/>
                      <a:pt x="616" y="700"/>
                    </a:cubicBezTo>
                    <a:cubicBezTo>
                      <a:pt x="616" y="699"/>
                      <a:pt x="616" y="699"/>
                      <a:pt x="616" y="699"/>
                    </a:cubicBezTo>
                    <a:cubicBezTo>
                      <a:pt x="616" y="699"/>
                      <a:pt x="616" y="699"/>
                      <a:pt x="616" y="699"/>
                    </a:cubicBezTo>
                    <a:cubicBezTo>
                      <a:pt x="616" y="698"/>
                      <a:pt x="616" y="698"/>
                      <a:pt x="616" y="698"/>
                    </a:cubicBezTo>
                    <a:cubicBezTo>
                      <a:pt x="616" y="698"/>
                      <a:pt x="616" y="698"/>
                      <a:pt x="616" y="698"/>
                    </a:cubicBezTo>
                    <a:cubicBezTo>
                      <a:pt x="617" y="697"/>
                      <a:pt x="617" y="697"/>
                      <a:pt x="617" y="697"/>
                    </a:cubicBezTo>
                    <a:cubicBezTo>
                      <a:pt x="617" y="697"/>
                      <a:pt x="617" y="697"/>
                      <a:pt x="617" y="697"/>
                    </a:cubicBezTo>
                    <a:cubicBezTo>
                      <a:pt x="618" y="696"/>
                      <a:pt x="618" y="696"/>
                      <a:pt x="618" y="696"/>
                    </a:cubicBezTo>
                    <a:cubicBezTo>
                      <a:pt x="618" y="696"/>
                      <a:pt x="618" y="696"/>
                      <a:pt x="618" y="696"/>
                    </a:cubicBezTo>
                    <a:cubicBezTo>
                      <a:pt x="618" y="695"/>
                      <a:pt x="618" y="695"/>
                      <a:pt x="618" y="695"/>
                    </a:cubicBezTo>
                    <a:cubicBezTo>
                      <a:pt x="618" y="695"/>
                      <a:pt x="618" y="695"/>
                      <a:pt x="618" y="695"/>
                    </a:cubicBezTo>
                    <a:cubicBezTo>
                      <a:pt x="619" y="695"/>
                      <a:pt x="619" y="695"/>
                      <a:pt x="619" y="695"/>
                    </a:cubicBezTo>
                    <a:cubicBezTo>
                      <a:pt x="619" y="695"/>
                      <a:pt x="619" y="695"/>
                      <a:pt x="619" y="695"/>
                    </a:cubicBezTo>
                    <a:cubicBezTo>
                      <a:pt x="619" y="694"/>
                      <a:pt x="619" y="694"/>
                      <a:pt x="619" y="694"/>
                    </a:cubicBezTo>
                    <a:cubicBezTo>
                      <a:pt x="619" y="694"/>
                      <a:pt x="619" y="694"/>
                      <a:pt x="619" y="694"/>
                    </a:cubicBezTo>
                    <a:cubicBezTo>
                      <a:pt x="620" y="692"/>
                      <a:pt x="620" y="692"/>
                      <a:pt x="620" y="692"/>
                    </a:cubicBezTo>
                    <a:cubicBezTo>
                      <a:pt x="620" y="692"/>
                      <a:pt x="620" y="692"/>
                      <a:pt x="620" y="692"/>
                    </a:cubicBezTo>
                    <a:cubicBezTo>
                      <a:pt x="619" y="692"/>
                      <a:pt x="619" y="692"/>
                      <a:pt x="619" y="692"/>
                    </a:cubicBezTo>
                    <a:cubicBezTo>
                      <a:pt x="619" y="692"/>
                      <a:pt x="619" y="692"/>
                      <a:pt x="619" y="692"/>
                    </a:cubicBezTo>
                    <a:cubicBezTo>
                      <a:pt x="619" y="692"/>
                      <a:pt x="619" y="692"/>
                      <a:pt x="619" y="692"/>
                    </a:cubicBezTo>
                    <a:cubicBezTo>
                      <a:pt x="619" y="692"/>
                      <a:pt x="619" y="692"/>
                      <a:pt x="619" y="692"/>
                    </a:cubicBezTo>
                    <a:cubicBezTo>
                      <a:pt x="618" y="692"/>
                      <a:pt x="618" y="692"/>
                      <a:pt x="618" y="692"/>
                    </a:cubicBezTo>
                    <a:cubicBezTo>
                      <a:pt x="618" y="692"/>
                      <a:pt x="618" y="692"/>
                      <a:pt x="618" y="692"/>
                    </a:cubicBezTo>
                    <a:cubicBezTo>
                      <a:pt x="618" y="692"/>
                      <a:pt x="618" y="692"/>
                      <a:pt x="618" y="692"/>
                    </a:cubicBezTo>
                    <a:cubicBezTo>
                      <a:pt x="618" y="692"/>
                      <a:pt x="618" y="692"/>
                      <a:pt x="618" y="692"/>
                    </a:cubicBezTo>
                    <a:cubicBezTo>
                      <a:pt x="617" y="692"/>
                      <a:pt x="617" y="692"/>
                      <a:pt x="617" y="692"/>
                    </a:cubicBezTo>
                    <a:cubicBezTo>
                      <a:pt x="617" y="692"/>
                      <a:pt x="617" y="692"/>
                      <a:pt x="617" y="692"/>
                    </a:cubicBezTo>
                    <a:cubicBezTo>
                      <a:pt x="617" y="692"/>
                      <a:pt x="617" y="692"/>
                      <a:pt x="617" y="692"/>
                    </a:cubicBezTo>
                    <a:cubicBezTo>
                      <a:pt x="617" y="692"/>
                      <a:pt x="617" y="692"/>
                      <a:pt x="617" y="692"/>
                    </a:cubicBezTo>
                    <a:cubicBezTo>
                      <a:pt x="616" y="692"/>
                      <a:pt x="616" y="692"/>
                      <a:pt x="616" y="692"/>
                    </a:cubicBezTo>
                    <a:cubicBezTo>
                      <a:pt x="616" y="692"/>
                      <a:pt x="616" y="692"/>
                      <a:pt x="616" y="692"/>
                    </a:cubicBezTo>
                    <a:cubicBezTo>
                      <a:pt x="616" y="692"/>
                      <a:pt x="616" y="692"/>
                      <a:pt x="616" y="692"/>
                    </a:cubicBezTo>
                    <a:cubicBezTo>
                      <a:pt x="616" y="692"/>
                      <a:pt x="616" y="692"/>
                      <a:pt x="616" y="692"/>
                    </a:cubicBezTo>
                    <a:cubicBezTo>
                      <a:pt x="612" y="697"/>
                      <a:pt x="612" y="697"/>
                      <a:pt x="612" y="697"/>
                    </a:cubicBezTo>
                    <a:cubicBezTo>
                      <a:pt x="612" y="697"/>
                      <a:pt x="612" y="697"/>
                      <a:pt x="612" y="697"/>
                    </a:cubicBezTo>
                    <a:cubicBezTo>
                      <a:pt x="612" y="701"/>
                      <a:pt x="612" y="701"/>
                      <a:pt x="612" y="701"/>
                    </a:cubicBezTo>
                    <a:cubicBezTo>
                      <a:pt x="612" y="701"/>
                      <a:pt x="612" y="701"/>
                      <a:pt x="612" y="701"/>
                    </a:cubicBezTo>
                    <a:cubicBezTo>
                      <a:pt x="613" y="705"/>
                      <a:pt x="613" y="705"/>
                      <a:pt x="613" y="705"/>
                    </a:cubicBezTo>
                    <a:cubicBezTo>
                      <a:pt x="613" y="705"/>
                      <a:pt x="613" y="705"/>
                      <a:pt x="613" y="705"/>
                    </a:cubicBezTo>
                    <a:cubicBezTo>
                      <a:pt x="613" y="709"/>
                      <a:pt x="613" y="709"/>
                      <a:pt x="613" y="709"/>
                    </a:cubicBezTo>
                    <a:cubicBezTo>
                      <a:pt x="613" y="709"/>
                      <a:pt x="613" y="709"/>
                      <a:pt x="613" y="709"/>
                    </a:cubicBezTo>
                    <a:cubicBezTo>
                      <a:pt x="613" y="712"/>
                      <a:pt x="613" y="712"/>
                      <a:pt x="613" y="712"/>
                    </a:cubicBezTo>
                    <a:cubicBezTo>
                      <a:pt x="613" y="712"/>
                      <a:pt x="613" y="712"/>
                      <a:pt x="613" y="712"/>
                    </a:cubicBezTo>
                    <a:cubicBezTo>
                      <a:pt x="613" y="716"/>
                      <a:pt x="613" y="716"/>
                      <a:pt x="613" y="716"/>
                    </a:cubicBezTo>
                    <a:cubicBezTo>
                      <a:pt x="613" y="716"/>
                      <a:pt x="613" y="716"/>
                      <a:pt x="613" y="716"/>
                    </a:cubicBezTo>
                    <a:cubicBezTo>
                      <a:pt x="612" y="720"/>
                      <a:pt x="612" y="720"/>
                      <a:pt x="612" y="720"/>
                    </a:cubicBezTo>
                    <a:cubicBezTo>
                      <a:pt x="612" y="720"/>
                      <a:pt x="612" y="720"/>
                      <a:pt x="612" y="720"/>
                    </a:cubicBezTo>
                    <a:cubicBezTo>
                      <a:pt x="612" y="724"/>
                      <a:pt x="612" y="724"/>
                      <a:pt x="612" y="724"/>
                    </a:cubicBezTo>
                    <a:cubicBezTo>
                      <a:pt x="612" y="724"/>
                      <a:pt x="612" y="724"/>
                      <a:pt x="612" y="724"/>
                    </a:cubicBezTo>
                    <a:cubicBezTo>
                      <a:pt x="612" y="728"/>
                      <a:pt x="612" y="728"/>
                      <a:pt x="612" y="728"/>
                    </a:cubicBezTo>
                    <a:cubicBezTo>
                      <a:pt x="612" y="728"/>
                      <a:pt x="612" y="728"/>
                      <a:pt x="612" y="728"/>
                    </a:cubicBezTo>
                    <a:cubicBezTo>
                      <a:pt x="612" y="728"/>
                      <a:pt x="612" y="728"/>
                      <a:pt x="612" y="728"/>
                    </a:cubicBezTo>
                    <a:cubicBezTo>
                      <a:pt x="612" y="728"/>
                      <a:pt x="612" y="728"/>
                      <a:pt x="612" y="728"/>
                    </a:cubicBezTo>
                    <a:cubicBezTo>
                      <a:pt x="611" y="728"/>
                      <a:pt x="611" y="728"/>
                      <a:pt x="611" y="728"/>
                    </a:cubicBezTo>
                    <a:cubicBezTo>
                      <a:pt x="611" y="728"/>
                      <a:pt x="611" y="728"/>
                      <a:pt x="611" y="728"/>
                    </a:cubicBezTo>
                    <a:cubicBezTo>
                      <a:pt x="611" y="728"/>
                      <a:pt x="611" y="728"/>
                      <a:pt x="611" y="728"/>
                    </a:cubicBezTo>
                    <a:cubicBezTo>
                      <a:pt x="611" y="728"/>
                      <a:pt x="611" y="728"/>
                      <a:pt x="611" y="728"/>
                    </a:cubicBezTo>
                    <a:cubicBezTo>
                      <a:pt x="611" y="728"/>
                      <a:pt x="611" y="728"/>
                      <a:pt x="611" y="728"/>
                    </a:cubicBezTo>
                    <a:cubicBezTo>
                      <a:pt x="611" y="728"/>
                      <a:pt x="611" y="728"/>
                      <a:pt x="611" y="728"/>
                    </a:cubicBezTo>
                    <a:cubicBezTo>
                      <a:pt x="610" y="728"/>
                      <a:pt x="610" y="728"/>
                      <a:pt x="610" y="728"/>
                    </a:cubicBezTo>
                    <a:cubicBezTo>
                      <a:pt x="610" y="728"/>
                      <a:pt x="610" y="728"/>
                      <a:pt x="610" y="728"/>
                    </a:cubicBezTo>
                    <a:cubicBezTo>
                      <a:pt x="610" y="728"/>
                      <a:pt x="610" y="728"/>
                      <a:pt x="610" y="728"/>
                    </a:cubicBezTo>
                    <a:cubicBezTo>
                      <a:pt x="610" y="728"/>
                      <a:pt x="610" y="728"/>
                      <a:pt x="610" y="728"/>
                    </a:cubicBezTo>
                    <a:cubicBezTo>
                      <a:pt x="610" y="729"/>
                      <a:pt x="610" y="729"/>
                      <a:pt x="610" y="729"/>
                    </a:cubicBezTo>
                    <a:cubicBezTo>
                      <a:pt x="610" y="729"/>
                      <a:pt x="610" y="729"/>
                      <a:pt x="610" y="729"/>
                    </a:cubicBezTo>
                    <a:cubicBezTo>
                      <a:pt x="609" y="729"/>
                      <a:pt x="609" y="729"/>
                      <a:pt x="609" y="729"/>
                    </a:cubicBezTo>
                    <a:close/>
                    <a:moveTo>
                      <a:pt x="176" y="724"/>
                    </a:moveTo>
                    <a:cubicBezTo>
                      <a:pt x="175" y="724"/>
                      <a:pt x="175" y="724"/>
                      <a:pt x="175" y="724"/>
                    </a:cubicBezTo>
                    <a:cubicBezTo>
                      <a:pt x="175" y="724"/>
                      <a:pt x="175" y="724"/>
                      <a:pt x="175" y="724"/>
                    </a:cubicBezTo>
                    <a:cubicBezTo>
                      <a:pt x="175" y="724"/>
                      <a:pt x="175" y="724"/>
                      <a:pt x="175" y="724"/>
                    </a:cubicBezTo>
                    <a:cubicBezTo>
                      <a:pt x="175" y="724"/>
                      <a:pt x="175" y="724"/>
                      <a:pt x="175" y="724"/>
                    </a:cubicBezTo>
                    <a:cubicBezTo>
                      <a:pt x="175" y="724"/>
                      <a:pt x="175" y="724"/>
                      <a:pt x="175" y="724"/>
                    </a:cubicBezTo>
                    <a:cubicBezTo>
                      <a:pt x="175" y="724"/>
                      <a:pt x="175" y="724"/>
                      <a:pt x="175" y="724"/>
                    </a:cubicBezTo>
                    <a:cubicBezTo>
                      <a:pt x="174" y="724"/>
                      <a:pt x="174" y="724"/>
                      <a:pt x="174" y="724"/>
                    </a:cubicBezTo>
                    <a:cubicBezTo>
                      <a:pt x="174" y="724"/>
                      <a:pt x="174" y="724"/>
                      <a:pt x="174" y="724"/>
                    </a:cubicBezTo>
                    <a:cubicBezTo>
                      <a:pt x="174" y="724"/>
                      <a:pt x="174" y="724"/>
                      <a:pt x="174" y="724"/>
                    </a:cubicBezTo>
                    <a:cubicBezTo>
                      <a:pt x="174" y="724"/>
                      <a:pt x="174" y="724"/>
                      <a:pt x="174" y="724"/>
                    </a:cubicBezTo>
                    <a:cubicBezTo>
                      <a:pt x="174" y="724"/>
                      <a:pt x="174" y="724"/>
                      <a:pt x="174" y="724"/>
                    </a:cubicBezTo>
                    <a:cubicBezTo>
                      <a:pt x="174" y="724"/>
                      <a:pt x="174" y="724"/>
                      <a:pt x="174" y="724"/>
                    </a:cubicBezTo>
                    <a:cubicBezTo>
                      <a:pt x="173" y="724"/>
                      <a:pt x="173" y="724"/>
                      <a:pt x="173" y="724"/>
                    </a:cubicBezTo>
                    <a:cubicBezTo>
                      <a:pt x="173" y="724"/>
                      <a:pt x="173" y="724"/>
                      <a:pt x="173" y="724"/>
                    </a:cubicBezTo>
                    <a:cubicBezTo>
                      <a:pt x="173" y="723"/>
                      <a:pt x="173" y="723"/>
                      <a:pt x="173" y="723"/>
                    </a:cubicBezTo>
                    <a:cubicBezTo>
                      <a:pt x="173" y="723"/>
                      <a:pt x="173" y="723"/>
                      <a:pt x="173" y="723"/>
                    </a:cubicBezTo>
                    <a:cubicBezTo>
                      <a:pt x="173" y="723"/>
                      <a:pt x="173" y="723"/>
                      <a:pt x="173" y="723"/>
                    </a:cubicBezTo>
                    <a:cubicBezTo>
                      <a:pt x="173" y="723"/>
                      <a:pt x="173" y="723"/>
                      <a:pt x="173" y="723"/>
                    </a:cubicBezTo>
                    <a:cubicBezTo>
                      <a:pt x="172" y="722"/>
                      <a:pt x="172" y="722"/>
                      <a:pt x="172" y="722"/>
                    </a:cubicBezTo>
                    <a:cubicBezTo>
                      <a:pt x="172" y="722"/>
                      <a:pt x="172" y="722"/>
                      <a:pt x="172" y="722"/>
                    </a:cubicBezTo>
                    <a:cubicBezTo>
                      <a:pt x="172" y="722"/>
                      <a:pt x="172" y="722"/>
                      <a:pt x="172" y="722"/>
                    </a:cubicBezTo>
                    <a:cubicBezTo>
                      <a:pt x="172" y="722"/>
                      <a:pt x="172" y="722"/>
                      <a:pt x="172" y="722"/>
                    </a:cubicBezTo>
                    <a:cubicBezTo>
                      <a:pt x="172" y="721"/>
                      <a:pt x="172" y="721"/>
                      <a:pt x="172" y="721"/>
                    </a:cubicBezTo>
                    <a:cubicBezTo>
                      <a:pt x="172" y="721"/>
                      <a:pt x="172" y="721"/>
                      <a:pt x="172" y="721"/>
                    </a:cubicBezTo>
                    <a:cubicBezTo>
                      <a:pt x="171" y="720"/>
                      <a:pt x="171" y="720"/>
                      <a:pt x="171" y="720"/>
                    </a:cubicBezTo>
                    <a:cubicBezTo>
                      <a:pt x="171" y="720"/>
                      <a:pt x="171" y="720"/>
                      <a:pt x="171" y="720"/>
                    </a:cubicBezTo>
                    <a:cubicBezTo>
                      <a:pt x="171" y="719"/>
                      <a:pt x="171" y="719"/>
                      <a:pt x="171" y="719"/>
                    </a:cubicBezTo>
                    <a:cubicBezTo>
                      <a:pt x="171" y="719"/>
                      <a:pt x="171" y="719"/>
                      <a:pt x="171" y="719"/>
                    </a:cubicBezTo>
                    <a:cubicBezTo>
                      <a:pt x="171" y="719"/>
                      <a:pt x="171" y="719"/>
                      <a:pt x="171" y="719"/>
                    </a:cubicBezTo>
                    <a:cubicBezTo>
                      <a:pt x="171" y="719"/>
                      <a:pt x="171" y="719"/>
                      <a:pt x="171" y="719"/>
                    </a:cubicBezTo>
                    <a:cubicBezTo>
                      <a:pt x="172" y="718"/>
                      <a:pt x="172" y="718"/>
                      <a:pt x="172" y="718"/>
                    </a:cubicBezTo>
                    <a:cubicBezTo>
                      <a:pt x="172" y="718"/>
                      <a:pt x="172" y="718"/>
                      <a:pt x="172" y="718"/>
                    </a:cubicBezTo>
                    <a:cubicBezTo>
                      <a:pt x="175" y="714"/>
                      <a:pt x="175" y="714"/>
                      <a:pt x="175" y="714"/>
                    </a:cubicBezTo>
                    <a:cubicBezTo>
                      <a:pt x="175" y="714"/>
                      <a:pt x="175" y="714"/>
                      <a:pt x="175" y="714"/>
                    </a:cubicBezTo>
                    <a:cubicBezTo>
                      <a:pt x="177" y="710"/>
                      <a:pt x="177" y="710"/>
                      <a:pt x="177" y="710"/>
                    </a:cubicBezTo>
                    <a:cubicBezTo>
                      <a:pt x="177" y="710"/>
                      <a:pt x="177" y="710"/>
                      <a:pt x="177" y="710"/>
                    </a:cubicBezTo>
                    <a:cubicBezTo>
                      <a:pt x="180" y="706"/>
                      <a:pt x="180" y="706"/>
                      <a:pt x="180" y="706"/>
                    </a:cubicBezTo>
                    <a:cubicBezTo>
                      <a:pt x="180" y="706"/>
                      <a:pt x="180" y="706"/>
                      <a:pt x="180" y="706"/>
                    </a:cubicBezTo>
                    <a:cubicBezTo>
                      <a:pt x="183" y="701"/>
                      <a:pt x="183" y="701"/>
                      <a:pt x="183" y="701"/>
                    </a:cubicBezTo>
                    <a:cubicBezTo>
                      <a:pt x="183" y="701"/>
                      <a:pt x="183" y="701"/>
                      <a:pt x="183" y="701"/>
                    </a:cubicBezTo>
                    <a:cubicBezTo>
                      <a:pt x="185" y="697"/>
                      <a:pt x="185" y="697"/>
                      <a:pt x="185" y="697"/>
                    </a:cubicBezTo>
                    <a:cubicBezTo>
                      <a:pt x="185" y="697"/>
                      <a:pt x="185" y="697"/>
                      <a:pt x="185" y="697"/>
                    </a:cubicBezTo>
                    <a:cubicBezTo>
                      <a:pt x="188" y="693"/>
                      <a:pt x="188" y="693"/>
                      <a:pt x="188" y="693"/>
                    </a:cubicBezTo>
                    <a:cubicBezTo>
                      <a:pt x="188" y="693"/>
                      <a:pt x="188" y="693"/>
                      <a:pt x="188" y="693"/>
                    </a:cubicBezTo>
                    <a:cubicBezTo>
                      <a:pt x="191" y="688"/>
                      <a:pt x="191" y="688"/>
                      <a:pt x="191" y="688"/>
                    </a:cubicBezTo>
                    <a:cubicBezTo>
                      <a:pt x="191" y="688"/>
                      <a:pt x="191" y="688"/>
                      <a:pt x="191" y="688"/>
                    </a:cubicBezTo>
                    <a:cubicBezTo>
                      <a:pt x="193" y="684"/>
                      <a:pt x="193" y="684"/>
                      <a:pt x="193" y="684"/>
                    </a:cubicBezTo>
                    <a:cubicBezTo>
                      <a:pt x="193" y="684"/>
                      <a:pt x="193" y="684"/>
                      <a:pt x="193" y="684"/>
                    </a:cubicBezTo>
                    <a:cubicBezTo>
                      <a:pt x="193" y="684"/>
                      <a:pt x="194" y="684"/>
                      <a:pt x="194" y="684"/>
                    </a:cubicBezTo>
                    <a:cubicBezTo>
                      <a:pt x="194" y="684"/>
                      <a:pt x="194" y="684"/>
                      <a:pt x="194" y="684"/>
                    </a:cubicBezTo>
                    <a:cubicBezTo>
                      <a:pt x="194" y="684"/>
                      <a:pt x="194" y="684"/>
                      <a:pt x="194" y="684"/>
                    </a:cubicBezTo>
                    <a:cubicBezTo>
                      <a:pt x="194" y="684"/>
                      <a:pt x="194" y="684"/>
                      <a:pt x="194" y="684"/>
                    </a:cubicBezTo>
                    <a:cubicBezTo>
                      <a:pt x="194" y="683"/>
                      <a:pt x="194" y="683"/>
                      <a:pt x="195" y="683"/>
                    </a:cubicBezTo>
                    <a:cubicBezTo>
                      <a:pt x="195" y="683"/>
                      <a:pt x="195" y="683"/>
                      <a:pt x="195" y="683"/>
                    </a:cubicBezTo>
                    <a:cubicBezTo>
                      <a:pt x="195" y="683"/>
                      <a:pt x="195" y="682"/>
                      <a:pt x="196" y="682"/>
                    </a:cubicBezTo>
                    <a:cubicBezTo>
                      <a:pt x="196" y="682"/>
                      <a:pt x="196" y="682"/>
                      <a:pt x="196" y="682"/>
                    </a:cubicBezTo>
                    <a:cubicBezTo>
                      <a:pt x="196" y="682"/>
                      <a:pt x="196" y="682"/>
                      <a:pt x="196" y="681"/>
                    </a:cubicBezTo>
                    <a:cubicBezTo>
                      <a:pt x="196" y="681"/>
                      <a:pt x="196" y="681"/>
                      <a:pt x="196" y="681"/>
                    </a:cubicBezTo>
                    <a:cubicBezTo>
                      <a:pt x="196" y="681"/>
                      <a:pt x="196" y="681"/>
                      <a:pt x="197" y="681"/>
                    </a:cubicBezTo>
                    <a:cubicBezTo>
                      <a:pt x="197" y="681"/>
                      <a:pt x="197" y="681"/>
                      <a:pt x="197" y="681"/>
                    </a:cubicBezTo>
                    <a:cubicBezTo>
                      <a:pt x="198" y="679"/>
                      <a:pt x="199" y="677"/>
                      <a:pt x="199" y="676"/>
                    </a:cubicBezTo>
                    <a:cubicBezTo>
                      <a:pt x="199" y="676"/>
                      <a:pt x="199" y="676"/>
                      <a:pt x="199" y="676"/>
                    </a:cubicBezTo>
                    <a:cubicBezTo>
                      <a:pt x="199" y="676"/>
                      <a:pt x="199" y="676"/>
                      <a:pt x="199" y="676"/>
                    </a:cubicBezTo>
                    <a:cubicBezTo>
                      <a:pt x="199" y="676"/>
                      <a:pt x="199" y="676"/>
                      <a:pt x="199" y="676"/>
                    </a:cubicBezTo>
                    <a:cubicBezTo>
                      <a:pt x="199" y="676"/>
                      <a:pt x="199" y="676"/>
                      <a:pt x="199" y="676"/>
                    </a:cubicBezTo>
                    <a:cubicBezTo>
                      <a:pt x="199" y="676"/>
                      <a:pt x="199" y="676"/>
                      <a:pt x="199" y="676"/>
                    </a:cubicBezTo>
                    <a:cubicBezTo>
                      <a:pt x="199" y="675"/>
                      <a:pt x="199" y="675"/>
                      <a:pt x="199" y="675"/>
                    </a:cubicBezTo>
                    <a:cubicBezTo>
                      <a:pt x="199" y="675"/>
                      <a:pt x="199" y="675"/>
                      <a:pt x="199" y="675"/>
                    </a:cubicBezTo>
                    <a:cubicBezTo>
                      <a:pt x="199" y="675"/>
                      <a:pt x="199" y="675"/>
                      <a:pt x="199" y="675"/>
                    </a:cubicBezTo>
                    <a:cubicBezTo>
                      <a:pt x="199" y="675"/>
                      <a:pt x="199" y="675"/>
                      <a:pt x="199" y="675"/>
                    </a:cubicBezTo>
                    <a:cubicBezTo>
                      <a:pt x="198" y="675"/>
                      <a:pt x="198" y="675"/>
                      <a:pt x="198" y="675"/>
                    </a:cubicBezTo>
                    <a:cubicBezTo>
                      <a:pt x="198" y="675"/>
                      <a:pt x="198" y="675"/>
                      <a:pt x="198" y="675"/>
                    </a:cubicBezTo>
                    <a:cubicBezTo>
                      <a:pt x="198" y="675"/>
                      <a:pt x="198" y="675"/>
                      <a:pt x="198" y="675"/>
                    </a:cubicBezTo>
                    <a:cubicBezTo>
                      <a:pt x="198" y="675"/>
                      <a:pt x="198" y="675"/>
                      <a:pt x="198" y="675"/>
                    </a:cubicBezTo>
                    <a:cubicBezTo>
                      <a:pt x="198" y="674"/>
                      <a:pt x="198" y="674"/>
                      <a:pt x="198" y="674"/>
                    </a:cubicBezTo>
                    <a:cubicBezTo>
                      <a:pt x="198" y="674"/>
                      <a:pt x="198" y="674"/>
                      <a:pt x="198" y="674"/>
                    </a:cubicBezTo>
                    <a:cubicBezTo>
                      <a:pt x="198" y="674"/>
                      <a:pt x="198" y="674"/>
                      <a:pt x="198" y="674"/>
                    </a:cubicBezTo>
                    <a:cubicBezTo>
                      <a:pt x="198" y="674"/>
                      <a:pt x="198" y="674"/>
                      <a:pt x="198" y="674"/>
                    </a:cubicBezTo>
                    <a:cubicBezTo>
                      <a:pt x="200" y="672"/>
                      <a:pt x="200" y="672"/>
                      <a:pt x="200" y="672"/>
                    </a:cubicBezTo>
                    <a:cubicBezTo>
                      <a:pt x="200" y="672"/>
                      <a:pt x="200" y="672"/>
                      <a:pt x="200" y="672"/>
                    </a:cubicBezTo>
                    <a:cubicBezTo>
                      <a:pt x="202" y="671"/>
                      <a:pt x="202" y="671"/>
                      <a:pt x="202" y="671"/>
                    </a:cubicBezTo>
                    <a:cubicBezTo>
                      <a:pt x="202" y="671"/>
                      <a:pt x="202" y="671"/>
                      <a:pt x="202" y="671"/>
                    </a:cubicBezTo>
                    <a:cubicBezTo>
                      <a:pt x="204" y="669"/>
                      <a:pt x="204" y="669"/>
                      <a:pt x="204" y="669"/>
                    </a:cubicBezTo>
                    <a:cubicBezTo>
                      <a:pt x="204" y="669"/>
                      <a:pt x="204" y="669"/>
                      <a:pt x="204" y="669"/>
                    </a:cubicBezTo>
                    <a:cubicBezTo>
                      <a:pt x="206" y="667"/>
                      <a:pt x="206" y="667"/>
                      <a:pt x="206" y="667"/>
                    </a:cubicBezTo>
                    <a:cubicBezTo>
                      <a:pt x="206" y="667"/>
                      <a:pt x="206" y="667"/>
                      <a:pt x="206" y="667"/>
                    </a:cubicBezTo>
                    <a:cubicBezTo>
                      <a:pt x="207" y="665"/>
                      <a:pt x="207" y="665"/>
                      <a:pt x="207" y="665"/>
                    </a:cubicBezTo>
                    <a:cubicBezTo>
                      <a:pt x="207" y="665"/>
                      <a:pt x="207" y="665"/>
                      <a:pt x="207" y="665"/>
                    </a:cubicBezTo>
                    <a:cubicBezTo>
                      <a:pt x="209" y="662"/>
                      <a:pt x="209" y="662"/>
                      <a:pt x="209" y="662"/>
                    </a:cubicBezTo>
                    <a:cubicBezTo>
                      <a:pt x="209" y="662"/>
                      <a:pt x="209" y="662"/>
                      <a:pt x="209" y="662"/>
                    </a:cubicBezTo>
                    <a:cubicBezTo>
                      <a:pt x="210" y="660"/>
                      <a:pt x="210" y="660"/>
                      <a:pt x="210" y="660"/>
                    </a:cubicBezTo>
                    <a:cubicBezTo>
                      <a:pt x="210" y="660"/>
                      <a:pt x="210" y="660"/>
                      <a:pt x="210" y="660"/>
                    </a:cubicBezTo>
                    <a:cubicBezTo>
                      <a:pt x="212" y="658"/>
                      <a:pt x="212" y="658"/>
                      <a:pt x="212" y="658"/>
                    </a:cubicBezTo>
                    <a:cubicBezTo>
                      <a:pt x="212" y="658"/>
                      <a:pt x="212" y="658"/>
                      <a:pt x="212" y="658"/>
                    </a:cubicBezTo>
                    <a:cubicBezTo>
                      <a:pt x="226" y="640"/>
                      <a:pt x="226" y="640"/>
                      <a:pt x="226" y="640"/>
                    </a:cubicBezTo>
                    <a:cubicBezTo>
                      <a:pt x="226" y="640"/>
                      <a:pt x="226" y="640"/>
                      <a:pt x="226" y="640"/>
                    </a:cubicBezTo>
                    <a:cubicBezTo>
                      <a:pt x="226" y="640"/>
                      <a:pt x="226" y="640"/>
                      <a:pt x="226" y="640"/>
                    </a:cubicBezTo>
                    <a:cubicBezTo>
                      <a:pt x="226" y="640"/>
                      <a:pt x="226" y="640"/>
                      <a:pt x="226" y="640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8"/>
                      <a:pt x="226" y="638"/>
                      <a:pt x="226" y="638"/>
                    </a:cubicBezTo>
                    <a:cubicBezTo>
                      <a:pt x="226" y="638"/>
                      <a:pt x="226" y="638"/>
                      <a:pt x="226" y="638"/>
                    </a:cubicBezTo>
                    <a:cubicBezTo>
                      <a:pt x="226" y="638"/>
                      <a:pt x="226" y="638"/>
                      <a:pt x="226" y="638"/>
                    </a:cubicBezTo>
                    <a:cubicBezTo>
                      <a:pt x="226" y="638"/>
                      <a:pt x="226" y="638"/>
                      <a:pt x="226" y="638"/>
                    </a:cubicBezTo>
                    <a:cubicBezTo>
                      <a:pt x="224" y="639"/>
                      <a:pt x="224" y="639"/>
                      <a:pt x="224" y="639"/>
                    </a:cubicBezTo>
                    <a:cubicBezTo>
                      <a:pt x="224" y="639"/>
                      <a:pt x="224" y="639"/>
                      <a:pt x="224" y="639"/>
                    </a:cubicBezTo>
                    <a:cubicBezTo>
                      <a:pt x="222" y="640"/>
                      <a:pt x="222" y="640"/>
                      <a:pt x="222" y="640"/>
                    </a:cubicBezTo>
                    <a:cubicBezTo>
                      <a:pt x="222" y="640"/>
                      <a:pt x="222" y="640"/>
                      <a:pt x="222" y="640"/>
                    </a:cubicBezTo>
                    <a:cubicBezTo>
                      <a:pt x="220" y="641"/>
                      <a:pt x="220" y="641"/>
                      <a:pt x="220" y="641"/>
                    </a:cubicBezTo>
                    <a:cubicBezTo>
                      <a:pt x="220" y="641"/>
                      <a:pt x="220" y="641"/>
                      <a:pt x="220" y="641"/>
                    </a:cubicBezTo>
                    <a:cubicBezTo>
                      <a:pt x="218" y="642"/>
                      <a:pt x="218" y="642"/>
                      <a:pt x="218" y="642"/>
                    </a:cubicBezTo>
                    <a:cubicBezTo>
                      <a:pt x="218" y="642"/>
                      <a:pt x="218" y="642"/>
                      <a:pt x="218" y="642"/>
                    </a:cubicBezTo>
                    <a:cubicBezTo>
                      <a:pt x="216" y="643"/>
                      <a:pt x="216" y="643"/>
                      <a:pt x="216" y="643"/>
                    </a:cubicBezTo>
                    <a:cubicBezTo>
                      <a:pt x="216" y="643"/>
                      <a:pt x="216" y="643"/>
                      <a:pt x="216" y="643"/>
                    </a:cubicBezTo>
                    <a:cubicBezTo>
                      <a:pt x="214" y="645"/>
                      <a:pt x="214" y="645"/>
                      <a:pt x="214" y="645"/>
                    </a:cubicBezTo>
                    <a:cubicBezTo>
                      <a:pt x="214" y="645"/>
                      <a:pt x="214" y="645"/>
                      <a:pt x="214" y="645"/>
                    </a:cubicBezTo>
                    <a:cubicBezTo>
                      <a:pt x="212" y="646"/>
                      <a:pt x="212" y="646"/>
                      <a:pt x="212" y="646"/>
                    </a:cubicBezTo>
                    <a:cubicBezTo>
                      <a:pt x="212" y="646"/>
                      <a:pt x="212" y="646"/>
                      <a:pt x="212" y="646"/>
                    </a:cubicBezTo>
                    <a:cubicBezTo>
                      <a:pt x="210" y="647"/>
                      <a:pt x="210" y="647"/>
                      <a:pt x="210" y="647"/>
                    </a:cubicBezTo>
                    <a:cubicBezTo>
                      <a:pt x="210" y="647"/>
                      <a:pt x="210" y="647"/>
                      <a:pt x="210" y="647"/>
                    </a:cubicBezTo>
                    <a:cubicBezTo>
                      <a:pt x="209" y="647"/>
                      <a:pt x="209" y="647"/>
                      <a:pt x="209" y="647"/>
                    </a:cubicBezTo>
                    <a:cubicBezTo>
                      <a:pt x="209" y="647"/>
                      <a:pt x="209" y="647"/>
                      <a:pt x="209" y="647"/>
                    </a:cubicBezTo>
                    <a:cubicBezTo>
                      <a:pt x="209" y="647"/>
                      <a:pt x="209" y="647"/>
                      <a:pt x="209" y="647"/>
                    </a:cubicBezTo>
                    <a:cubicBezTo>
                      <a:pt x="209" y="647"/>
                      <a:pt x="209" y="647"/>
                      <a:pt x="209" y="647"/>
                    </a:cubicBezTo>
                    <a:cubicBezTo>
                      <a:pt x="208" y="647"/>
                      <a:pt x="208" y="647"/>
                      <a:pt x="208" y="647"/>
                    </a:cubicBezTo>
                    <a:cubicBezTo>
                      <a:pt x="208" y="647"/>
                      <a:pt x="208" y="647"/>
                      <a:pt x="208" y="647"/>
                    </a:cubicBezTo>
                    <a:cubicBezTo>
                      <a:pt x="208" y="647"/>
                      <a:pt x="208" y="647"/>
                      <a:pt x="208" y="647"/>
                    </a:cubicBezTo>
                    <a:cubicBezTo>
                      <a:pt x="208" y="647"/>
                      <a:pt x="208" y="647"/>
                      <a:pt x="208" y="647"/>
                    </a:cubicBezTo>
                    <a:cubicBezTo>
                      <a:pt x="208" y="647"/>
                      <a:pt x="208" y="647"/>
                      <a:pt x="208" y="647"/>
                    </a:cubicBezTo>
                    <a:cubicBezTo>
                      <a:pt x="208" y="647"/>
                      <a:pt x="208" y="647"/>
                      <a:pt x="208" y="647"/>
                    </a:cubicBezTo>
                    <a:cubicBezTo>
                      <a:pt x="207" y="647"/>
                      <a:pt x="207" y="647"/>
                      <a:pt x="207" y="647"/>
                    </a:cubicBezTo>
                    <a:cubicBezTo>
                      <a:pt x="207" y="647"/>
                      <a:pt x="207" y="647"/>
                      <a:pt x="207" y="647"/>
                    </a:cubicBezTo>
                    <a:cubicBezTo>
                      <a:pt x="207" y="647"/>
                      <a:pt x="207" y="647"/>
                      <a:pt x="207" y="647"/>
                    </a:cubicBezTo>
                    <a:cubicBezTo>
                      <a:pt x="207" y="647"/>
                      <a:pt x="207" y="647"/>
                      <a:pt x="207" y="647"/>
                    </a:cubicBezTo>
                    <a:cubicBezTo>
                      <a:pt x="207" y="647"/>
                      <a:pt x="207" y="647"/>
                      <a:pt x="207" y="647"/>
                    </a:cubicBezTo>
                    <a:cubicBezTo>
                      <a:pt x="207" y="647"/>
                      <a:pt x="207" y="647"/>
                      <a:pt x="207" y="647"/>
                    </a:cubicBezTo>
                    <a:cubicBezTo>
                      <a:pt x="206" y="647"/>
                      <a:pt x="206" y="647"/>
                      <a:pt x="206" y="647"/>
                    </a:cubicBezTo>
                    <a:cubicBezTo>
                      <a:pt x="206" y="647"/>
                      <a:pt x="206" y="647"/>
                      <a:pt x="206" y="647"/>
                    </a:cubicBezTo>
                    <a:cubicBezTo>
                      <a:pt x="206" y="647"/>
                      <a:pt x="206" y="647"/>
                      <a:pt x="206" y="647"/>
                    </a:cubicBezTo>
                    <a:cubicBezTo>
                      <a:pt x="206" y="647"/>
                      <a:pt x="206" y="647"/>
                      <a:pt x="206" y="647"/>
                    </a:cubicBezTo>
                    <a:cubicBezTo>
                      <a:pt x="205" y="647"/>
                      <a:pt x="205" y="647"/>
                      <a:pt x="205" y="647"/>
                    </a:cubicBezTo>
                    <a:cubicBezTo>
                      <a:pt x="205" y="647"/>
                      <a:pt x="205" y="647"/>
                      <a:pt x="205" y="647"/>
                    </a:cubicBezTo>
                    <a:cubicBezTo>
                      <a:pt x="205" y="646"/>
                      <a:pt x="205" y="646"/>
                      <a:pt x="205" y="646"/>
                    </a:cubicBezTo>
                    <a:cubicBezTo>
                      <a:pt x="205" y="646"/>
                      <a:pt x="205" y="646"/>
                      <a:pt x="205" y="646"/>
                    </a:cubicBezTo>
                    <a:cubicBezTo>
                      <a:pt x="204" y="646"/>
                      <a:pt x="204" y="646"/>
                      <a:pt x="204" y="646"/>
                    </a:cubicBezTo>
                    <a:cubicBezTo>
                      <a:pt x="204" y="646"/>
                      <a:pt x="204" y="646"/>
                      <a:pt x="204" y="646"/>
                    </a:cubicBezTo>
                    <a:cubicBezTo>
                      <a:pt x="203" y="646"/>
                      <a:pt x="203" y="646"/>
                      <a:pt x="203" y="646"/>
                    </a:cubicBezTo>
                    <a:cubicBezTo>
                      <a:pt x="203" y="646"/>
                      <a:pt x="203" y="646"/>
                      <a:pt x="203" y="646"/>
                    </a:cubicBezTo>
                    <a:cubicBezTo>
                      <a:pt x="203" y="646"/>
                      <a:pt x="203" y="646"/>
                      <a:pt x="203" y="646"/>
                    </a:cubicBezTo>
                    <a:cubicBezTo>
                      <a:pt x="203" y="646"/>
                      <a:pt x="203" y="646"/>
                      <a:pt x="203" y="646"/>
                    </a:cubicBezTo>
                    <a:cubicBezTo>
                      <a:pt x="203" y="645"/>
                      <a:pt x="203" y="645"/>
                      <a:pt x="203" y="645"/>
                    </a:cubicBezTo>
                    <a:cubicBezTo>
                      <a:pt x="203" y="645"/>
                      <a:pt x="203" y="645"/>
                      <a:pt x="203" y="645"/>
                    </a:cubicBezTo>
                    <a:cubicBezTo>
                      <a:pt x="202" y="645"/>
                      <a:pt x="202" y="645"/>
                      <a:pt x="202" y="645"/>
                    </a:cubicBezTo>
                    <a:cubicBezTo>
                      <a:pt x="202" y="645"/>
                      <a:pt x="202" y="645"/>
                      <a:pt x="202" y="645"/>
                    </a:cubicBezTo>
                    <a:cubicBezTo>
                      <a:pt x="202" y="645"/>
                      <a:pt x="202" y="645"/>
                      <a:pt x="202" y="645"/>
                    </a:cubicBezTo>
                    <a:cubicBezTo>
                      <a:pt x="202" y="645"/>
                      <a:pt x="202" y="645"/>
                      <a:pt x="202" y="645"/>
                    </a:cubicBezTo>
                    <a:cubicBezTo>
                      <a:pt x="201" y="645"/>
                      <a:pt x="201" y="645"/>
                      <a:pt x="201" y="645"/>
                    </a:cubicBezTo>
                    <a:cubicBezTo>
                      <a:pt x="201" y="645"/>
                      <a:pt x="201" y="645"/>
                      <a:pt x="201" y="645"/>
                    </a:cubicBezTo>
                    <a:cubicBezTo>
                      <a:pt x="201" y="645"/>
                      <a:pt x="201" y="645"/>
                      <a:pt x="201" y="645"/>
                    </a:cubicBezTo>
                    <a:cubicBezTo>
                      <a:pt x="201" y="645"/>
                      <a:pt x="201" y="645"/>
                      <a:pt x="201" y="645"/>
                    </a:cubicBezTo>
                    <a:cubicBezTo>
                      <a:pt x="200" y="645"/>
                      <a:pt x="200" y="645"/>
                      <a:pt x="200" y="645"/>
                    </a:cubicBezTo>
                    <a:cubicBezTo>
                      <a:pt x="200" y="645"/>
                      <a:pt x="200" y="645"/>
                      <a:pt x="200" y="645"/>
                    </a:cubicBezTo>
                    <a:cubicBezTo>
                      <a:pt x="200" y="645"/>
                      <a:pt x="200" y="645"/>
                      <a:pt x="200" y="645"/>
                    </a:cubicBezTo>
                    <a:cubicBezTo>
                      <a:pt x="200" y="645"/>
                      <a:pt x="200" y="645"/>
                      <a:pt x="200" y="645"/>
                    </a:cubicBezTo>
                    <a:cubicBezTo>
                      <a:pt x="199" y="645"/>
                      <a:pt x="199" y="645"/>
                      <a:pt x="199" y="645"/>
                    </a:cubicBezTo>
                    <a:cubicBezTo>
                      <a:pt x="199" y="645"/>
                      <a:pt x="199" y="645"/>
                      <a:pt x="199" y="645"/>
                    </a:cubicBezTo>
                    <a:cubicBezTo>
                      <a:pt x="199" y="644"/>
                      <a:pt x="199" y="644"/>
                      <a:pt x="199" y="644"/>
                    </a:cubicBezTo>
                    <a:cubicBezTo>
                      <a:pt x="199" y="644"/>
                      <a:pt x="199" y="644"/>
                      <a:pt x="199" y="644"/>
                    </a:cubicBezTo>
                    <a:cubicBezTo>
                      <a:pt x="199" y="642"/>
                      <a:pt x="199" y="642"/>
                      <a:pt x="199" y="642"/>
                    </a:cubicBezTo>
                    <a:cubicBezTo>
                      <a:pt x="199" y="642"/>
                      <a:pt x="199" y="642"/>
                      <a:pt x="199" y="642"/>
                    </a:cubicBezTo>
                    <a:cubicBezTo>
                      <a:pt x="209" y="639"/>
                      <a:pt x="209" y="639"/>
                      <a:pt x="209" y="639"/>
                    </a:cubicBezTo>
                    <a:cubicBezTo>
                      <a:pt x="209" y="639"/>
                      <a:pt x="209" y="639"/>
                      <a:pt x="209" y="639"/>
                    </a:cubicBezTo>
                    <a:cubicBezTo>
                      <a:pt x="212" y="639"/>
                      <a:pt x="212" y="639"/>
                      <a:pt x="212" y="639"/>
                    </a:cubicBezTo>
                    <a:cubicBezTo>
                      <a:pt x="212" y="639"/>
                      <a:pt x="212" y="639"/>
                      <a:pt x="212" y="639"/>
                    </a:cubicBezTo>
                    <a:cubicBezTo>
                      <a:pt x="215" y="639"/>
                      <a:pt x="215" y="639"/>
                      <a:pt x="215" y="639"/>
                    </a:cubicBezTo>
                    <a:cubicBezTo>
                      <a:pt x="215" y="639"/>
                      <a:pt x="215" y="639"/>
                      <a:pt x="215" y="639"/>
                    </a:cubicBezTo>
                    <a:cubicBezTo>
                      <a:pt x="217" y="638"/>
                      <a:pt x="217" y="638"/>
                      <a:pt x="217" y="638"/>
                    </a:cubicBezTo>
                    <a:cubicBezTo>
                      <a:pt x="217" y="638"/>
                      <a:pt x="217" y="638"/>
                      <a:pt x="217" y="638"/>
                    </a:cubicBezTo>
                    <a:cubicBezTo>
                      <a:pt x="220" y="637"/>
                      <a:pt x="220" y="637"/>
                      <a:pt x="220" y="637"/>
                    </a:cubicBezTo>
                    <a:cubicBezTo>
                      <a:pt x="220" y="637"/>
                      <a:pt x="220" y="637"/>
                      <a:pt x="220" y="637"/>
                    </a:cubicBezTo>
                    <a:cubicBezTo>
                      <a:pt x="223" y="636"/>
                      <a:pt x="223" y="636"/>
                      <a:pt x="223" y="636"/>
                    </a:cubicBezTo>
                    <a:cubicBezTo>
                      <a:pt x="223" y="636"/>
                      <a:pt x="223" y="636"/>
                      <a:pt x="223" y="636"/>
                    </a:cubicBezTo>
                    <a:cubicBezTo>
                      <a:pt x="225" y="635"/>
                      <a:pt x="225" y="635"/>
                      <a:pt x="225" y="635"/>
                    </a:cubicBezTo>
                    <a:cubicBezTo>
                      <a:pt x="225" y="635"/>
                      <a:pt x="225" y="635"/>
                      <a:pt x="225" y="635"/>
                    </a:cubicBezTo>
                    <a:cubicBezTo>
                      <a:pt x="228" y="634"/>
                      <a:pt x="228" y="634"/>
                      <a:pt x="228" y="634"/>
                    </a:cubicBezTo>
                    <a:cubicBezTo>
                      <a:pt x="228" y="634"/>
                      <a:pt x="228" y="634"/>
                      <a:pt x="228" y="634"/>
                    </a:cubicBezTo>
                    <a:cubicBezTo>
                      <a:pt x="231" y="632"/>
                      <a:pt x="231" y="632"/>
                      <a:pt x="231" y="632"/>
                    </a:cubicBezTo>
                    <a:cubicBezTo>
                      <a:pt x="231" y="632"/>
                      <a:pt x="231" y="632"/>
                      <a:pt x="231" y="632"/>
                    </a:cubicBezTo>
                    <a:cubicBezTo>
                      <a:pt x="231" y="632"/>
                      <a:pt x="231" y="632"/>
                      <a:pt x="231" y="632"/>
                    </a:cubicBezTo>
                    <a:cubicBezTo>
                      <a:pt x="231" y="632"/>
                      <a:pt x="231" y="632"/>
                      <a:pt x="231" y="632"/>
                    </a:cubicBezTo>
                    <a:cubicBezTo>
                      <a:pt x="231" y="632"/>
                      <a:pt x="231" y="632"/>
                      <a:pt x="231" y="632"/>
                    </a:cubicBezTo>
                    <a:cubicBezTo>
                      <a:pt x="231" y="632"/>
                      <a:pt x="231" y="632"/>
                      <a:pt x="231" y="632"/>
                    </a:cubicBezTo>
                    <a:cubicBezTo>
                      <a:pt x="232" y="632"/>
                      <a:pt x="232" y="632"/>
                      <a:pt x="232" y="632"/>
                    </a:cubicBezTo>
                    <a:cubicBezTo>
                      <a:pt x="232" y="632"/>
                      <a:pt x="232" y="632"/>
                      <a:pt x="232" y="632"/>
                    </a:cubicBezTo>
                    <a:cubicBezTo>
                      <a:pt x="232" y="632"/>
                      <a:pt x="232" y="632"/>
                      <a:pt x="232" y="632"/>
                    </a:cubicBezTo>
                    <a:cubicBezTo>
                      <a:pt x="232" y="632"/>
                      <a:pt x="232" y="632"/>
                      <a:pt x="232" y="632"/>
                    </a:cubicBezTo>
                    <a:cubicBezTo>
                      <a:pt x="232" y="632"/>
                      <a:pt x="232" y="632"/>
                      <a:pt x="232" y="632"/>
                    </a:cubicBezTo>
                    <a:cubicBezTo>
                      <a:pt x="232" y="632"/>
                      <a:pt x="232" y="632"/>
                      <a:pt x="232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3"/>
                      <a:pt x="233" y="633"/>
                      <a:pt x="233" y="633"/>
                    </a:cubicBezTo>
                    <a:cubicBezTo>
                      <a:pt x="233" y="633"/>
                      <a:pt x="233" y="633"/>
                      <a:pt x="233" y="633"/>
                    </a:cubicBezTo>
                    <a:cubicBezTo>
                      <a:pt x="233" y="633"/>
                      <a:pt x="233" y="633"/>
                      <a:pt x="233" y="633"/>
                    </a:cubicBezTo>
                    <a:cubicBezTo>
                      <a:pt x="233" y="633"/>
                      <a:pt x="233" y="633"/>
                      <a:pt x="233" y="633"/>
                    </a:cubicBezTo>
                    <a:cubicBezTo>
                      <a:pt x="234" y="633"/>
                      <a:pt x="234" y="633"/>
                      <a:pt x="234" y="633"/>
                    </a:cubicBezTo>
                    <a:cubicBezTo>
                      <a:pt x="234" y="633"/>
                      <a:pt x="234" y="633"/>
                      <a:pt x="234" y="633"/>
                    </a:cubicBezTo>
                    <a:cubicBezTo>
                      <a:pt x="234" y="633"/>
                      <a:pt x="234" y="633"/>
                      <a:pt x="234" y="633"/>
                    </a:cubicBezTo>
                    <a:cubicBezTo>
                      <a:pt x="234" y="633"/>
                      <a:pt x="234" y="633"/>
                      <a:pt x="234" y="633"/>
                    </a:cubicBezTo>
                    <a:cubicBezTo>
                      <a:pt x="234" y="633"/>
                      <a:pt x="234" y="633"/>
                      <a:pt x="234" y="633"/>
                    </a:cubicBezTo>
                    <a:cubicBezTo>
                      <a:pt x="234" y="633"/>
                      <a:pt x="234" y="633"/>
                      <a:pt x="234" y="633"/>
                    </a:cubicBezTo>
                    <a:cubicBezTo>
                      <a:pt x="234" y="634"/>
                      <a:pt x="234" y="634"/>
                      <a:pt x="234" y="634"/>
                    </a:cubicBezTo>
                    <a:cubicBezTo>
                      <a:pt x="234" y="634"/>
                      <a:pt x="234" y="634"/>
                      <a:pt x="234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5"/>
                      <a:pt x="235" y="635"/>
                      <a:pt x="235" y="635"/>
                    </a:cubicBezTo>
                    <a:cubicBezTo>
                      <a:pt x="235" y="635"/>
                      <a:pt x="235" y="635"/>
                      <a:pt x="235" y="635"/>
                    </a:cubicBezTo>
                    <a:cubicBezTo>
                      <a:pt x="235" y="635"/>
                      <a:pt x="235" y="635"/>
                      <a:pt x="235" y="635"/>
                    </a:cubicBezTo>
                    <a:cubicBezTo>
                      <a:pt x="235" y="635"/>
                      <a:pt x="235" y="635"/>
                      <a:pt x="235" y="635"/>
                    </a:cubicBezTo>
                    <a:cubicBezTo>
                      <a:pt x="235" y="635"/>
                      <a:pt x="235" y="635"/>
                      <a:pt x="235" y="635"/>
                    </a:cubicBezTo>
                    <a:cubicBezTo>
                      <a:pt x="235" y="635"/>
                      <a:pt x="235" y="635"/>
                      <a:pt x="235" y="635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7"/>
                      <a:pt x="235" y="637"/>
                      <a:pt x="235" y="637"/>
                    </a:cubicBezTo>
                    <a:cubicBezTo>
                      <a:pt x="235" y="637"/>
                      <a:pt x="235" y="637"/>
                      <a:pt x="235" y="637"/>
                    </a:cubicBezTo>
                    <a:cubicBezTo>
                      <a:pt x="235" y="637"/>
                      <a:pt x="235" y="637"/>
                      <a:pt x="235" y="637"/>
                    </a:cubicBezTo>
                    <a:cubicBezTo>
                      <a:pt x="235" y="637"/>
                      <a:pt x="235" y="637"/>
                      <a:pt x="235" y="637"/>
                    </a:cubicBezTo>
                    <a:cubicBezTo>
                      <a:pt x="236" y="637"/>
                      <a:pt x="236" y="637"/>
                      <a:pt x="236" y="637"/>
                    </a:cubicBezTo>
                    <a:cubicBezTo>
                      <a:pt x="236" y="637"/>
                      <a:pt x="236" y="637"/>
                      <a:pt x="236" y="637"/>
                    </a:cubicBezTo>
                    <a:cubicBezTo>
                      <a:pt x="236" y="637"/>
                      <a:pt x="236" y="637"/>
                      <a:pt x="236" y="637"/>
                    </a:cubicBezTo>
                    <a:cubicBezTo>
                      <a:pt x="236" y="637"/>
                      <a:pt x="236" y="637"/>
                      <a:pt x="236" y="637"/>
                    </a:cubicBezTo>
                    <a:cubicBezTo>
                      <a:pt x="236" y="638"/>
                      <a:pt x="236" y="638"/>
                      <a:pt x="236" y="638"/>
                    </a:cubicBezTo>
                    <a:cubicBezTo>
                      <a:pt x="236" y="638"/>
                      <a:pt x="236" y="638"/>
                      <a:pt x="236" y="638"/>
                    </a:cubicBezTo>
                    <a:cubicBezTo>
                      <a:pt x="235" y="638"/>
                      <a:pt x="235" y="638"/>
                      <a:pt x="235" y="638"/>
                    </a:cubicBezTo>
                    <a:cubicBezTo>
                      <a:pt x="235" y="638"/>
                      <a:pt x="235" y="638"/>
                      <a:pt x="235" y="638"/>
                    </a:cubicBezTo>
                    <a:cubicBezTo>
                      <a:pt x="235" y="639"/>
                      <a:pt x="235" y="639"/>
                      <a:pt x="235" y="639"/>
                    </a:cubicBezTo>
                    <a:cubicBezTo>
                      <a:pt x="235" y="639"/>
                      <a:pt x="235" y="639"/>
                      <a:pt x="235" y="639"/>
                    </a:cubicBezTo>
                    <a:cubicBezTo>
                      <a:pt x="235" y="639"/>
                      <a:pt x="235" y="639"/>
                      <a:pt x="235" y="639"/>
                    </a:cubicBezTo>
                    <a:cubicBezTo>
                      <a:pt x="235" y="639"/>
                      <a:pt x="235" y="639"/>
                      <a:pt x="235" y="639"/>
                    </a:cubicBezTo>
                    <a:cubicBezTo>
                      <a:pt x="234" y="639"/>
                      <a:pt x="234" y="639"/>
                      <a:pt x="234" y="639"/>
                    </a:cubicBezTo>
                    <a:cubicBezTo>
                      <a:pt x="234" y="639"/>
                      <a:pt x="234" y="639"/>
                      <a:pt x="234" y="639"/>
                    </a:cubicBezTo>
                    <a:cubicBezTo>
                      <a:pt x="234" y="639"/>
                      <a:pt x="234" y="639"/>
                      <a:pt x="234" y="639"/>
                    </a:cubicBezTo>
                    <a:cubicBezTo>
                      <a:pt x="234" y="639"/>
                      <a:pt x="234" y="639"/>
                      <a:pt x="234" y="639"/>
                    </a:cubicBezTo>
                    <a:cubicBezTo>
                      <a:pt x="234" y="640"/>
                      <a:pt x="234" y="640"/>
                      <a:pt x="234" y="640"/>
                    </a:cubicBezTo>
                    <a:cubicBezTo>
                      <a:pt x="234" y="640"/>
                      <a:pt x="234" y="640"/>
                      <a:pt x="234" y="640"/>
                    </a:cubicBezTo>
                    <a:cubicBezTo>
                      <a:pt x="234" y="640"/>
                      <a:pt x="234" y="640"/>
                      <a:pt x="234" y="640"/>
                    </a:cubicBezTo>
                    <a:cubicBezTo>
                      <a:pt x="234" y="640"/>
                      <a:pt x="234" y="640"/>
                      <a:pt x="234" y="640"/>
                    </a:cubicBezTo>
                    <a:cubicBezTo>
                      <a:pt x="234" y="640"/>
                      <a:pt x="234" y="640"/>
                      <a:pt x="234" y="640"/>
                    </a:cubicBezTo>
                    <a:cubicBezTo>
                      <a:pt x="234" y="640"/>
                      <a:pt x="234" y="640"/>
                      <a:pt x="234" y="640"/>
                    </a:cubicBezTo>
                    <a:cubicBezTo>
                      <a:pt x="229" y="642"/>
                      <a:pt x="229" y="642"/>
                      <a:pt x="229" y="642"/>
                    </a:cubicBezTo>
                    <a:cubicBezTo>
                      <a:pt x="229" y="642"/>
                      <a:pt x="229" y="642"/>
                      <a:pt x="229" y="642"/>
                    </a:cubicBezTo>
                    <a:cubicBezTo>
                      <a:pt x="226" y="645"/>
                      <a:pt x="226" y="645"/>
                      <a:pt x="226" y="645"/>
                    </a:cubicBezTo>
                    <a:cubicBezTo>
                      <a:pt x="226" y="645"/>
                      <a:pt x="226" y="645"/>
                      <a:pt x="226" y="645"/>
                    </a:cubicBezTo>
                    <a:cubicBezTo>
                      <a:pt x="223" y="648"/>
                      <a:pt x="223" y="648"/>
                      <a:pt x="223" y="648"/>
                    </a:cubicBezTo>
                    <a:cubicBezTo>
                      <a:pt x="223" y="648"/>
                      <a:pt x="223" y="648"/>
                      <a:pt x="223" y="648"/>
                    </a:cubicBezTo>
                    <a:cubicBezTo>
                      <a:pt x="220" y="652"/>
                      <a:pt x="220" y="652"/>
                      <a:pt x="220" y="652"/>
                    </a:cubicBezTo>
                    <a:cubicBezTo>
                      <a:pt x="220" y="652"/>
                      <a:pt x="220" y="652"/>
                      <a:pt x="220" y="652"/>
                    </a:cubicBezTo>
                    <a:cubicBezTo>
                      <a:pt x="217" y="656"/>
                      <a:pt x="217" y="656"/>
                      <a:pt x="217" y="656"/>
                    </a:cubicBezTo>
                    <a:cubicBezTo>
                      <a:pt x="217" y="656"/>
                      <a:pt x="217" y="656"/>
                      <a:pt x="217" y="656"/>
                    </a:cubicBezTo>
                    <a:cubicBezTo>
                      <a:pt x="215" y="659"/>
                      <a:pt x="215" y="659"/>
                      <a:pt x="215" y="659"/>
                    </a:cubicBezTo>
                    <a:cubicBezTo>
                      <a:pt x="215" y="659"/>
                      <a:pt x="215" y="659"/>
                      <a:pt x="215" y="659"/>
                    </a:cubicBezTo>
                    <a:cubicBezTo>
                      <a:pt x="212" y="663"/>
                      <a:pt x="212" y="663"/>
                      <a:pt x="212" y="663"/>
                    </a:cubicBezTo>
                    <a:cubicBezTo>
                      <a:pt x="212" y="663"/>
                      <a:pt x="212" y="663"/>
                      <a:pt x="212" y="663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1" y="667"/>
                      <a:pt x="211" y="667"/>
                      <a:pt x="211" y="667"/>
                    </a:cubicBezTo>
                    <a:cubicBezTo>
                      <a:pt x="211" y="667"/>
                      <a:pt x="211" y="667"/>
                      <a:pt x="211" y="667"/>
                    </a:cubicBezTo>
                    <a:cubicBezTo>
                      <a:pt x="222" y="661"/>
                      <a:pt x="222" y="661"/>
                      <a:pt x="222" y="661"/>
                    </a:cubicBezTo>
                    <a:cubicBezTo>
                      <a:pt x="222" y="661"/>
                      <a:pt x="222" y="661"/>
                      <a:pt x="222" y="661"/>
                    </a:cubicBezTo>
                    <a:cubicBezTo>
                      <a:pt x="222" y="659"/>
                      <a:pt x="222" y="659"/>
                      <a:pt x="222" y="659"/>
                    </a:cubicBezTo>
                    <a:cubicBezTo>
                      <a:pt x="222" y="659"/>
                      <a:pt x="222" y="659"/>
                      <a:pt x="222" y="659"/>
                    </a:cubicBezTo>
                    <a:cubicBezTo>
                      <a:pt x="222" y="653"/>
                      <a:pt x="222" y="653"/>
                      <a:pt x="222" y="653"/>
                    </a:cubicBezTo>
                    <a:cubicBezTo>
                      <a:pt x="222" y="653"/>
                      <a:pt x="222" y="653"/>
                      <a:pt x="222" y="653"/>
                    </a:cubicBezTo>
                    <a:cubicBezTo>
                      <a:pt x="223" y="652"/>
                      <a:pt x="223" y="652"/>
                      <a:pt x="223" y="652"/>
                    </a:cubicBezTo>
                    <a:cubicBezTo>
                      <a:pt x="223" y="652"/>
                      <a:pt x="223" y="652"/>
                      <a:pt x="223" y="652"/>
                    </a:cubicBezTo>
                    <a:cubicBezTo>
                      <a:pt x="224" y="652"/>
                      <a:pt x="224" y="652"/>
                      <a:pt x="224" y="652"/>
                    </a:cubicBezTo>
                    <a:cubicBezTo>
                      <a:pt x="224" y="652"/>
                      <a:pt x="224" y="652"/>
                      <a:pt x="224" y="652"/>
                    </a:cubicBezTo>
                    <a:cubicBezTo>
                      <a:pt x="224" y="652"/>
                      <a:pt x="224" y="652"/>
                      <a:pt x="224" y="652"/>
                    </a:cubicBezTo>
                    <a:cubicBezTo>
                      <a:pt x="224" y="652"/>
                      <a:pt x="224" y="652"/>
                      <a:pt x="224" y="652"/>
                    </a:cubicBezTo>
                    <a:cubicBezTo>
                      <a:pt x="224" y="652"/>
                      <a:pt x="224" y="652"/>
                      <a:pt x="224" y="652"/>
                    </a:cubicBezTo>
                    <a:cubicBezTo>
                      <a:pt x="224" y="652"/>
                      <a:pt x="224" y="652"/>
                      <a:pt x="224" y="652"/>
                    </a:cubicBezTo>
                    <a:cubicBezTo>
                      <a:pt x="225" y="652"/>
                      <a:pt x="225" y="652"/>
                      <a:pt x="225" y="652"/>
                    </a:cubicBezTo>
                    <a:cubicBezTo>
                      <a:pt x="225" y="652"/>
                      <a:pt x="225" y="652"/>
                      <a:pt x="225" y="652"/>
                    </a:cubicBezTo>
                    <a:cubicBezTo>
                      <a:pt x="225" y="653"/>
                      <a:pt x="225" y="653"/>
                      <a:pt x="225" y="653"/>
                    </a:cubicBezTo>
                    <a:cubicBezTo>
                      <a:pt x="225" y="653"/>
                      <a:pt x="225" y="653"/>
                      <a:pt x="225" y="653"/>
                    </a:cubicBezTo>
                    <a:cubicBezTo>
                      <a:pt x="225" y="653"/>
                      <a:pt x="225" y="653"/>
                      <a:pt x="225" y="653"/>
                    </a:cubicBezTo>
                    <a:cubicBezTo>
                      <a:pt x="225" y="653"/>
                      <a:pt x="225" y="653"/>
                      <a:pt x="225" y="653"/>
                    </a:cubicBezTo>
                    <a:cubicBezTo>
                      <a:pt x="226" y="653"/>
                      <a:pt x="226" y="653"/>
                      <a:pt x="226" y="653"/>
                    </a:cubicBezTo>
                    <a:cubicBezTo>
                      <a:pt x="226" y="653"/>
                      <a:pt x="226" y="653"/>
                      <a:pt x="226" y="653"/>
                    </a:cubicBezTo>
                    <a:cubicBezTo>
                      <a:pt x="226" y="653"/>
                      <a:pt x="226" y="653"/>
                      <a:pt x="226" y="653"/>
                    </a:cubicBezTo>
                    <a:cubicBezTo>
                      <a:pt x="226" y="653"/>
                      <a:pt x="226" y="653"/>
                      <a:pt x="226" y="653"/>
                    </a:cubicBezTo>
                    <a:cubicBezTo>
                      <a:pt x="226" y="654"/>
                      <a:pt x="226" y="654"/>
                      <a:pt x="226" y="654"/>
                    </a:cubicBezTo>
                    <a:cubicBezTo>
                      <a:pt x="226" y="654"/>
                      <a:pt x="226" y="654"/>
                      <a:pt x="226" y="654"/>
                    </a:cubicBezTo>
                    <a:cubicBezTo>
                      <a:pt x="226" y="654"/>
                      <a:pt x="226" y="654"/>
                      <a:pt x="226" y="654"/>
                    </a:cubicBezTo>
                    <a:cubicBezTo>
                      <a:pt x="226" y="654"/>
                      <a:pt x="226" y="654"/>
                      <a:pt x="226" y="654"/>
                    </a:cubicBezTo>
                    <a:cubicBezTo>
                      <a:pt x="226" y="655"/>
                      <a:pt x="226" y="655"/>
                      <a:pt x="226" y="655"/>
                    </a:cubicBezTo>
                    <a:cubicBezTo>
                      <a:pt x="226" y="655"/>
                      <a:pt x="226" y="655"/>
                      <a:pt x="226" y="655"/>
                    </a:cubicBezTo>
                    <a:cubicBezTo>
                      <a:pt x="226" y="655"/>
                      <a:pt x="226" y="655"/>
                      <a:pt x="226" y="655"/>
                    </a:cubicBezTo>
                    <a:cubicBezTo>
                      <a:pt x="226" y="655"/>
                      <a:pt x="226" y="655"/>
                      <a:pt x="226" y="655"/>
                    </a:cubicBezTo>
                    <a:cubicBezTo>
                      <a:pt x="226" y="656"/>
                      <a:pt x="226" y="656"/>
                      <a:pt x="226" y="656"/>
                    </a:cubicBezTo>
                    <a:cubicBezTo>
                      <a:pt x="226" y="656"/>
                      <a:pt x="226" y="656"/>
                      <a:pt x="226" y="656"/>
                    </a:cubicBezTo>
                    <a:cubicBezTo>
                      <a:pt x="225" y="656"/>
                      <a:pt x="225" y="656"/>
                      <a:pt x="225" y="656"/>
                    </a:cubicBezTo>
                    <a:cubicBezTo>
                      <a:pt x="225" y="656"/>
                      <a:pt x="225" y="656"/>
                      <a:pt x="225" y="656"/>
                    </a:cubicBezTo>
                    <a:cubicBezTo>
                      <a:pt x="225" y="657"/>
                      <a:pt x="225" y="657"/>
                      <a:pt x="225" y="657"/>
                    </a:cubicBezTo>
                    <a:cubicBezTo>
                      <a:pt x="225" y="657"/>
                      <a:pt x="225" y="657"/>
                      <a:pt x="225" y="657"/>
                    </a:cubicBezTo>
                    <a:cubicBezTo>
                      <a:pt x="226" y="657"/>
                      <a:pt x="226" y="657"/>
                      <a:pt x="226" y="657"/>
                    </a:cubicBezTo>
                    <a:cubicBezTo>
                      <a:pt x="226" y="657"/>
                      <a:pt x="226" y="657"/>
                      <a:pt x="226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229" y="657"/>
                      <a:pt x="229" y="657"/>
                      <a:pt x="229" y="657"/>
                    </a:cubicBezTo>
                    <a:cubicBezTo>
                      <a:pt x="229" y="657"/>
                      <a:pt x="229" y="657"/>
                      <a:pt x="229" y="657"/>
                    </a:cubicBezTo>
                    <a:cubicBezTo>
                      <a:pt x="230" y="656"/>
                      <a:pt x="230" y="656"/>
                      <a:pt x="230" y="656"/>
                    </a:cubicBezTo>
                    <a:cubicBezTo>
                      <a:pt x="230" y="656"/>
                      <a:pt x="230" y="656"/>
                      <a:pt x="230" y="656"/>
                    </a:cubicBezTo>
                    <a:cubicBezTo>
                      <a:pt x="232" y="655"/>
                      <a:pt x="232" y="655"/>
                      <a:pt x="232" y="655"/>
                    </a:cubicBezTo>
                    <a:cubicBezTo>
                      <a:pt x="232" y="655"/>
                      <a:pt x="232" y="655"/>
                      <a:pt x="232" y="655"/>
                    </a:cubicBezTo>
                    <a:cubicBezTo>
                      <a:pt x="233" y="655"/>
                      <a:pt x="233" y="655"/>
                      <a:pt x="233" y="655"/>
                    </a:cubicBezTo>
                    <a:cubicBezTo>
                      <a:pt x="233" y="655"/>
                      <a:pt x="233" y="655"/>
                      <a:pt x="233" y="655"/>
                    </a:cubicBezTo>
                    <a:cubicBezTo>
                      <a:pt x="235" y="654"/>
                      <a:pt x="235" y="654"/>
                      <a:pt x="235" y="654"/>
                    </a:cubicBezTo>
                    <a:cubicBezTo>
                      <a:pt x="235" y="654"/>
                      <a:pt x="235" y="654"/>
                      <a:pt x="235" y="654"/>
                    </a:cubicBezTo>
                    <a:cubicBezTo>
                      <a:pt x="236" y="653"/>
                      <a:pt x="236" y="653"/>
                      <a:pt x="236" y="653"/>
                    </a:cubicBezTo>
                    <a:cubicBezTo>
                      <a:pt x="236" y="653"/>
                      <a:pt x="236" y="653"/>
                      <a:pt x="236" y="653"/>
                    </a:cubicBezTo>
                    <a:cubicBezTo>
                      <a:pt x="238" y="652"/>
                      <a:pt x="238" y="652"/>
                      <a:pt x="238" y="652"/>
                    </a:cubicBezTo>
                    <a:cubicBezTo>
                      <a:pt x="238" y="652"/>
                      <a:pt x="238" y="652"/>
                      <a:pt x="238" y="652"/>
                    </a:cubicBezTo>
                    <a:cubicBezTo>
                      <a:pt x="240" y="644"/>
                      <a:pt x="240" y="644"/>
                      <a:pt x="240" y="644"/>
                    </a:cubicBezTo>
                    <a:cubicBezTo>
                      <a:pt x="240" y="644"/>
                      <a:pt x="240" y="644"/>
                      <a:pt x="240" y="644"/>
                    </a:cubicBezTo>
                    <a:cubicBezTo>
                      <a:pt x="241" y="644"/>
                      <a:pt x="241" y="644"/>
                      <a:pt x="241" y="644"/>
                    </a:cubicBezTo>
                    <a:cubicBezTo>
                      <a:pt x="241" y="644"/>
                      <a:pt x="241" y="644"/>
                      <a:pt x="241" y="644"/>
                    </a:cubicBezTo>
                    <a:cubicBezTo>
                      <a:pt x="242" y="645"/>
                      <a:pt x="242" y="645"/>
                      <a:pt x="242" y="645"/>
                    </a:cubicBezTo>
                    <a:cubicBezTo>
                      <a:pt x="242" y="645"/>
                      <a:pt x="242" y="645"/>
                      <a:pt x="242" y="645"/>
                    </a:cubicBezTo>
                    <a:cubicBezTo>
                      <a:pt x="243" y="645"/>
                      <a:pt x="243" y="645"/>
                      <a:pt x="243" y="645"/>
                    </a:cubicBezTo>
                    <a:cubicBezTo>
                      <a:pt x="243" y="645"/>
                      <a:pt x="243" y="645"/>
                      <a:pt x="243" y="645"/>
                    </a:cubicBezTo>
                    <a:cubicBezTo>
                      <a:pt x="244" y="645"/>
                      <a:pt x="244" y="645"/>
                      <a:pt x="244" y="645"/>
                    </a:cubicBezTo>
                    <a:cubicBezTo>
                      <a:pt x="244" y="645"/>
                      <a:pt x="244" y="645"/>
                      <a:pt x="244" y="645"/>
                    </a:cubicBezTo>
                    <a:cubicBezTo>
                      <a:pt x="244" y="646"/>
                      <a:pt x="244" y="646"/>
                      <a:pt x="244" y="646"/>
                    </a:cubicBezTo>
                    <a:cubicBezTo>
                      <a:pt x="244" y="646"/>
                      <a:pt x="244" y="646"/>
                      <a:pt x="244" y="646"/>
                    </a:cubicBezTo>
                    <a:cubicBezTo>
                      <a:pt x="245" y="647"/>
                      <a:pt x="245" y="647"/>
                      <a:pt x="245" y="647"/>
                    </a:cubicBezTo>
                    <a:cubicBezTo>
                      <a:pt x="245" y="647"/>
                      <a:pt x="245" y="647"/>
                      <a:pt x="245" y="647"/>
                    </a:cubicBezTo>
                    <a:cubicBezTo>
                      <a:pt x="246" y="648"/>
                      <a:pt x="246" y="648"/>
                      <a:pt x="246" y="648"/>
                    </a:cubicBezTo>
                    <a:cubicBezTo>
                      <a:pt x="246" y="648"/>
                      <a:pt x="246" y="648"/>
                      <a:pt x="246" y="648"/>
                    </a:cubicBezTo>
                    <a:cubicBezTo>
                      <a:pt x="247" y="648"/>
                      <a:pt x="247" y="648"/>
                      <a:pt x="247" y="648"/>
                    </a:cubicBezTo>
                    <a:cubicBezTo>
                      <a:pt x="247" y="648"/>
                      <a:pt x="247" y="648"/>
                      <a:pt x="247" y="648"/>
                    </a:cubicBezTo>
                    <a:cubicBezTo>
                      <a:pt x="246" y="649"/>
                      <a:pt x="246" y="649"/>
                      <a:pt x="246" y="649"/>
                    </a:cubicBezTo>
                    <a:cubicBezTo>
                      <a:pt x="246" y="649"/>
                      <a:pt x="246" y="649"/>
                      <a:pt x="246" y="649"/>
                    </a:cubicBezTo>
                    <a:cubicBezTo>
                      <a:pt x="246" y="649"/>
                      <a:pt x="246" y="649"/>
                      <a:pt x="246" y="649"/>
                    </a:cubicBezTo>
                    <a:cubicBezTo>
                      <a:pt x="246" y="649"/>
                      <a:pt x="246" y="649"/>
                      <a:pt x="246" y="649"/>
                    </a:cubicBezTo>
                    <a:cubicBezTo>
                      <a:pt x="245" y="649"/>
                      <a:pt x="245" y="649"/>
                      <a:pt x="245" y="649"/>
                    </a:cubicBezTo>
                    <a:cubicBezTo>
                      <a:pt x="245" y="649"/>
                      <a:pt x="245" y="649"/>
                      <a:pt x="245" y="649"/>
                    </a:cubicBezTo>
                    <a:cubicBezTo>
                      <a:pt x="245" y="650"/>
                      <a:pt x="245" y="650"/>
                      <a:pt x="245" y="650"/>
                    </a:cubicBezTo>
                    <a:cubicBezTo>
                      <a:pt x="245" y="650"/>
                      <a:pt x="245" y="650"/>
                      <a:pt x="245" y="650"/>
                    </a:cubicBezTo>
                    <a:cubicBezTo>
                      <a:pt x="244" y="650"/>
                      <a:pt x="244" y="650"/>
                      <a:pt x="244" y="650"/>
                    </a:cubicBezTo>
                    <a:cubicBezTo>
                      <a:pt x="244" y="650"/>
                      <a:pt x="244" y="650"/>
                      <a:pt x="244" y="650"/>
                    </a:cubicBezTo>
                    <a:cubicBezTo>
                      <a:pt x="244" y="650"/>
                      <a:pt x="244" y="650"/>
                      <a:pt x="244" y="650"/>
                    </a:cubicBezTo>
                    <a:cubicBezTo>
                      <a:pt x="244" y="650"/>
                      <a:pt x="244" y="650"/>
                      <a:pt x="244" y="650"/>
                    </a:cubicBezTo>
                    <a:cubicBezTo>
                      <a:pt x="244" y="650"/>
                      <a:pt x="244" y="650"/>
                      <a:pt x="244" y="650"/>
                    </a:cubicBezTo>
                    <a:cubicBezTo>
                      <a:pt x="244" y="650"/>
                      <a:pt x="244" y="650"/>
                      <a:pt x="244" y="650"/>
                    </a:cubicBezTo>
                    <a:cubicBezTo>
                      <a:pt x="243" y="650"/>
                      <a:pt x="243" y="650"/>
                      <a:pt x="243" y="650"/>
                    </a:cubicBezTo>
                    <a:cubicBezTo>
                      <a:pt x="243" y="650"/>
                      <a:pt x="243" y="650"/>
                      <a:pt x="243" y="650"/>
                    </a:cubicBezTo>
                    <a:cubicBezTo>
                      <a:pt x="238" y="657"/>
                      <a:pt x="238" y="657"/>
                      <a:pt x="238" y="657"/>
                    </a:cubicBezTo>
                    <a:cubicBezTo>
                      <a:pt x="238" y="657"/>
                      <a:pt x="238" y="657"/>
                      <a:pt x="238" y="657"/>
                    </a:cubicBezTo>
                    <a:cubicBezTo>
                      <a:pt x="235" y="664"/>
                      <a:pt x="235" y="664"/>
                      <a:pt x="235" y="664"/>
                    </a:cubicBezTo>
                    <a:cubicBezTo>
                      <a:pt x="235" y="664"/>
                      <a:pt x="235" y="664"/>
                      <a:pt x="235" y="664"/>
                    </a:cubicBezTo>
                    <a:cubicBezTo>
                      <a:pt x="240" y="663"/>
                      <a:pt x="240" y="663"/>
                      <a:pt x="240" y="663"/>
                    </a:cubicBezTo>
                    <a:cubicBezTo>
                      <a:pt x="240" y="663"/>
                      <a:pt x="240" y="663"/>
                      <a:pt x="240" y="663"/>
                    </a:cubicBezTo>
                    <a:cubicBezTo>
                      <a:pt x="250" y="659"/>
                      <a:pt x="250" y="659"/>
                      <a:pt x="250" y="659"/>
                    </a:cubicBezTo>
                    <a:cubicBezTo>
                      <a:pt x="250" y="659"/>
                      <a:pt x="250" y="659"/>
                      <a:pt x="250" y="659"/>
                    </a:cubicBezTo>
                    <a:cubicBezTo>
                      <a:pt x="250" y="659"/>
                      <a:pt x="250" y="659"/>
                      <a:pt x="250" y="659"/>
                    </a:cubicBezTo>
                    <a:cubicBezTo>
                      <a:pt x="250" y="659"/>
                      <a:pt x="250" y="659"/>
                      <a:pt x="250" y="659"/>
                    </a:cubicBezTo>
                    <a:cubicBezTo>
                      <a:pt x="251" y="659"/>
                      <a:pt x="251" y="659"/>
                      <a:pt x="251" y="659"/>
                    </a:cubicBezTo>
                    <a:cubicBezTo>
                      <a:pt x="251" y="659"/>
                      <a:pt x="251" y="659"/>
                      <a:pt x="251" y="659"/>
                    </a:cubicBezTo>
                    <a:cubicBezTo>
                      <a:pt x="251" y="659"/>
                      <a:pt x="251" y="659"/>
                      <a:pt x="251" y="659"/>
                    </a:cubicBezTo>
                    <a:cubicBezTo>
                      <a:pt x="251" y="659"/>
                      <a:pt x="251" y="659"/>
                      <a:pt x="251" y="659"/>
                    </a:cubicBezTo>
                    <a:cubicBezTo>
                      <a:pt x="252" y="660"/>
                      <a:pt x="252" y="660"/>
                      <a:pt x="252" y="660"/>
                    </a:cubicBezTo>
                    <a:cubicBezTo>
                      <a:pt x="252" y="660"/>
                      <a:pt x="252" y="660"/>
                      <a:pt x="252" y="660"/>
                    </a:cubicBezTo>
                    <a:cubicBezTo>
                      <a:pt x="252" y="660"/>
                      <a:pt x="252" y="660"/>
                      <a:pt x="252" y="660"/>
                    </a:cubicBezTo>
                    <a:cubicBezTo>
                      <a:pt x="252" y="660"/>
                      <a:pt x="252" y="660"/>
                      <a:pt x="252" y="660"/>
                    </a:cubicBezTo>
                    <a:cubicBezTo>
                      <a:pt x="252" y="661"/>
                      <a:pt x="252" y="661"/>
                      <a:pt x="252" y="661"/>
                    </a:cubicBezTo>
                    <a:cubicBezTo>
                      <a:pt x="252" y="661"/>
                      <a:pt x="252" y="661"/>
                      <a:pt x="252" y="661"/>
                    </a:cubicBezTo>
                    <a:cubicBezTo>
                      <a:pt x="253" y="661"/>
                      <a:pt x="253" y="661"/>
                      <a:pt x="253" y="661"/>
                    </a:cubicBezTo>
                    <a:cubicBezTo>
                      <a:pt x="253" y="661"/>
                      <a:pt x="253" y="661"/>
                      <a:pt x="253" y="661"/>
                    </a:cubicBezTo>
                    <a:cubicBezTo>
                      <a:pt x="253" y="661"/>
                      <a:pt x="253" y="661"/>
                      <a:pt x="253" y="661"/>
                    </a:cubicBezTo>
                    <a:cubicBezTo>
                      <a:pt x="253" y="661"/>
                      <a:pt x="253" y="661"/>
                      <a:pt x="253" y="661"/>
                    </a:cubicBezTo>
                    <a:cubicBezTo>
                      <a:pt x="241" y="667"/>
                      <a:pt x="241" y="667"/>
                      <a:pt x="241" y="667"/>
                    </a:cubicBezTo>
                    <a:cubicBezTo>
                      <a:pt x="241" y="667"/>
                      <a:pt x="241" y="667"/>
                      <a:pt x="241" y="667"/>
                    </a:cubicBezTo>
                    <a:cubicBezTo>
                      <a:pt x="241" y="667"/>
                      <a:pt x="241" y="667"/>
                      <a:pt x="241" y="667"/>
                    </a:cubicBezTo>
                    <a:cubicBezTo>
                      <a:pt x="241" y="667"/>
                      <a:pt x="241" y="667"/>
                      <a:pt x="241" y="667"/>
                    </a:cubicBezTo>
                    <a:cubicBezTo>
                      <a:pt x="240" y="667"/>
                      <a:pt x="240" y="667"/>
                      <a:pt x="240" y="667"/>
                    </a:cubicBezTo>
                    <a:cubicBezTo>
                      <a:pt x="240" y="667"/>
                      <a:pt x="240" y="667"/>
                      <a:pt x="240" y="667"/>
                    </a:cubicBezTo>
                    <a:cubicBezTo>
                      <a:pt x="239" y="667"/>
                      <a:pt x="239" y="667"/>
                      <a:pt x="239" y="667"/>
                    </a:cubicBezTo>
                    <a:cubicBezTo>
                      <a:pt x="239" y="667"/>
                      <a:pt x="239" y="667"/>
                      <a:pt x="239" y="667"/>
                    </a:cubicBezTo>
                    <a:cubicBezTo>
                      <a:pt x="239" y="667"/>
                      <a:pt x="239" y="667"/>
                      <a:pt x="239" y="667"/>
                    </a:cubicBezTo>
                    <a:cubicBezTo>
                      <a:pt x="239" y="667"/>
                      <a:pt x="239" y="667"/>
                      <a:pt x="239" y="667"/>
                    </a:cubicBezTo>
                    <a:cubicBezTo>
                      <a:pt x="238" y="668"/>
                      <a:pt x="238" y="668"/>
                      <a:pt x="238" y="668"/>
                    </a:cubicBezTo>
                    <a:cubicBezTo>
                      <a:pt x="238" y="668"/>
                      <a:pt x="238" y="668"/>
                      <a:pt x="238" y="668"/>
                    </a:cubicBezTo>
                    <a:cubicBezTo>
                      <a:pt x="237" y="668"/>
                      <a:pt x="237" y="668"/>
                      <a:pt x="237" y="668"/>
                    </a:cubicBezTo>
                    <a:cubicBezTo>
                      <a:pt x="237" y="668"/>
                      <a:pt x="237" y="668"/>
                      <a:pt x="237" y="668"/>
                    </a:cubicBezTo>
                    <a:cubicBezTo>
                      <a:pt x="237" y="668"/>
                      <a:pt x="237" y="668"/>
                      <a:pt x="237" y="668"/>
                    </a:cubicBezTo>
                    <a:cubicBezTo>
                      <a:pt x="237" y="668"/>
                      <a:pt x="237" y="668"/>
                      <a:pt x="237" y="668"/>
                    </a:cubicBezTo>
                    <a:cubicBezTo>
                      <a:pt x="236" y="668"/>
                      <a:pt x="236" y="668"/>
                      <a:pt x="236" y="668"/>
                    </a:cubicBezTo>
                    <a:cubicBezTo>
                      <a:pt x="236" y="668"/>
                      <a:pt x="236" y="668"/>
                      <a:pt x="236" y="668"/>
                    </a:cubicBezTo>
                    <a:cubicBezTo>
                      <a:pt x="231" y="670"/>
                      <a:pt x="231" y="670"/>
                      <a:pt x="231" y="670"/>
                    </a:cubicBezTo>
                    <a:cubicBezTo>
                      <a:pt x="231" y="670"/>
                      <a:pt x="231" y="670"/>
                      <a:pt x="231" y="670"/>
                    </a:cubicBezTo>
                    <a:cubicBezTo>
                      <a:pt x="230" y="671"/>
                      <a:pt x="230" y="671"/>
                      <a:pt x="230" y="671"/>
                    </a:cubicBezTo>
                    <a:cubicBezTo>
                      <a:pt x="230" y="671"/>
                      <a:pt x="230" y="671"/>
                      <a:pt x="230" y="671"/>
                    </a:cubicBezTo>
                    <a:cubicBezTo>
                      <a:pt x="231" y="672"/>
                      <a:pt x="231" y="672"/>
                      <a:pt x="231" y="672"/>
                    </a:cubicBezTo>
                    <a:cubicBezTo>
                      <a:pt x="231" y="672"/>
                      <a:pt x="231" y="672"/>
                      <a:pt x="231" y="672"/>
                    </a:cubicBezTo>
                    <a:cubicBezTo>
                      <a:pt x="231" y="673"/>
                      <a:pt x="231" y="673"/>
                      <a:pt x="231" y="673"/>
                    </a:cubicBezTo>
                    <a:cubicBezTo>
                      <a:pt x="231" y="673"/>
                      <a:pt x="231" y="673"/>
                      <a:pt x="231" y="673"/>
                    </a:cubicBezTo>
                    <a:cubicBezTo>
                      <a:pt x="232" y="674"/>
                      <a:pt x="232" y="674"/>
                      <a:pt x="232" y="674"/>
                    </a:cubicBezTo>
                    <a:cubicBezTo>
                      <a:pt x="232" y="674"/>
                      <a:pt x="232" y="674"/>
                      <a:pt x="232" y="674"/>
                    </a:cubicBezTo>
                    <a:cubicBezTo>
                      <a:pt x="232" y="674"/>
                      <a:pt x="232" y="674"/>
                      <a:pt x="232" y="674"/>
                    </a:cubicBezTo>
                    <a:cubicBezTo>
                      <a:pt x="232" y="674"/>
                      <a:pt x="232" y="674"/>
                      <a:pt x="232" y="674"/>
                    </a:cubicBezTo>
                    <a:cubicBezTo>
                      <a:pt x="232" y="675"/>
                      <a:pt x="232" y="675"/>
                      <a:pt x="232" y="675"/>
                    </a:cubicBezTo>
                    <a:cubicBezTo>
                      <a:pt x="232" y="675"/>
                      <a:pt x="232" y="675"/>
                      <a:pt x="232" y="675"/>
                    </a:cubicBezTo>
                    <a:cubicBezTo>
                      <a:pt x="232" y="676"/>
                      <a:pt x="232" y="676"/>
                      <a:pt x="232" y="676"/>
                    </a:cubicBezTo>
                    <a:cubicBezTo>
                      <a:pt x="232" y="676"/>
                      <a:pt x="232" y="676"/>
                      <a:pt x="232" y="676"/>
                    </a:cubicBezTo>
                    <a:cubicBezTo>
                      <a:pt x="232" y="677"/>
                      <a:pt x="232" y="677"/>
                      <a:pt x="232" y="677"/>
                    </a:cubicBezTo>
                    <a:cubicBezTo>
                      <a:pt x="232" y="677"/>
                      <a:pt x="232" y="677"/>
                      <a:pt x="232" y="677"/>
                    </a:cubicBezTo>
                    <a:cubicBezTo>
                      <a:pt x="233" y="678"/>
                      <a:pt x="233" y="678"/>
                      <a:pt x="233" y="678"/>
                    </a:cubicBezTo>
                    <a:cubicBezTo>
                      <a:pt x="233" y="678"/>
                      <a:pt x="233" y="678"/>
                      <a:pt x="233" y="678"/>
                    </a:cubicBezTo>
                    <a:cubicBezTo>
                      <a:pt x="245" y="675"/>
                      <a:pt x="245" y="675"/>
                      <a:pt x="245" y="675"/>
                    </a:cubicBezTo>
                    <a:cubicBezTo>
                      <a:pt x="245" y="675"/>
                      <a:pt x="245" y="675"/>
                      <a:pt x="245" y="675"/>
                    </a:cubicBezTo>
                    <a:cubicBezTo>
                      <a:pt x="246" y="676"/>
                      <a:pt x="246" y="676"/>
                      <a:pt x="246" y="676"/>
                    </a:cubicBezTo>
                    <a:cubicBezTo>
                      <a:pt x="246" y="676"/>
                      <a:pt x="246" y="676"/>
                      <a:pt x="246" y="676"/>
                    </a:cubicBezTo>
                    <a:cubicBezTo>
                      <a:pt x="246" y="677"/>
                      <a:pt x="246" y="677"/>
                      <a:pt x="246" y="677"/>
                    </a:cubicBezTo>
                    <a:cubicBezTo>
                      <a:pt x="246" y="677"/>
                      <a:pt x="246" y="677"/>
                      <a:pt x="246" y="677"/>
                    </a:cubicBezTo>
                    <a:cubicBezTo>
                      <a:pt x="247" y="677"/>
                      <a:pt x="247" y="677"/>
                      <a:pt x="247" y="677"/>
                    </a:cubicBezTo>
                    <a:cubicBezTo>
                      <a:pt x="247" y="677"/>
                      <a:pt x="247" y="677"/>
                      <a:pt x="247" y="677"/>
                    </a:cubicBezTo>
                    <a:cubicBezTo>
                      <a:pt x="247" y="678"/>
                      <a:pt x="247" y="678"/>
                      <a:pt x="247" y="678"/>
                    </a:cubicBezTo>
                    <a:cubicBezTo>
                      <a:pt x="247" y="678"/>
                      <a:pt x="247" y="678"/>
                      <a:pt x="247" y="678"/>
                    </a:cubicBezTo>
                    <a:cubicBezTo>
                      <a:pt x="247" y="679"/>
                      <a:pt x="247" y="679"/>
                      <a:pt x="247" y="679"/>
                    </a:cubicBezTo>
                    <a:cubicBezTo>
                      <a:pt x="247" y="679"/>
                      <a:pt x="247" y="679"/>
                      <a:pt x="247" y="679"/>
                    </a:cubicBezTo>
                    <a:cubicBezTo>
                      <a:pt x="247" y="679"/>
                      <a:pt x="247" y="679"/>
                      <a:pt x="247" y="679"/>
                    </a:cubicBezTo>
                    <a:cubicBezTo>
                      <a:pt x="247" y="679"/>
                      <a:pt x="247" y="679"/>
                      <a:pt x="247" y="679"/>
                    </a:cubicBezTo>
                    <a:cubicBezTo>
                      <a:pt x="247" y="680"/>
                      <a:pt x="247" y="680"/>
                      <a:pt x="247" y="680"/>
                    </a:cubicBezTo>
                    <a:cubicBezTo>
                      <a:pt x="247" y="680"/>
                      <a:pt x="247" y="680"/>
                      <a:pt x="247" y="680"/>
                    </a:cubicBezTo>
                    <a:cubicBezTo>
                      <a:pt x="247" y="681"/>
                      <a:pt x="247" y="681"/>
                      <a:pt x="247" y="681"/>
                    </a:cubicBezTo>
                    <a:cubicBezTo>
                      <a:pt x="247" y="681"/>
                      <a:pt x="247" y="681"/>
                      <a:pt x="247" y="681"/>
                    </a:cubicBezTo>
                    <a:cubicBezTo>
                      <a:pt x="246" y="681"/>
                      <a:pt x="246" y="681"/>
                      <a:pt x="246" y="681"/>
                    </a:cubicBezTo>
                    <a:cubicBezTo>
                      <a:pt x="246" y="681"/>
                      <a:pt x="246" y="681"/>
                      <a:pt x="246" y="681"/>
                    </a:cubicBezTo>
                    <a:cubicBezTo>
                      <a:pt x="245" y="682"/>
                      <a:pt x="245" y="682"/>
                      <a:pt x="245" y="682"/>
                    </a:cubicBezTo>
                    <a:cubicBezTo>
                      <a:pt x="245" y="682"/>
                      <a:pt x="245" y="682"/>
                      <a:pt x="245" y="682"/>
                    </a:cubicBezTo>
                    <a:cubicBezTo>
                      <a:pt x="244" y="683"/>
                      <a:pt x="244" y="683"/>
                      <a:pt x="244" y="683"/>
                    </a:cubicBezTo>
                    <a:cubicBezTo>
                      <a:pt x="244" y="683"/>
                      <a:pt x="244" y="683"/>
                      <a:pt x="244" y="683"/>
                    </a:cubicBezTo>
                    <a:cubicBezTo>
                      <a:pt x="244" y="684"/>
                      <a:pt x="244" y="684"/>
                      <a:pt x="244" y="684"/>
                    </a:cubicBezTo>
                    <a:cubicBezTo>
                      <a:pt x="244" y="684"/>
                      <a:pt x="244" y="684"/>
                      <a:pt x="244" y="684"/>
                    </a:cubicBezTo>
                    <a:cubicBezTo>
                      <a:pt x="243" y="685"/>
                      <a:pt x="243" y="685"/>
                      <a:pt x="243" y="685"/>
                    </a:cubicBezTo>
                    <a:cubicBezTo>
                      <a:pt x="243" y="685"/>
                      <a:pt x="243" y="685"/>
                      <a:pt x="243" y="685"/>
                    </a:cubicBezTo>
                    <a:cubicBezTo>
                      <a:pt x="242" y="686"/>
                      <a:pt x="242" y="686"/>
                      <a:pt x="242" y="686"/>
                    </a:cubicBezTo>
                    <a:cubicBezTo>
                      <a:pt x="242" y="686"/>
                      <a:pt x="242" y="686"/>
                      <a:pt x="242" y="686"/>
                    </a:cubicBezTo>
                    <a:cubicBezTo>
                      <a:pt x="242" y="688"/>
                      <a:pt x="242" y="688"/>
                      <a:pt x="242" y="688"/>
                    </a:cubicBezTo>
                    <a:cubicBezTo>
                      <a:pt x="242" y="688"/>
                      <a:pt x="242" y="688"/>
                      <a:pt x="242" y="688"/>
                    </a:cubicBezTo>
                    <a:cubicBezTo>
                      <a:pt x="241" y="688"/>
                      <a:pt x="241" y="688"/>
                      <a:pt x="241" y="688"/>
                    </a:cubicBezTo>
                    <a:cubicBezTo>
                      <a:pt x="241" y="688"/>
                      <a:pt x="241" y="688"/>
                      <a:pt x="241" y="688"/>
                    </a:cubicBezTo>
                    <a:cubicBezTo>
                      <a:pt x="232" y="699"/>
                      <a:pt x="232" y="699"/>
                      <a:pt x="232" y="699"/>
                    </a:cubicBezTo>
                    <a:cubicBezTo>
                      <a:pt x="232" y="699"/>
                      <a:pt x="232" y="699"/>
                      <a:pt x="232" y="69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0" y="678"/>
                      <a:pt x="240" y="678"/>
                      <a:pt x="240" y="678"/>
                    </a:cubicBezTo>
                    <a:cubicBezTo>
                      <a:pt x="240" y="678"/>
                      <a:pt x="240" y="678"/>
                      <a:pt x="240" y="678"/>
                    </a:cubicBezTo>
                    <a:cubicBezTo>
                      <a:pt x="240" y="678"/>
                      <a:pt x="240" y="678"/>
                      <a:pt x="240" y="678"/>
                    </a:cubicBezTo>
                    <a:cubicBezTo>
                      <a:pt x="240" y="678"/>
                      <a:pt x="240" y="678"/>
                      <a:pt x="240" y="678"/>
                    </a:cubicBezTo>
                    <a:cubicBezTo>
                      <a:pt x="240" y="678"/>
                      <a:pt x="240" y="678"/>
                      <a:pt x="240" y="678"/>
                    </a:cubicBezTo>
                    <a:cubicBezTo>
                      <a:pt x="240" y="678"/>
                      <a:pt x="240" y="678"/>
                      <a:pt x="240" y="678"/>
                    </a:cubicBezTo>
                    <a:cubicBezTo>
                      <a:pt x="233" y="681"/>
                      <a:pt x="233" y="681"/>
                      <a:pt x="233" y="681"/>
                    </a:cubicBezTo>
                    <a:cubicBezTo>
                      <a:pt x="233" y="681"/>
                      <a:pt x="233" y="681"/>
                      <a:pt x="233" y="681"/>
                    </a:cubicBezTo>
                    <a:cubicBezTo>
                      <a:pt x="233" y="682"/>
                      <a:pt x="233" y="682"/>
                      <a:pt x="233" y="682"/>
                    </a:cubicBezTo>
                    <a:cubicBezTo>
                      <a:pt x="233" y="682"/>
                      <a:pt x="233" y="682"/>
                      <a:pt x="233" y="682"/>
                    </a:cubicBezTo>
                    <a:cubicBezTo>
                      <a:pt x="233" y="682"/>
                      <a:pt x="233" y="682"/>
                      <a:pt x="233" y="682"/>
                    </a:cubicBezTo>
                    <a:cubicBezTo>
                      <a:pt x="233" y="682"/>
                      <a:pt x="233" y="682"/>
                      <a:pt x="233" y="682"/>
                    </a:cubicBezTo>
                    <a:cubicBezTo>
                      <a:pt x="233" y="682"/>
                      <a:pt x="233" y="682"/>
                      <a:pt x="233" y="682"/>
                    </a:cubicBezTo>
                    <a:cubicBezTo>
                      <a:pt x="233" y="682"/>
                      <a:pt x="233" y="682"/>
                      <a:pt x="233" y="682"/>
                    </a:cubicBezTo>
                    <a:cubicBezTo>
                      <a:pt x="234" y="683"/>
                      <a:pt x="234" y="683"/>
                      <a:pt x="234" y="683"/>
                    </a:cubicBezTo>
                    <a:cubicBezTo>
                      <a:pt x="234" y="683"/>
                      <a:pt x="234" y="683"/>
                      <a:pt x="234" y="683"/>
                    </a:cubicBezTo>
                    <a:cubicBezTo>
                      <a:pt x="234" y="683"/>
                      <a:pt x="234" y="683"/>
                      <a:pt x="234" y="683"/>
                    </a:cubicBezTo>
                    <a:cubicBezTo>
                      <a:pt x="234" y="683"/>
                      <a:pt x="234" y="683"/>
                      <a:pt x="234" y="683"/>
                    </a:cubicBezTo>
                    <a:cubicBezTo>
                      <a:pt x="234" y="683"/>
                      <a:pt x="234" y="683"/>
                      <a:pt x="234" y="683"/>
                    </a:cubicBezTo>
                    <a:cubicBezTo>
                      <a:pt x="234" y="683"/>
                      <a:pt x="234" y="683"/>
                      <a:pt x="234" y="683"/>
                    </a:cubicBezTo>
                    <a:cubicBezTo>
                      <a:pt x="235" y="683"/>
                      <a:pt x="235" y="683"/>
                      <a:pt x="235" y="683"/>
                    </a:cubicBezTo>
                    <a:cubicBezTo>
                      <a:pt x="235" y="683"/>
                      <a:pt x="235" y="683"/>
                      <a:pt x="235" y="683"/>
                    </a:cubicBezTo>
                    <a:cubicBezTo>
                      <a:pt x="235" y="683"/>
                      <a:pt x="235" y="683"/>
                      <a:pt x="235" y="683"/>
                    </a:cubicBezTo>
                    <a:cubicBezTo>
                      <a:pt x="235" y="683"/>
                      <a:pt x="235" y="683"/>
                      <a:pt x="235" y="683"/>
                    </a:cubicBezTo>
                    <a:cubicBezTo>
                      <a:pt x="236" y="684"/>
                      <a:pt x="236" y="684"/>
                      <a:pt x="236" y="684"/>
                    </a:cubicBezTo>
                    <a:cubicBezTo>
                      <a:pt x="236" y="684"/>
                      <a:pt x="236" y="684"/>
                      <a:pt x="236" y="684"/>
                    </a:cubicBezTo>
                    <a:cubicBezTo>
                      <a:pt x="235" y="685"/>
                      <a:pt x="235" y="685"/>
                      <a:pt x="235" y="685"/>
                    </a:cubicBezTo>
                    <a:cubicBezTo>
                      <a:pt x="235" y="685"/>
                      <a:pt x="235" y="685"/>
                      <a:pt x="235" y="685"/>
                    </a:cubicBezTo>
                    <a:cubicBezTo>
                      <a:pt x="233" y="686"/>
                      <a:pt x="233" y="686"/>
                      <a:pt x="233" y="686"/>
                    </a:cubicBezTo>
                    <a:cubicBezTo>
                      <a:pt x="233" y="686"/>
                      <a:pt x="233" y="686"/>
                      <a:pt x="233" y="686"/>
                    </a:cubicBezTo>
                    <a:cubicBezTo>
                      <a:pt x="232" y="687"/>
                      <a:pt x="232" y="687"/>
                      <a:pt x="232" y="687"/>
                    </a:cubicBezTo>
                    <a:cubicBezTo>
                      <a:pt x="232" y="687"/>
                      <a:pt x="232" y="687"/>
                      <a:pt x="232" y="687"/>
                    </a:cubicBezTo>
                    <a:cubicBezTo>
                      <a:pt x="230" y="688"/>
                      <a:pt x="230" y="688"/>
                      <a:pt x="230" y="688"/>
                    </a:cubicBezTo>
                    <a:cubicBezTo>
                      <a:pt x="230" y="688"/>
                      <a:pt x="230" y="688"/>
                      <a:pt x="230" y="688"/>
                    </a:cubicBezTo>
                    <a:cubicBezTo>
                      <a:pt x="229" y="689"/>
                      <a:pt x="229" y="689"/>
                      <a:pt x="229" y="689"/>
                    </a:cubicBezTo>
                    <a:cubicBezTo>
                      <a:pt x="229" y="689"/>
                      <a:pt x="229" y="689"/>
                      <a:pt x="229" y="689"/>
                    </a:cubicBezTo>
                    <a:cubicBezTo>
                      <a:pt x="228" y="690"/>
                      <a:pt x="228" y="690"/>
                      <a:pt x="228" y="690"/>
                    </a:cubicBezTo>
                    <a:cubicBezTo>
                      <a:pt x="228" y="690"/>
                      <a:pt x="228" y="690"/>
                      <a:pt x="228" y="690"/>
                    </a:cubicBezTo>
                    <a:cubicBezTo>
                      <a:pt x="227" y="692"/>
                      <a:pt x="227" y="692"/>
                      <a:pt x="227" y="692"/>
                    </a:cubicBezTo>
                    <a:cubicBezTo>
                      <a:pt x="227" y="692"/>
                      <a:pt x="227" y="692"/>
                      <a:pt x="227" y="692"/>
                    </a:cubicBezTo>
                    <a:cubicBezTo>
                      <a:pt x="228" y="694"/>
                      <a:pt x="228" y="694"/>
                      <a:pt x="228" y="694"/>
                    </a:cubicBezTo>
                    <a:cubicBezTo>
                      <a:pt x="228" y="694"/>
                      <a:pt x="228" y="694"/>
                      <a:pt x="228" y="694"/>
                    </a:cubicBezTo>
                    <a:cubicBezTo>
                      <a:pt x="228" y="694"/>
                      <a:pt x="228" y="694"/>
                      <a:pt x="228" y="694"/>
                    </a:cubicBezTo>
                    <a:cubicBezTo>
                      <a:pt x="228" y="694"/>
                      <a:pt x="228" y="694"/>
                      <a:pt x="228" y="694"/>
                    </a:cubicBezTo>
                    <a:cubicBezTo>
                      <a:pt x="228" y="695"/>
                      <a:pt x="228" y="695"/>
                      <a:pt x="228" y="695"/>
                    </a:cubicBezTo>
                    <a:cubicBezTo>
                      <a:pt x="228" y="695"/>
                      <a:pt x="228" y="695"/>
                      <a:pt x="228" y="695"/>
                    </a:cubicBezTo>
                    <a:cubicBezTo>
                      <a:pt x="228" y="695"/>
                      <a:pt x="228" y="695"/>
                      <a:pt x="228" y="695"/>
                    </a:cubicBezTo>
                    <a:cubicBezTo>
                      <a:pt x="228" y="695"/>
                      <a:pt x="228" y="695"/>
                      <a:pt x="228" y="695"/>
                    </a:cubicBezTo>
                    <a:cubicBezTo>
                      <a:pt x="229" y="695"/>
                      <a:pt x="229" y="695"/>
                      <a:pt x="229" y="695"/>
                    </a:cubicBezTo>
                    <a:cubicBezTo>
                      <a:pt x="229" y="695"/>
                      <a:pt x="229" y="695"/>
                      <a:pt x="229" y="695"/>
                    </a:cubicBezTo>
                    <a:cubicBezTo>
                      <a:pt x="229" y="695"/>
                      <a:pt x="229" y="695"/>
                      <a:pt x="229" y="695"/>
                    </a:cubicBezTo>
                    <a:cubicBezTo>
                      <a:pt x="229" y="695"/>
                      <a:pt x="229" y="695"/>
                      <a:pt x="229" y="695"/>
                    </a:cubicBezTo>
                    <a:cubicBezTo>
                      <a:pt x="229" y="695"/>
                      <a:pt x="229" y="695"/>
                      <a:pt x="229" y="695"/>
                    </a:cubicBezTo>
                    <a:cubicBezTo>
                      <a:pt x="229" y="695"/>
                      <a:pt x="229" y="695"/>
                      <a:pt x="229" y="695"/>
                    </a:cubicBezTo>
                    <a:cubicBezTo>
                      <a:pt x="230" y="695"/>
                      <a:pt x="230" y="695"/>
                      <a:pt x="230" y="695"/>
                    </a:cubicBezTo>
                    <a:cubicBezTo>
                      <a:pt x="230" y="695"/>
                      <a:pt x="230" y="695"/>
                      <a:pt x="230" y="695"/>
                    </a:cubicBezTo>
                    <a:cubicBezTo>
                      <a:pt x="230" y="695"/>
                      <a:pt x="230" y="695"/>
                      <a:pt x="230" y="695"/>
                    </a:cubicBezTo>
                    <a:cubicBezTo>
                      <a:pt x="230" y="695"/>
                      <a:pt x="230" y="695"/>
                      <a:pt x="230" y="695"/>
                    </a:cubicBezTo>
                    <a:cubicBezTo>
                      <a:pt x="220" y="703"/>
                      <a:pt x="220" y="703"/>
                      <a:pt x="220" y="703"/>
                    </a:cubicBezTo>
                    <a:cubicBezTo>
                      <a:pt x="220" y="703"/>
                      <a:pt x="220" y="703"/>
                      <a:pt x="220" y="703"/>
                    </a:cubicBezTo>
                    <a:cubicBezTo>
                      <a:pt x="215" y="706"/>
                      <a:pt x="215" y="706"/>
                      <a:pt x="215" y="706"/>
                    </a:cubicBezTo>
                    <a:cubicBezTo>
                      <a:pt x="214" y="707"/>
                      <a:pt x="214" y="707"/>
                      <a:pt x="214" y="707"/>
                    </a:cubicBezTo>
                    <a:cubicBezTo>
                      <a:pt x="208" y="711"/>
                      <a:pt x="208" y="711"/>
                      <a:pt x="208" y="711"/>
                    </a:cubicBezTo>
                    <a:cubicBezTo>
                      <a:pt x="208" y="711"/>
                      <a:pt x="208" y="711"/>
                      <a:pt x="208" y="711"/>
                    </a:cubicBezTo>
                    <a:cubicBezTo>
                      <a:pt x="208" y="711"/>
                      <a:pt x="208" y="711"/>
                      <a:pt x="208" y="711"/>
                    </a:cubicBezTo>
                    <a:cubicBezTo>
                      <a:pt x="208" y="711"/>
                      <a:pt x="208" y="711"/>
                      <a:pt x="208" y="711"/>
                    </a:cubicBezTo>
                    <a:cubicBezTo>
                      <a:pt x="208" y="711"/>
                      <a:pt x="208" y="711"/>
                      <a:pt x="208" y="711"/>
                    </a:cubicBezTo>
                    <a:cubicBezTo>
                      <a:pt x="208" y="711"/>
                      <a:pt x="208" y="711"/>
                      <a:pt x="208" y="711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3"/>
                      <a:pt x="208" y="713"/>
                      <a:pt x="208" y="713"/>
                    </a:cubicBezTo>
                    <a:cubicBezTo>
                      <a:pt x="208" y="713"/>
                      <a:pt x="208" y="713"/>
                      <a:pt x="208" y="713"/>
                    </a:cubicBezTo>
                    <a:cubicBezTo>
                      <a:pt x="208" y="713"/>
                      <a:pt x="208" y="713"/>
                      <a:pt x="208" y="713"/>
                    </a:cubicBezTo>
                    <a:cubicBezTo>
                      <a:pt x="208" y="713"/>
                      <a:pt x="208" y="713"/>
                      <a:pt x="208" y="713"/>
                    </a:cubicBezTo>
                    <a:cubicBezTo>
                      <a:pt x="209" y="713"/>
                      <a:pt x="209" y="713"/>
                      <a:pt x="209" y="713"/>
                    </a:cubicBezTo>
                    <a:cubicBezTo>
                      <a:pt x="209" y="713"/>
                      <a:pt x="209" y="713"/>
                      <a:pt x="209" y="713"/>
                    </a:cubicBezTo>
                    <a:cubicBezTo>
                      <a:pt x="210" y="713"/>
                      <a:pt x="210" y="713"/>
                      <a:pt x="210" y="713"/>
                    </a:cubicBezTo>
                    <a:cubicBezTo>
                      <a:pt x="210" y="713"/>
                      <a:pt x="210" y="713"/>
                      <a:pt x="210" y="713"/>
                    </a:cubicBezTo>
                    <a:cubicBezTo>
                      <a:pt x="210" y="713"/>
                      <a:pt x="210" y="713"/>
                      <a:pt x="210" y="713"/>
                    </a:cubicBezTo>
                    <a:cubicBezTo>
                      <a:pt x="210" y="713"/>
                      <a:pt x="210" y="713"/>
                      <a:pt x="210" y="713"/>
                    </a:cubicBezTo>
                    <a:cubicBezTo>
                      <a:pt x="211" y="712"/>
                      <a:pt x="211" y="712"/>
                      <a:pt x="211" y="712"/>
                    </a:cubicBezTo>
                    <a:cubicBezTo>
                      <a:pt x="211" y="712"/>
                      <a:pt x="211" y="712"/>
                      <a:pt x="211" y="712"/>
                    </a:cubicBezTo>
                    <a:cubicBezTo>
                      <a:pt x="212" y="712"/>
                      <a:pt x="212" y="712"/>
                      <a:pt x="212" y="712"/>
                    </a:cubicBezTo>
                    <a:cubicBezTo>
                      <a:pt x="212" y="712"/>
                      <a:pt x="212" y="712"/>
                      <a:pt x="212" y="712"/>
                    </a:cubicBezTo>
                    <a:cubicBezTo>
                      <a:pt x="213" y="712"/>
                      <a:pt x="213" y="712"/>
                      <a:pt x="213" y="712"/>
                    </a:cubicBezTo>
                    <a:cubicBezTo>
                      <a:pt x="213" y="712"/>
                      <a:pt x="213" y="712"/>
                      <a:pt x="213" y="712"/>
                    </a:cubicBezTo>
                    <a:cubicBezTo>
                      <a:pt x="214" y="711"/>
                      <a:pt x="214" y="711"/>
                      <a:pt x="214" y="711"/>
                    </a:cubicBezTo>
                    <a:cubicBezTo>
                      <a:pt x="214" y="711"/>
                      <a:pt x="214" y="711"/>
                      <a:pt x="214" y="711"/>
                    </a:cubicBezTo>
                    <a:cubicBezTo>
                      <a:pt x="214" y="710"/>
                      <a:pt x="214" y="710"/>
                      <a:pt x="214" y="710"/>
                    </a:cubicBezTo>
                    <a:cubicBezTo>
                      <a:pt x="214" y="710"/>
                      <a:pt x="214" y="710"/>
                      <a:pt x="214" y="710"/>
                    </a:cubicBezTo>
                    <a:cubicBezTo>
                      <a:pt x="221" y="707"/>
                      <a:pt x="221" y="707"/>
                      <a:pt x="221" y="707"/>
                    </a:cubicBezTo>
                    <a:cubicBezTo>
                      <a:pt x="221" y="707"/>
                      <a:pt x="221" y="707"/>
                      <a:pt x="221" y="707"/>
                    </a:cubicBezTo>
                    <a:cubicBezTo>
                      <a:pt x="219" y="709"/>
                      <a:pt x="219" y="709"/>
                      <a:pt x="219" y="709"/>
                    </a:cubicBezTo>
                    <a:cubicBezTo>
                      <a:pt x="219" y="709"/>
                      <a:pt x="219" y="709"/>
                      <a:pt x="219" y="709"/>
                    </a:cubicBezTo>
                    <a:cubicBezTo>
                      <a:pt x="217" y="710"/>
                      <a:pt x="217" y="710"/>
                      <a:pt x="217" y="710"/>
                    </a:cubicBezTo>
                    <a:cubicBezTo>
                      <a:pt x="217" y="710"/>
                      <a:pt x="217" y="710"/>
                      <a:pt x="217" y="710"/>
                    </a:cubicBezTo>
                    <a:cubicBezTo>
                      <a:pt x="215" y="712"/>
                      <a:pt x="215" y="712"/>
                      <a:pt x="215" y="712"/>
                    </a:cubicBezTo>
                    <a:cubicBezTo>
                      <a:pt x="215" y="712"/>
                      <a:pt x="215" y="712"/>
                      <a:pt x="215" y="712"/>
                    </a:cubicBezTo>
                    <a:cubicBezTo>
                      <a:pt x="214" y="713"/>
                      <a:pt x="214" y="713"/>
                      <a:pt x="214" y="713"/>
                    </a:cubicBezTo>
                    <a:cubicBezTo>
                      <a:pt x="214" y="713"/>
                      <a:pt x="214" y="713"/>
                      <a:pt x="214" y="713"/>
                    </a:cubicBezTo>
                    <a:cubicBezTo>
                      <a:pt x="212" y="715"/>
                      <a:pt x="212" y="715"/>
                      <a:pt x="212" y="715"/>
                    </a:cubicBezTo>
                    <a:cubicBezTo>
                      <a:pt x="212" y="715"/>
                      <a:pt x="212" y="715"/>
                      <a:pt x="212" y="715"/>
                    </a:cubicBezTo>
                    <a:cubicBezTo>
                      <a:pt x="210" y="716"/>
                      <a:pt x="210" y="716"/>
                      <a:pt x="210" y="716"/>
                    </a:cubicBezTo>
                    <a:cubicBezTo>
                      <a:pt x="210" y="716"/>
                      <a:pt x="210" y="716"/>
                      <a:pt x="210" y="716"/>
                    </a:cubicBezTo>
                    <a:cubicBezTo>
                      <a:pt x="208" y="717"/>
                      <a:pt x="208" y="717"/>
                      <a:pt x="208" y="717"/>
                    </a:cubicBezTo>
                    <a:cubicBezTo>
                      <a:pt x="208" y="717"/>
                      <a:pt x="208" y="717"/>
                      <a:pt x="208" y="717"/>
                    </a:cubicBezTo>
                    <a:cubicBezTo>
                      <a:pt x="206" y="719"/>
                      <a:pt x="206" y="719"/>
                      <a:pt x="206" y="719"/>
                    </a:cubicBezTo>
                    <a:cubicBezTo>
                      <a:pt x="206" y="719"/>
                      <a:pt x="206" y="719"/>
                      <a:pt x="206" y="719"/>
                    </a:cubicBezTo>
                    <a:cubicBezTo>
                      <a:pt x="206" y="719"/>
                      <a:pt x="206" y="719"/>
                      <a:pt x="206" y="719"/>
                    </a:cubicBezTo>
                    <a:cubicBezTo>
                      <a:pt x="206" y="719"/>
                      <a:pt x="206" y="719"/>
                      <a:pt x="206" y="719"/>
                    </a:cubicBezTo>
                    <a:cubicBezTo>
                      <a:pt x="205" y="719"/>
                      <a:pt x="205" y="719"/>
                      <a:pt x="205" y="719"/>
                    </a:cubicBezTo>
                    <a:cubicBezTo>
                      <a:pt x="205" y="719"/>
                      <a:pt x="205" y="719"/>
                      <a:pt x="205" y="719"/>
                    </a:cubicBezTo>
                    <a:cubicBezTo>
                      <a:pt x="205" y="719"/>
                      <a:pt x="205" y="719"/>
                      <a:pt x="205" y="719"/>
                    </a:cubicBezTo>
                    <a:cubicBezTo>
                      <a:pt x="205" y="719"/>
                      <a:pt x="205" y="719"/>
                      <a:pt x="205" y="719"/>
                    </a:cubicBezTo>
                    <a:cubicBezTo>
                      <a:pt x="205" y="719"/>
                      <a:pt x="205" y="719"/>
                      <a:pt x="205" y="719"/>
                    </a:cubicBezTo>
                    <a:cubicBezTo>
                      <a:pt x="205" y="719"/>
                      <a:pt x="205" y="719"/>
                      <a:pt x="205" y="719"/>
                    </a:cubicBezTo>
                    <a:cubicBezTo>
                      <a:pt x="204" y="719"/>
                      <a:pt x="204" y="719"/>
                      <a:pt x="204" y="719"/>
                    </a:cubicBezTo>
                    <a:cubicBezTo>
                      <a:pt x="204" y="719"/>
                      <a:pt x="204" y="719"/>
                      <a:pt x="204" y="719"/>
                    </a:cubicBezTo>
                    <a:cubicBezTo>
                      <a:pt x="204" y="719"/>
                      <a:pt x="204" y="719"/>
                      <a:pt x="204" y="719"/>
                    </a:cubicBezTo>
                    <a:cubicBezTo>
                      <a:pt x="204" y="719"/>
                      <a:pt x="204" y="719"/>
                      <a:pt x="204" y="719"/>
                    </a:cubicBezTo>
                    <a:cubicBezTo>
                      <a:pt x="203" y="719"/>
                      <a:pt x="203" y="719"/>
                      <a:pt x="203" y="719"/>
                    </a:cubicBezTo>
                    <a:cubicBezTo>
                      <a:pt x="203" y="719"/>
                      <a:pt x="203" y="719"/>
                      <a:pt x="203" y="719"/>
                    </a:cubicBezTo>
                    <a:cubicBezTo>
                      <a:pt x="203" y="718"/>
                      <a:pt x="203" y="718"/>
                      <a:pt x="203" y="718"/>
                    </a:cubicBezTo>
                    <a:cubicBezTo>
                      <a:pt x="203" y="718"/>
                      <a:pt x="203" y="718"/>
                      <a:pt x="203" y="718"/>
                    </a:cubicBezTo>
                    <a:cubicBezTo>
                      <a:pt x="203" y="718"/>
                      <a:pt x="203" y="718"/>
                      <a:pt x="203" y="718"/>
                    </a:cubicBezTo>
                    <a:cubicBezTo>
                      <a:pt x="203" y="718"/>
                      <a:pt x="203" y="718"/>
                      <a:pt x="203" y="718"/>
                    </a:cubicBezTo>
                    <a:cubicBezTo>
                      <a:pt x="203" y="717"/>
                      <a:pt x="203" y="717"/>
                      <a:pt x="203" y="717"/>
                    </a:cubicBezTo>
                    <a:cubicBezTo>
                      <a:pt x="203" y="717"/>
                      <a:pt x="203" y="717"/>
                      <a:pt x="203" y="717"/>
                    </a:cubicBezTo>
                    <a:cubicBezTo>
                      <a:pt x="202" y="717"/>
                      <a:pt x="202" y="717"/>
                      <a:pt x="202" y="717"/>
                    </a:cubicBezTo>
                    <a:cubicBezTo>
                      <a:pt x="202" y="717"/>
                      <a:pt x="202" y="717"/>
                      <a:pt x="202" y="717"/>
                    </a:cubicBezTo>
                    <a:cubicBezTo>
                      <a:pt x="202" y="716"/>
                      <a:pt x="202" y="716"/>
                      <a:pt x="202" y="716"/>
                    </a:cubicBezTo>
                    <a:cubicBezTo>
                      <a:pt x="202" y="716"/>
                      <a:pt x="202" y="716"/>
                      <a:pt x="202" y="716"/>
                    </a:cubicBezTo>
                    <a:cubicBezTo>
                      <a:pt x="201" y="715"/>
                      <a:pt x="201" y="715"/>
                      <a:pt x="201" y="715"/>
                    </a:cubicBezTo>
                    <a:cubicBezTo>
                      <a:pt x="201" y="715"/>
                      <a:pt x="201" y="715"/>
                      <a:pt x="201" y="715"/>
                    </a:cubicBezTo>
                    <a:cubicBezTo>
                      <a:pt x="201" y="715"/>
                      <a:pt x="201" y="715"/>
                      <a:pt x="201" y="715"/>
                    </a:cubicBezTo>
                    <a:cubicBezTo>
                      <a:pt x="201" y="715"/>
                      <a:pt x="201" y="715"/>
                      <a:pt x="201" y="715"/>
                    </a:cubicBezTo>
                    <a:cubicBezTo>
                      <a:pt x="201" y="714"/>
                      <a:pt x="201" y="714"/>
                      <a:pt x="201" y="714"/>
                    </a:cubicBezTo>
                    <a:cubicBezTo>
                      <a:pt x="201" y="714"/>
                      <a:pt x="201" y="714"/>
                      <a:pt x="201" y="714"/>
                    </a:cubicBezTo>
                    <a:cubicBezTo>
                      <a:pt x="202" y="713"/>
                      <a:pt x="202" y="713"/>
                      <a:pt x="202" y="713"/>
                    </a:cubicBezTo>
                    <a:cubicBezTo>
                      <a:pt x="202" y="713"/>
                      <a:pt x="202" y="713"/>
                      <a:pt x="202" y="713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6" y="705"/>
                      <a:pt x="216" y="705"/>
                      <a:pt x="216" y="705"/>
                    </a:cubicBezTo>
                    <a:cubicBezTo>
                      <a:pt x="216" y="705"/>
                      <a:pt x="216" y="705"/>
                      <a:pt x="216" y="705"/>
                    </a:cubicBezTo>
                    <a:cubicBezTo>
                      <a:pt x="216" y="705"/>
                      <a:pt x="216" y="705"/>
                      <a:pt x="216" y="705"/>
                    </a:cubicBezTo>
                    <a:cubicBezTo>
                      <a:pt x="216" y="705"/>
                      <a:pt x="216" y="705"/>
                      <a:pt x="216" y="705"/>
                    </a:cubicBezTo>
                    <a:cubicBezTo>
                      <a:pt x="216" y="704"/>
                      <a:pt x="216" y="704"/>
                      <a:pt x="216" y="704"/>
                    </a:cubicBezTo>
                    <a:cubicBezTo>
                      <a:pt x="216" y="704"/>
                      <a:pt x="216" y="704"/>
                      <a:pt x="216" y="704"/>
                    </a:cubicBezTo>
                    <a:cubicBezTo>
                      <a:pt x="216" y="704"/>
                      <a:pt x="216" y="704"/>
                      <a:pt x="216" y="704"/>
                    </a:cubicBezTo>
                    <a:cubicBezTo>
                      <a:pt x="216" y="704"/>
                      <a:pt x="216" y="704"/>
                      <a:pt x="216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3"/>
                      <a:pt x="217" y="703"/>
                      <a:pt x="217" y="703"/>
                    </a:cubicBezTo>
                    <a:cubicBezTo>
                      <a:pt x="217" y="703"/>
                      <a:pt x="217" y="703"/>
                      <a:pt x="217" y="703"/>
                    </a:cubicBezTo>
                    <a:cubicBezTo>
                      <a:pt x="217" y="703"/>
                      <a:pt x="217" y="703"/>
                      <a:pt x="217" y="703"/>
                    </a:cubicBezTo>
                    <a:cubicBezTo>
                      <a:pt x="217" y="703"/>
                      <a:pt x="217" y="703"/>
                      <a:pt x="217" y="703"/>
                    </a:cubicBezTo>
                    <a:cubicBezTo>
                      <a:pt x="217" y="703"/>
                      <a:pt x="217" y="703"/>
                      <a:pt x="217" y="703"/>
                    </a:cubicBezTo>
                    <a:cubicBezTo>
                      <a:pt x="217" y="703"/>
                      <a:pt x="217" y="703"/>
                      <a:pt x="217" y="703"/>
                    </a:cubicBezTo>
                    <a:cubicBezTo>
                      <a:pt x="217" y="702"/>
                      <a:pt x="217" y="702"/>
                      <a:pt x="217" y="702"/>
                    </a:cubicBezTo>
                    <a:cubicBezTo>
                      <a:pt x="217" y="702"/>
                      <a:pt x="217" y="702"/>
                      <a:pt x="217" y="702"/>
                    </a:cubicBezTo>
                    <a:cubicBezTo>
                      <a:pt x="217" y="702"/>
                      <a:pt x="217" y="702"/>
                      <a:pt x="217" y="702"/>
                    </a:cubicBezTo>
                    <a:cubicBezTo>
                      <a:pt x="217" y="702"/>
                      <a:pt x="217" y="702"/>
                      <a:pt x="217" y="702"/>
                    </a:cubicBezTo>
                    <a:cubicBezTo>
                      <a:pt x="216" y="702"/>
                      <a:pt x="216" y="702"/>
                      <a:pt x="216" y="702"/>
                    </a:cubicBezTo>
                    <a:cubicBezTo>
                      <a:pt x="216" y="702"/>
                      <a:pt x="216" y="702"/>
                      <a:pt x="216" y="702"/>
                    </a:cubicBezTo>
                    <a:cubicBezTo>
                      <a:pt x="215" y="701"/>
                      <a:pt x="215" y="701"/>
                      <a:pt x="215" y="701"/>
                    </a:cubicBezTo>
                    <a:cubicBezTo>
                      <a:pt x="215" y="701"/>
                      <a:pt x="215" y="701"/>
                      <a:pt x="215" y="701"/>
                    </a:cubicBezTo>
                    <a:cubicBezTo>
                      <a:pt x="215" y="701"/>
                      <a:pt x="215" y="701"/>
                      <a:pt x="215" y="701"/>
                    </a:cubicBezTo>
                    <a:cubicBezTo>
                      <a:pt x="215" y="701"/>
                      <a:pt x="215" y="701"/>
                      <a:pt x="215" y="701"/>
                    </a:cubicBezTo>
                    <a:cubicBezTo>
                      <a:pt x="214" y="700"/>
                      <a:pt x="214" y="700"/>
                      <a:pt x="214" y="700"/>
                    </a:cubicBezTo>
                    <a:cubicBezTo>
                      <a:pt x="214" y="700"/>
                      <a:pt x="214" y="700"/>
                      <a:pt x="214" y="700"/>
                    </a:cubicBezTo>
                    <a:cubicBezTo>
                      <a:pt x="214" y="700"/>
                      <a:pt x="214" y="700"/>
                      <a:pt x="214" y="700"/>
                    </a:cubicBezTo>
                    <a:cubicBezTo>
                      <a:pt x="214" y="700"/>
                      <a:pt x="214" y="700"/>
                      <a:pt x="214" y="700"/>
                    </a:cubicBezTo>
                    <a:cubicBezTo>
                      <a:pt x="214" y="699"/>
                      <a:pt x="214" y="699"/>
                      <a:pt x="214" y="699"/>
                    </a:cubicBezTo>
                    <a:cubicBezTo>
                      <a:pt x="214" y="699"/>
                      <a:pt x="214" y="699"/>
                      <a:pt x="214" y="699"/>
                    </a:cubicBezTo>
                    <a:cubicBezTo>
                      <a:pt x="214" y="699"/>
                      <a:pt x="214" y="698"/>
                      <a:pt x="214" y="698"/>
                    </a:cubicBezTo>
                    <a:cubicBezTo>
                      <a:pt x="214" y="698"/>
                      <a:pt x="214" y="698"/>
                      <a:pt x="214" y="698"/>
                    </a:cubicBezTo>
                    <a:cubicBezTo>
                      <a:pt x="213" y="698"/>
                      <a:pt x="213" y="698"/>
                      <a:pt x="213" y="697"/>
                    </a:cubicBezTo>
                    <a:cubicBezTo>
                      <a:pt x="213" y="697"/>
                      <a:pt x="213" y="697"/>
                      <a:pt x="213" y="697"/>
                    </a:cubicBezTo>
                    <a:cubicBezTo>
                      <a:pt x="213" y="696"/>
                      <a:pt x="213" y="696"/>
                      <a:pt x="213" y="695"/>
                    </a:cubicBezTo>
                    <a:cubicBezTo>
                      <a:pt x="213" y="695"/>
                      <a:pt x="213" y="695"/>
                      <a:pt x="213" y="695"/>
                    </a:cubicBezTo>
                    <a:cubicBezTo>
                      <a:pt x="213" y="693"/>
                      <a:pt x="213" y="691"/>
                      <a:pt x="213" y="689"/>
                    </a:cubicBezTo>
                    <a:cubicBezTo>
                      <a:pt x="213" y="689"/>
                      <a:pt x="213" y="689"/>
                      <a:pt x="213" y="689"/>
                    </a:cubicBezTo>
                    <a:cubicBezTo>
                      <a:pt x="213" y="688"/>
                      <a:pt x="213" y="688"/>
                      <a:pt x="214" y="687"/>
                    </a:cubicBezTo>
                    <a:cubicBezTo>
                      <a:pt x="214" y="687"/>
                      <a:pt x="214" y="687"/>
                      <a:pt x="214" y="687"/>
                    </a:cubicBezTo>
                    <a:cubicBezTo>
                      <a:pt x="214" y="686"/>
                      <a:pt x="214" y="685"/>
                      <a:pt x="215" y="684"/>
                    </a:cubicBezTo>
                    <a:cubicBezTo>
                      <a:pt x="215" y="684"/>
                      <a:pt x="215" y="684"/>
                      <a:pt x="215" y="684"/>
                    </a:cubicBezTo>
                    <a:cubicBezTo>
                      <a:pt x="215" y="684"/>
                      <a:pt x="216" y="683"/>
                      <a:pt x="216" y="682"/>
                    </a:cubicBezTo>
                    <a:cubicBezTo>
                      <a:pt x="216" y="682"/>
                      <a:pt x="216" y="682"/>
                      <a:pt x="216" y="682"/>
                    </a:cubicBezTo>
                    <a:cubicBezTo>
                      <a:pt x="217" y="681"/>
                      <a:pt x="217" y="680"/>
                      <a:pt x="218" y="679"/>
                    </a:cubicBezTo>
                    <a:cubicBezTo>
                      <a:pt x="218" y="679"/>
                      <a:pt x="218" y="679"/>
                      <a:pt x="218" y="679"/>
                    </a:cubicBezTo>
                    <a:cubicBezTo>
                      <a:pt x="219" y="677"/>
                      <a:pt x="219" y="677"/>
                      <a:pt x="219" y="677"/>
                    </a:cubicBezTo>
                    <a:cubicBezTo>
                      <a:pt x="219" y="677"/>
                      <a:pt x="219" y="677"/>
                      <a:pt x="219" y="677"/>
                    </a:cubicBezTo>
                    <a:cubicBezTo>
                      <a:pt x="216" y="679"/>
                      <a:pt x="213" y="681"/>
                      <a:pt x="210" y="683"/>
                    </a:cubicBezTo>
                    <a:cubicBezTo>
                      <a:pt x="210" y="683"/>
                      <a:pt x="210" y="683"/>
                      <a:pt x="210" y="683"/>
                    </a:cubicBezTo>
                    <a:cubicBezTo>
                      <a:pt x="209" y="684"/>
                      <a:pt x="208" y="684"/>
                      <a:pt x="207" y="683"/>
                    </a:cubicBezTo>
                    <a:cubicBezTo>
                      <a:pt x="207" y="683"/>
                      <a:pt x="207" y="683"/>
                      <a:pt x="207" y="683"/>
                    </a:cubicBezTo>
                    <a:cubicBezTo>
                      <a:pt x="207" y="683"/>
                      <a:pt x="207" y="683"/>
                      <a:pt x="207" y="683"/>
                    </a:cubicBezTo>
                    <a:cubicBezTo>
                      <a:pt x="207" y="683"/>
                      <a:pt x="207" y="683"/>
                      <a:pt x="207" y="683"/>
                    </a:cubicBezTo>
                    <a:cubicBezTo>
                      <a:pt x="206" y="683"/>
                      <a:pt x="206" y="683"/>
                      <a:pt x="206" y="683"/>
                    </a:cubicBezTo>
                    <a:cubicBezTo>
                      <a:pt x="206" y="683"/>
                      <a:pt x="206" y="683"/>
                      <a:pt x="206" y="683"/>
                    </a:cubicBezTo>
                    <a:cubicBezTo>
                      <a:pt x="206" y="683"/>
                      <a:pt x="206" y="682"/>
                      <a:pt x="205" y="682"/>
                    </a:cubicBezTo>
                    <a:cubicBezTo>
                      <a:pt x="205" y="682"/>
                      <a:pt x="205" y="682"/>
                      <a:pt x="205" y="682"/>
                    </a:cubicBezTo>
                    <a:cubicBezTo>
                      <a:pt x="205" y="682"/>
                      <a:pt x="205" y="682"/>
                      <a:pt x="205" y="682"/>
                    </a:cubicBezTo>
                    <a:cubicBezTo>
                      <a:pt x="205" y="682"/>
                      <a:pt x="205" y="682"/>
                      <a:pt x="205" y="682"/>
                    </a:cubicBezTo>
                    <a:cubicBezTo>
                      <a:pt x="204" y="681"/>
                      <a:pt x="204" y="681"/>
                      <a:pt x="204" y="681"/>
                    </a:cubicBezTo>
                    <a:cubicBezTo>
                      <a:pt x="204" y="681"/>
                      <a:pt x="204" y="681"/>
                      <a:pt x="204" y="681"/>
                    </a:cubicBezTo>
                    <a:cubicBezTo>
                      <a:pt x="203" y="680"/>
                      <a:pt x="203" y="680"/>
                      <a:pt x="203" y="680"/>
                    </a:cubicBezTo>
                    <a:cubicBezTo>
                      <a:pt x="203" y="680"/>
                      <a:pt x="203" y="680"/>
                      <a:pt x="203" y="680"/>
                    </a:cubicBezTo>
                    <a:cubicBezTo>
                      <a:pt x="203" y="680"/>
                      <a:pt x="203" y="680"/>
                      <a:pt x="203" y="680"/>
                    </a:cubicBezTo>
                    <a:cubicBezTo>
                      <a:pt x="203" y="680"/>
                      <a:pt x="203" y="680"/>
                      <a:pt x="203" y="680"/>
                    </a:cubicBezTo>
                    <a:cubicBezTo>
                      <a:pt x="202" y="680"/>
                      <a:pt x="202" y="680"/>
                      <a:pt x="202" y="680"/>
                    </a:cubicBezTo>
                    <a:cubicBezTo>
                      <a:pt x="202" y="680"/>
                      <a:pt x="202" y="680"/>
                      <a:pt x="202" y="680"/>
                    </a:cubicBezTo>
                    <a:cubicBezTo>
                      <a:pt x="202" y="680"/>
                      <a:pt x="202" y="680"/>
                      <a:pt x="202" y="679"/>
                    </a:cubicBezTo>
                    <a:cubicBezTo>
                      <a:pt x="202" y="679"/>
                      <a:pt x="202" y="679"/>
                      <a:pt x="202" y="679"/>
                    </a:cubicBezTo>
                    <a:cubicBezTo>
                      <a:pt x="202" y="680"/>
                      <a:pt x="201" y="680"/>
                      <a:pt x="201" y="680"/>
                    </a:cubicBezTo>
                    <a:cubicBezTo>
                      <a:pt x="201" y="680"/>
                      <a:pt x="201" y="680"/>
                      <a:pt x="201" y="680"/>
                    </a:cubicBezTo>
                    <a:cubicBezTo>
                      <a:pt x="201" y="680"/>
                      <a:pt x="201" y="680"/>
                      <a:pt x="201" y="680"/>
                    </a:cubicBezTo>
                    <a:cubicBezTo>
                      <a:pt x="201" y="680"/>
                      <a:pt x="201" y="680"/>
                      <a:pt x="201" y="680"/>
                    </a:cubicBezTo>
                    <a:cubicBezTo>
                      <a:pt x="201" y="680"/>
                      <a:pt x="200" y="680"/>
                      <a:pt x="200" y="680"/>
                    </a:cubicBezTo>
                    <a:cubicBezTo>
                      <a:pt x="200" y="680"/>
                      <a:pt x="200" y="680"/>
                      <a:pt x="200" y="680"/>
                    </a:cubicBezTo>
                    <a:cubicBezTo>
                      <a:pt x="200" y="680"/>
                      <a:pt x="200" y="681"/>
                      <a:pt x="200" y="681"/>
                    </a:cubicBezTo>
                    <a:cubicBezTo>
                      <a:pt x="200" y="681"/>
                      <a:pt x="200" y="681"/>
                      <a:pt x="200" y="681"/>
                    </a:cubicBezTo>
                    <a:cubicBezTo>
                      <a:pt x="200" y="681"/>
                      <a:pt x="200" y="681"/>
                      <a:pt x="200" y="681"/>
                    </a:cubicBezTo>
                    <a:cubicBezTo>
                      <a:pt x="200" y="681"/>
                      <a:pt x="200" y="681"/>
                      <a:pt x="200" y="681"/>
                    </a:cubicBezTo>
                    <a:cubicBezTo>
                      <a:pt x="200" y="682"/>
                      <a:pt x="200" y="682"/>
                      <a:pt x="200" y="682"/>
                    </a:cubicBezTo>
                    <a:cubicBezTo>
                      <a:pt x="200" y="682"/>
                      <a:pt x="200" y="682"/>
                      <a:pt x="200" y="682"/>
                    </a:cubicBezTo>
                    <a:cubicBezTo>
                      <a:pt x="200" y="682"/>
                      <a:pt x="199" y="682"/>
                      <a:pt x="199" y="682"/>
                    </a:cubicBezTo>
                    <a:cubicBezTo>
                      <a:pt x="199" y="682"/>
                      <a:pt x="199" y="682"/>
                      <a:pt x="199" y="682"/>
                    </a:cubicBezTo>
                    <a:cubicBezTo>
                      <a:pt x="199" y="682"/>
                      <a:pt x="199" y="682"/>
                      <a:pt x="199" y="682"/>
                    </a:cubicBezTo>
                    <a:cubicBezTo>
                      <a:pt x="199" y="682"/>
                      <a:pt x="199" y="682"/>
                      <a:pt x="199" y="682"/>
                    </a:cubicBezTo>
                    <a:cubicBezTo>
                      <a:pt x="193" y="692"/>
                      <a:pt x="193" y="692"/>
                      <a:pt x="193" y="692"/>
                    </a:cubicBezTo>
                    <a:cubicBezTo>
                      <a:pt x="193" y="692"/>
                      <a:pt x="193" y="692"/>
                      <a:pt x="193" y="692"/>
                    </a:cubicBezTo>
                    <a:cubicBezTo>
                      <a:pt x="186" y="705"/>
                      <a:pt x="186" y="705"/>
                      <a:pt x="186" y="705"/>
                    </a:cubicBezTo>
                    <a:cubicBezTo>
                      <a:pt x="186" y="705"/>
                      <a:pt x="186" y="705"/>
                      <a:pt x="186" y="705"/>
                    </a:cubicBezTo>
                    <a:cubicBezTo>
                      <a:pt x="176" y="724"/>
                      <a:pt x="176" y="724"/>
                      <a:pt x="176" y="724"/>
                    </a:cubicBezTo>
                    <a:close/>
                    <a:moveTo>
                      <a:pt x="425" y="723"/>
                    </a:moveTo>
                    <a:cubicBezTo>
                      <a:pt x="424" y="722"/>
                      <a:pt x="424" y="722"/>
                      <a:pt x="424" y="722"/>
                    </a:cubicBezTo>
                    <a:cubicBezTo>
                      <a:pt x="424" y="722"/>
                      <a:pt x="424" y="722"/>
                      <a:pt x="424" y="722"/>
                    </a:cubicBezTo>
                    <a:cubicBezTo>
                      <a:pt x="424" y="722"/>
                      <a:pt x="424" y="722"/>
                      <a:pt x="424" y="722"/>
                    </a:cubicBezTo>
                    <a:cubicBezTo>
                      <a:pt x="424" y="722"/>
                      <a:pt x="424" y="722"/>
                      <a:pt x="424" y="722"/>
                    </a:cubicBezTo>
                    <a:cubicBezTo>
                      <a:pt x="423" y="721"/>
                      <a:pt x="423" y="721"/>
                      <a:pt x="423" y="721"/>
                    </a:cubicBezTo>
                    <a:cubicBezTo>
                      <a:pt x="423" y="721"/>
                      <a:pt x="423" y="721"/>
                      <a:pt x="423" y="721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19"/>
                      <a:pt x="423" y="719"/>
                      <a:pt x="423" y="719"/>
                    </a:cubicBezTo>
                    <a:cubicBezTo>
                      <a:pt x="423" y="719"/>
                      <a:pt x="423" y="719"/>
                      <a:pt x="423" y="719"/>
                    </a:cubicBezTo>
                    <a:cubicBezTo>
                      <a:pt x="423" y="718"/>
                      <a:pt x="423" y="718"/>
                      <a:pt x="423" y="718"/>
                    </a:cubicBezTo>
                    <a:cubicBezTo>
                      <a:pt x="423" y="718"/>
                      <a:pt x="423" y="718"/>
                      <a:pt x="423" y="718"/>
                    </a:cubicBezTo>
                    <a:cubicBezTo>
                      <a:pt x="424" y="717"/>
                      <a:pt x="424" y="717"/>
                      <a:pt x="424" y="717"/>
                    </a:cubicBezTo>
                    <a:cubicBezTo>
                      <a:pt x="424" y="717"/>
                      <a:pt x="424" y="717"/>
                      <a:pt x="424" y="717"/>
                    </a:cubicBezTo>
                    <a:cubicBezTo>
                      <a:pt x="425" y="716"/>
                      <a:pt x="425" y="716"/>
                      <a:pt x="425" y="716"/>
                    </a:cubicBezTo>
                    <a:cubicBezTo>
                      <a:pt x="425" y="716"/>
                      <a:pt x="425" y="716"/>
                      <a:pt x="425" y="716"/>
                    </a:cubicBezTo>
                    <a:cubicBezTo>
                      <a:pt x="427" y="715"/>
                      <a:pt x="427" y="715"/>
                      <a:pt x="427" y="715"/>
                    </a:cubicBezTo>
                    <a:cubicBezTo>
                      <a:pt x="427" y="715"/>
                      <a:pt x="427" y="715"/>
                      <a:pt x="427" y="715"/>
                    </a:cubicBezTo>
                    <a:cubicBezTo>
                      <a:pt x="428" y="714"/>
                      <a:pt x="428" y="714"/>
                      <a:pt x="428" y="714"/>
                    </a:cubicBezTo>
                    <a:cubicBezTo>
                      <a:pt x="428" y="714"/>
                      <a:pt x="428" y="714"/>
                      <a:pt x="428" y="714"/>
                    </a:cubicBezTo>
                    <a:cubicBezTo>
                      <a:pt x="430" y="713"/>
                      <a:pt x="430" y="713"/>
                      <a:pt x="430" y="713"/>
                    </a:cubicBezTo>
                    <a:cubicBezTo>
                      <a:pt x="430" y="713"/>
                      <a:pt x="430" y="713"/>
                      <a:pt x="430" y="713"/>
                    </a:cubicBezTo>
                    <a:cubicBezTo>
                      <a:pt x="431" y="712"/>
                      <a:pt x="431" y="712"/>
                      <a:pt x="431" y="712"/>
                    </a:cubicBezTo>
                    <a:cubicBezTo>
                      <a:pt x="431" y="712"/>
                      <a:pt x="431" y="712"/>
                      <a:pt x="431" y="712"/>
                    </a:cubicBezTo>
                    <a:cubicBezTo>
                      <a:pt x="433" y="711"/>
                      <a:pt x="433" y="711"/>
                      <a:pt x="433" y="711"/>
                    </a:cubicBezTo>
                    <a:cubicBezTo>
                      <a:pt x="433" y="711"/>
                      <a:pt x="433" y="711"/>
                      <a:pt x="433" y="711"/>
                    </a:cubicBezTo>
                    <a:cubicBezTo>
                      <a:pt x="434" y="710"/>
                      <a:pt x="434" y="710"/>
                      <a:pt x="434" y="710"/>
                    </a:cubicBezTo>
                    <a:cubicBezTo>
                      <a:pt x="434" y="710"/>
                      <a:pt x="434" y="710"/>
                      <a:pt x="434" y="710"/>
                    </a:cubicBezTo>
                    <a:cubicBezTo>
                      <a:pt x="436" y="709"/>
                      <a:pt x="436" y="709"/>
                      <a:pt x="436" y="709"/>
                    </a:cubicBezTo>
                    <a:cubicBezTo>
                      <a:pt x="436" y="709"/>
                      <a:pt x="436" y="709"/>
                      <a:pt x="436" y="709"/>
                    </a:cubicBezTo>
                    <a:cubicBezTo>
                      <a:pt x="442" y="704"/>
                      <a:pt x="442" y="704"/>
                      <a:pt x="442" y="704"/>
                    </a:cubicBezTo>
                    <a:cubicBezTo>
                      <a:pt x="442" y="704"/>
                      <a:pt x="442" y="704"/>
                      <a:pt x="442" y="704"/>
                    </a:cubicBezTo>
                    <a:cubicBezTo>
                      <a:pt x="443" y="703"/>
                      <a:pt x="443" y="703"/>
                      <a:pt x="443" y="703"/>
                    </a:cubicBezTo>
                    <a:cubicBezTo>
                      <a:pt x="443" y="703"/>
                      <a:pt x="443" y="703"/>
                      <a:pt x="443" y="703"/>
                    </a:cubicBezTo>
                    <a:cubicBezTo>
                      <a:pt x="444" y="703"/>
                      <a:pt x="444" y="703"/>
                      <a:pt x="444" y="703"/>
                    </a:cubicBezTo>
                    <a:cubicBezTo>
                      <a:pt x="444" y="703"/>
                      <a:pt x="444" y="703"/>
                      <a:pt x="444" y="703"/>
                    </a:cubicBezTo>
                    <a:cubicBezTo>
                      <a:pt x="444" y="702"/>
                      <a:pt x="444" y="702"/>
                      <a:pt x="444" y="702"/>
                    </a:cubicBezTo>
                    <a:cubicBezTo>
                      <a:pt x="444" y="702"/>
                      <a:pt x="444" y="702"/>
                      <a:pt x="444" y="702"/>
                    </a:cubicBezTo>
                    <a:cubicBezTo>
                      <a:pt x="445" y="700"/>
                      <a:pt x="445" y="700"/>
                      <a:pt x="445" y="700"/>
                    </a:cubicBezTo>
                    <a:cubicBezTo>
                      <a:pt x="445" y="700"/>
                      <a:pt x="445" y="700"/>
                      <a:pt x="445" y="700"/>
                    </a:cubicBezTo>
                    <a:cubicBezTo>
                      <a:pt x="446" y="699"/>
                      <a:pt x="446" y="699"/>
                      <a:pt x="446" y="699"/>
                    </a:cubicBezTo>
                    <a:cubicBezTo>
                      <a:pt x="446" y="699"/>
                      <a:pt x="446" y="699"/>
                      <a:pt x="446" y="699"/>
                    </a:cubicBezTo>
                    <a:cubicBezTo>
                      <a:pt x="446" y="698"/>
                      <a:pt x="446" y="698"/>
                      <a:pt x="446" y="698"/>
                    </a:cubicBezTo>
                    <a:cubicBezTo>
                      <a:pt x="446" y="698"/>
                      <a:pt x="446" y="698"/>
                      <a:pt x="446" y="698"/>
                    </a:cubicBezTo>
                    <a:cubicBezTo>
                      <a:pt x="446" y="697"/>
                      <a:pt x="446" y="697"/>
                      <a:pt x="446" y="697"/>
                    </a:cubicBezTo>
                    <a:cubicBezTo>
                      <a:pt x="446" y="697"/>
                      <a:pt x="446" y="697"/>
                      <a:pt x="446" y="697"/>
                    </a:cubicBezTo>
                    <a:cubicBezTo>
                      <a:pt x="446" y="696"/>
                      <a:pt x="446" y="696"/>
                      <a:pt x="446" y="696"/>
                    </a:cubicBezTo>
                    <a:cubicBezTo>
                      <a:pt x="446" y="696"/>
                      <a:pt x="446" y="696"/>
                      <a:pt x="446" y="696"/>
                    </a:cubicBezTo>
                    <a:cubicBezTo>
                      <a:pt x="444" y="695"/>
                      <a:pt x="444" y="695"/>
                      <a:pt x="444" y="695"/>
                    </a:cubicBezTo>
                    <a:cubicBezTo>
                      <a:pt x="444" y="695"/>
                      <a:pt x="444" y="695"/>
                      <a:pt x="444" y="695"/>
                    </a:cubicBezTo>
                    <a:cubicBezTo>
                      <a:pt x="444" y="696"/>
                      <a:pt x="444" y="696"/>
                      <a:pt x="444" y="696"/>
                    </a:cubicBezTo>
                    <a:cubicBezTo>
                      <a:pt x="444" y="696"/>
                      <a:pt x="444" y="696"/>
                      <a:pt x="444" y="696"/>
                    </a:cubicBezTo>
                    <a:cubicBezTo>
                      <a:pt x="444" y="697"/>
                      <a:pt x="444" y="697"/>
                      <a:pt x="444" y="697"/>
                    </a:cubicBezTo>
                    <a:cubicBezTo>
                      <a:pt x="444" y="697"/>
                      <a:pt x="444" y="697"/>
                      <a:pt x="444" y="697"/>
                    </a:cubicBezTo>
                    <a:cubicBezTo>
                      <a:pt x="443" y="697"/>
                      <a:pt x="443" y="697"/>
                      <a:pt x="443" y="697"/>
                    </a:cubicBezTo>
                    <a:cubicBezTo>
                      <a:pt x="443" y="697"/>
                      <a:pt x="443" y="697"/>
                      <a:pt x="443" y="697"/>
                    </a:cubicBezTo>
                    <a:cubicBezTo>
                      <a:pt x="443" y="698"/>
                      <a:pt x="443" y="698"/>
                      <a:pt x="443" y="698"/>
                    </a:cubicBezTo>
                    <a:cubicBezTo>
                      <a:pt x="443" y="698"/>
                      <a:pt x="443" y="698"/>
                      <a:pt x="443" y="698"/>
                    </a:cubicBezTo>
                    <a:cubicBezTo>
                      <a:pt x="442" y="698"/>
                      <a:pt x="442" y="698"/>
                      <a:pt x="442" y="698"/>
                    </a:cubicBezTo>
                    <a:cubicBezTo>
                      <a:pt x="442" y="698"/>
                      <a:pt x="442" y="698"/>
                      <a:pt x="442" y="698"/>
                    </a:cubicBezTo>
                    <a:cubicBezTo>
                      <a:pt x="442" y="698"/>
                      <a:pt x="442" y="698"/>
                      <a:pt x="442" y="698"/>
                    </a:cubicBezTo>
                    <a:cubicBezTo>
                      <a:pt x="442" y="698"/>
                      <a:pt x="442" y="698"/>
                      <a:pt x="442" y="698"/>
                    </a:cubicBezTo>
                    <a:cubicBezTo>
                      <a:pt x="441" y="699"/>
                      <a:pt x="441" y="699"/>
                      <a:pt x="441" y="699"/>
                    </a:cubicBezTo>
                    <a:cubicBezTo>
                      <a:pt x="441" y="699"/>
                      <a:pt x="441" y="699"/>
                      <a:pt x="441" y="699"/>
                    </a:cubicBezTo>
                    <a:cubicBezTo>
                      <a:pt x="440" y="699"/>
                      <a:pt x="440" y="699"/>
                      <a:pt x="440" y="699"/>
                    </a:cubicBezTo>
                    <a:cubicBezTo>
                      <a:pt x="440" y="699"/>
                      <a:pt x="440" y="699"/>
                      <a:pt x="440" y="699"/>
                    </a:cubicBezTo>
                    <a:cubicBezTo>
                      <a:pt x="440" y="699"/>
                      <a:pt x="440" y="699"/>
                      <a:pt x="440" y="699"/>
                    </a:cubicBezTo>
                    <a:cubicBezTo>
                      <a:pt x="440" y="699"/>
                      <a:pt x="440" y="699"/>
                      <a:pt x="440" y="699"/>
                    </a:cubicBezTo>
                    <a:cubicBezTo>
                      <a:pt x="439" y="699"/>
                      <a:pt x="439" y="699"/>
                      <a:pt x="439" y="699"/>
                    </a:cubicBezTo>
                    <a:cubicBezTo>
                      <a:pt x="439" y="699"/>
                      <a:pt x="439" y="699"/>
                      <a:pt x="439" y="699"/>
                    </a:cubicBezTo>
                    <a:cubicBezTo>
                      <a:pt x="439" y="699"/>
                      <a:pt x="439" y="699"/>
                      <a:pt x="439" y="699"/>
                    </a:cubicBezTo>
                    <a:cubicBezTo>
                      <a:pt x="439" y="699"/>
                      <a:pt x="439" y="699"/>
                      <a:pt x="439" y="699"/>
                    </a:cubicBezTo>
                    <a:cubicBezTo>
                      <a:pt x="439" y="699"/>
                      <a:pt x="439" y="699"/>
                      <a:pt x="439" y="699"/>
                    </a:cubicBezTo>
                    <a:cubicBezTo>
                      <a:pt x="439" y="699"/>
                      <a:pt x="439" y="699"/>
                      <a:pt x="439" y="699"/>
                    </a:cubicBezTo>
                    <a:cubicBezTo>
                      <a:pt x="438" y="699"/>
                      <a:pt x="438" y="699"/>
                      <a:pt x="438" y="699"/>
                    </a:cubicBezTo>
                    <a:cubicBezTo>
                      <a:pt x="438" y="699"/>
                      <a:pt x="438" y="699"/>
                      <a:pt x="438" y="699"/>
                    </a:cubicBezTo>
                    <a:cubicBezTo>
                      <a:pt x="438" y="699"/>
                      <a:pt x="438" y="699"/>
                      <a:pt x="438" y="699"/>
                    </a:cubicBezTo>
                    <a:cubicBezTo>
                      <a:pt x="438" y="699"/>
                      <a:pt x="438" y="699"/>
                      <a:pt x="438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6" y="698"/>
                      <a:pt x="436" y="698"/>
                      <a:pt x="436" y="698"/>
                    </a:cubicBezTo>
                    <a:cubicBezTo>
                      <a:pt x="436" y="698"/>
                      <a:pt x="436" y="698"/>
                      <a:pt x="436" y="698"/>
                    </a:cubicBezTo>
                    <a:cubicBezTo>
                      <a:pt x="436" y="698"/>
                      <a:pt x="436" y="698"/>
                      <a:pt x="436" y="698"/>
                    </a:cubicBezTo>
                    <a:cubicBezTo>
                      <a:pt x="436" y="698"/>
                      <a:pt x="436" y="698"/>
                      <a:pt x="436" y="698"/>
                    </a:cubicBezTo>
                    <a:cubicBezTo>
                      <a:pt x="436" y="698"/>
                      <a:pt x="436" y="698"/>
                      <a:pt x="436" y="698"/>
                    </a:cubicBezTo>
                    <a:cubicBezTo>
                      <a:pt x="436" y="698"/>
                      <a:pt x="436" y="698"/>
                      <a:pt x="436" y="698"/>
                    </a:cubicBezTo>
                    <a:cubicBezTo>
                      <a:pt x="436" y="697"/>
                      <a:pt x="436" y="697"/>
                      <a:pt x="436" y="697"/>
                    </a:cubicBezTo>
                    <a:cubicBezTo>
                      <a:pt x="436" y="697"/>
                      <a:pt x="436" y="697"/>
                      <a:pt x="436" y="697"/>
                    </a:cubicBezTo>
                    <a:cubicBezTo>
                      <a:pt x="436" y="697"/>
                      <a:pt x="436" y="697"/>
                      <a:pt x="436" y="697"/>
                    </a:cubicBezTo>
                    <a:cubicBezTo>
                      <a:pt x="436" y="697"/>
                      <a:pt x="436" y="697"/>
                      <a:pt x="436" y="697"/>
                    </a:cubicBezTo>
                    <a:cubicBezTo>
                      <a:pt x="436" y="696"/>
                      <a:pt x="436" y="696"/>
                      <a:pt x="436" y="696"/>
                    </a:cubicBezTo>
                    <a:cubicBezTo>
                      <a:pt x="436" y="696"/>
                      <a:pt x="436" y="696"/>
                      <a:pt x="436" y="696"/>
                    </a:cubicBezTo>
                    <a:cubicBezTo>
                      <a:pt x="443" y="692"/>
                      <a:pt x="443" y="692"/>
                      <a:pt x="443" y="692"/>
                    </a:cubicBezTo>
                    <a:cubicBezTo>
                      <a:pt x="443" y="692"/>
                      <a:pt x="443" y="692"/>
                      <a:pt x="443" y="692"/>
                    </a:cubicBezTo>
                    <a:cubicBezTo>
                      <a:pt x="442" y="692"/>
                      <a:pt x="442" y="692"/>
                      <a:pt x="442" y="692"/>
                    </a:cubicBezTo>
                    <a:cubicBezTo>
                      <a:pt x="442" y="692"/>
                      <a:pt x="442" y="692"/>
                      <a:pt x="442" y="692"/>
                    </a:cubicBezTo>
                    <a:cubicBezTo>
                      <a:pt x="442" y="691"/>
                      <a:pt x="442" y="691"/>
                      <a:pt x="442" y="691"/>
                    </a:cubicBezTo>
                    <a:cubicBezTo>
                      <a:pt x="442" y="691"/>
                      <a:pt x="442" y="691"/>
                      <a:pt x="442" y="691"/>
                    </a:cubicBezTo>
                    <a:cubicBezTo>
                      <a:pt x="442" y="691"/>
                      <a:pt x="442" y="691"/>
                      <a:pt x="442" y="691"/>
                    </a:cubicBezTo>
                    <a:cubicBezTo>
                      <a:pt x="442" y="691"/>
                      <a:pt x="442" y="691"/>
                      <a:pt x="442" y="691"/>
                    </a:cubicBezTo>
                    <a:cubicBezTo>
                      <a:pt x="442" y="691"/>
                      <a:pt x="442" y="691"/>
                      <a:pt x="442" y="691"/>
                    </a:cubicBezTo>
                    <a:cubicBezTo>
                      <a:pt x="442" y="691"/>
                      <a:pt x="442" y="691"/>
                      <a:pt x="442" y="691"/>
                    </a:cubicBezTo>
                    <a:cubicBezTo>
                      <a:pt x="442" y="690"/>
                      <a:pt x="442" y="690"/>
                      <a:pt x="442" y="690"/>
                    </a:cubicBezTo>
                    <a:cubicBezTo>
                      <a:pt x="442" y="690"/>
                      <a:pt x="442" y="690"/>
                      <a:pt x="442" y="690"/>
                    </a:cubicBezTo>
                    <a:cubicBezTo>
                      <a:pt x="442" y="690"/>
                      <a:pt x="442" y="690"/>
                      <a:pt x="442" y="690"/>
                    </a:cubicBezTo>
                    <a:cubicBezTo>
                      <a:pt x="442" y="690"/>
                      <a:pt x="442" y="690"/>
                      <a:pt x="442" y="690"/>
                    </a:cubicBezTo>
                    <a:cubicBezTo>
                      <a:pt x="442" y="690"/>
                      <a:pt x="442" y="690"/>
                      <a:pt x="442" y="690"/>
                    </a:cubicBezTo>
                    <a:cubicBezTo>
                      <a:pt x="442" y="690"/>
                      <a:pt x="442" y="690"/>
                      <a:pt x="442" y="690"/>
                    </a:cubicBezTo>
                    <a:cubicBezTo>
                      <a:pt x="443" y="689"/>
                      <a:pt x="443" y="689"/>
                      <a:pt x="443" y="689"/>
                    </a:cubicBezTo>
                    <a:cubicBezTo>
                      <a:pt x="443" y="689"/>
                      <a:pt x="443" y="689"/>
                      <a:pt x="443" y="689"/>
                    </a:cubicBezTo>
                    <a:cubicBezTo>
                      <a:pt x="443" y="689"/>
                      <a:pt x="443" y="689"/>
                      <a:pt x="443" y="689"/>
                    </a:cubicBezTo>
                    <a:cubicBezTo>
                      <a:pt x="443" y="689"/>
                      <a:pt x="443" y="689"/>
                      <a:pt x="443" y="689"/>
                    </a:cubicBezTo>
                    <a:cubicBezTo>
                      <a:pt x="443" y="688"/>
                      <a:pt x="443" y="688"/>
                      <a:pt x="443" y="688"/>
                    </a:cubicBezTo>
                    <a:cubicBezTo>
                      <a:pt x="443" y="688"/>
                      <a:pt x="443" y="688"/>
                      <a:pt x="443" y="688"/>
                    </a:cubicBezTo>
                    <a:cubicBezTo>
                      <a:pt x="443" y="688"/>
                      <a:pt x="443" y="688"/>
                      <a:pt x="443" y="688"/>
                    </a:cubicBezTo>
                    <a:cubicBezTo>
                      <a:pt x="443" y="688"/>
                      <a:pt x="443" y="688"/>
                      <a:pt x="443" y="688"/>
                    </a:cubicBezTo>
                    <a:cubicBezTo>
                      <a:pt x="444" y="687"/>
                      <a:pt x="444" y="687"/>
                      <a:pt x="444" y="687"/>
                    </a:cubicBezTo>
                    <a:cubicBezTo>
                      <a:pt x="444" y="687"/>
                      <a:pt x="444" y="687"/>
                      <a:pt x="444" y="687"/>
                    </a:cubicBezTo>
                    <a:cubicBezTo>
                      <a:pt x="444" y="687"/>
                      <a:pt x="444" y="687"/>
                      <a:pt x="444" y="687"/>
                    </a:cubicBezTo>
                    <a:cubicBezTo>
                      <a:pt x="444" y="687"/>
                      <a:pt x="444" y="687"/>
                      <a:pt x="444" y="687"/>
                    </a:cubicBezTo>
                    <a:cubicBezTo>
                      <a:pt x="444" y="686"/>
                      <a:pt x="444" y="686"/>
                      <a:pt x="444" y="686"/>
                    </a:cubicBezTo>
                    <a:cubicBezTo>
                      <a:pt x="444" y="686"/>
                      <a:pt x="444" y="686"/>
                      <a:pt x="444" y="686"/>
                    </a:cubicBezTo>
                    <a:cubicBezTo>
                      <a:pt x="444" y="686"/>
                      <a:pt x="444" y="686"/>
                      <a:pt x="444" y="686"/>
                    </a:cubicBezTo>
                    <a:cubicBezTo>
                      <a:pt x="444" y="686"/>
                      <a:pt x="444" y="686"/>
                      <a:pt x="444" y="686"/>
                    </a:cubicBezTo>
                    <a:cubicBezTo>
                      <a:pt x="444" y="685"/>
                      <a:pt x="444" y="685"/>
                      <a:pt x="444" y="685"/>
                    </a:cubicBezTo>
                    <a:cubicBezTo>
                      <a:pt x="444" y="685"/>
                      <a:pt x="444" y="685"/>
                      <a:pt x="444" y="685"/>
                    </a:cubicBezTo>
                    <a:cubicBezTo>
                      <a:pt x="443" y="685"/>
                      <a:pt x="443" y="685"/>
                      <a:pt x="443" y="685"/>
                    </a:cubicBezTo>
                    <a:cubicBezTo>
                      <a:pt x="443" y="685"/>
                      <a:pt x="443" y="685"/>
                      <a:pt x="443" y="685"/>
                    </a:cubicBezTo>
                    <a:cubicBezTo>
                      <a:pt x="443" y="685"/>
                      <a:pt x="443" y="685"/>
                      <a:pt x="443" y="685"/>
                    </a:cubicBezTo>
                    <a:cubicBezTo>
                      <a:pt x="443" y="685"/>
                      <a:pt x="443" y="685"/>
                      <a:pt x="443" y="685"/>
                    </a:cubicBezTo>
                    <a:cubicBezTo>
                      <a:pt x="442" y="685"/>
                      <a:pt x="442" y="685"/>
                      <a:pt x="442" y="685"/>
                    </a:cubicBezTo>
                    <a:cubicBezTo>
                      <a:pt x="442" y="685"/>
                      <a:pt x="442" y="685"/>
                      <a:pt x="442" y="685"/>
                    </a:cubicBezTo>
                    <a:cubicBezTo>
                      <a:pt x="442" y="685"/>
                      <a:pt x="442" y="685"/>
                      <a:pt x="442" y="685"/>
                    </a:cubicBezTo>
                    <a:cubicBezTo>
                      <a:pt x="442" y="685"/>
                      <a:pt x="442" y="685"/>
                      <a:pt x="442" y="685"/>
                    </a:cubicBezTo>
                    <a:cubicBezTo>
                      <a:pt x="441" y="685"/>
                      <a:pt x="441" y="685"/>
                      <a:pt x="441" y="685"/>
                    </a:cubicBezTo>
                    <a:cubicBezTo>
                      <a:pt x="441" y="685"/>
                      <a:pt x="441" y="685"/>
                      <a:pt x="441" y="685"/>
                    </a:cubicBezTo>
                    <a:cubicBezTo>
                      <a:pt x="441" y="685"/>
                      <a:pt x="441" y="685"/>
                      <a:pt x="441" y="685"/>
                    </a:cubicBezTo>
                    <a:cubicBezTo>
                      <a:pt x="441" y="685"/>
                      <a:pt x="441" y="685"/>
                      <a:pt x="441" y="685"/>
                    </a:cubicBezTo>
                    <a:cubicBezTo>
                      <a:pt x="440" y="685"/>
                      <a:pt x="440" y="685"/>
                      <a:pt x="440" y="685"/>
                    </a:cubicBezTo>
                    <a:cubicBezTo>
                      <a:pt x="440" y="685"/>
                      <a:pt x="440" y="685"/>
                      <a:pt x="440" y="685"/>
                    </a:cubicBezTo>
                    <a:cubicBezTo>
                      <a:pt x="440" y="685"/>
                      <a:pt x="440" y="685"/>
                      <a:pt x="440" y="685"/>
                    </a:cubicBezTo>
                    <a:cubicBezTo>
                      <a:pt x="440" y="685"/>
                      <a:pt x="440" y="685"/>
                      <a:pt x="440" y="685"/>
                    </a:cubicBezTo>
                    <a:cubicBezTo>
                      <a:pt x="440" y="685"/>
                      <a:pt x="440" y="685"/>
                      <a:pt x="440" y="685"/>
                    </a:cubicBezTo>
                    <a:cubicBezTo>
                      <a:pt x="440" y="685"/>
                      <a:pt x="440" y="685"/>
                      <a:pt x="440" y="685"/>
                    </a:cubicBezTo>
                    <a:cubicBezTo>
                      <a:pt x="439" y="685"/>
                      <a:pt x="439" y="685"/>
                      <a:pt x="439" y="685"/>
                    </a:cubicBezTo>
                    <a:cubicBezTo>
                      <a:pt x="439" y="685"/>
                      <a:pt x="439" y="685"/>
                      <a:pt x="439" y="685"/>
                    </a:cubicBezTo>
                    <a:cubicBezTo>
                      <a:pt x="439" y="686"/>
                      <a:pt x="439" y="686"/>
                      <a:pt x="439" y="686"/>
                    </a:cubicBezTo>
                    <a:cubicBezTo>
                      <a:pt x="439" y="686"/>
                      <a:pt x="439" y="686"/>
                      <a:pt x="439" y="686"/>
                    </a:cubicBezTo>
                    <a:cubicBezTo>
                      <a:pt x="439" y="686"/>
                      <a:pt x="439" y="686"/>
                      <a:pt x="439" y="686"/>
                    </a:cubicBezTo>
                    <a:cubicBezTo>
                      <a:pt x="439" y="686"/>
                      <a:pt x="439" y="686"/>
                      <a:pt x="439" y="686"/>
                    </a:cubicBezTo>
                    <a:cubicBezTo>
                      <a:pt x="439" y="686"/>
                      <a:pt x="439" y="686"/>
                      <a:pt x="439" y="686"/>
                    </a:cubicBezTo>
                    <a:cubicBezTo>
                      <a:pt x="439" y="686"/>
                      <a:pt x="439" y="686"/>
                      <a:pt x="439" y="686"/>
                    </a:cubicBezTo>
                    <a:cubicBezTo>
                      <a:pt x="438" y="686"/>
                      <a:pt x="438" y="686"/>
                      <a:pt x="438" y="686"/>
                    </a:cubicBezTo>
                    <a:cubicBezTo>
                      <a:pt x="438" y="686"/>
                      <a:pt x="438" y="686"/>
                      <a:pt x="438" y="686"/>
                    </a:cubicBezTo>
                    <a:cubicBezTo>
                      <a:pt x="438" y="686"/>
                      <a:pt x="438" y="686"/>
                      <a:pt x="438" y="686"/>
                    </a:cubicBezTo>
                    <a:cubicBezTo>
                      <a:pt x="438" y="686"/>
                      <a:pt x="438" y="686"/>
                      <a:pt x="438" y="686"/>
                    </a:cubicBezTo>
                    <a:cubicBezTo>
                      <a:pt x="438" y="686"/>
                      <a:pt x="438" y="686"/>
                      <a:pt x="438" y="686"/>
                    </a:cubicBezTo>
                    <a:cubicBezTo>
                      <a:pt x="438" y="686"/>
                      <a:pt x="438" y="686"/>
                      <a:pt x="438" y="686"/>
                    </a:cubicBezTo>
                    <a:cubicBezTo>
                      <a:pt x="439" y="685"/>
                      <a:pt x="439" y="685"/>
                      <a:pt x="439" y="685"/>
                    </a:cubicBezTo>
                    <a:cubicBezTo>
                      <a:pt x="439" y="685"/>
                      <a:pt x="439" y="685"/>
                      <a:pt x="439" y="685"/>
                    </a:cubicBezTo>
                    <a:cubicBezTo>
                      <a:pt x="440" y="684"/>
                      <a:pt x="440" y="684"/>
                      <a:pt x="440" y="684"/>
                    </a:cubicBezTo>
                    <a:cubicBezTo>
                      <a:pt x="440" y="684"/>
                      <a:pt x="440" y="684"/>
                      <a:pt x="440" y="684"/>
                    </a:cubicBezTo>
                    <a:cubicBezTo>
                      <a:pt x="441" y="683"/>
                      <a:pt x="441" y="683"/>
                      <a:pt x="441" y="683"/>
                    </a:cubicBezTo>
                    <a:cubicBezTo>
                      <a:pt x="441" y="683"/>
                      <a:pt x="441" y="683"/>
                      <a:pt x="441" y="683"/>
                    </a:cubicBezTo>
                    <a:cubicBezTo>
                      <a:pt x="443" y="682"/>
                      <a:pt x="443" y="682"/>
                      <a:pt x="443" y="682"/>
                    </a:cubicBezTo>
                    <a:cubicBezTo>
                      <a:pt x="443" y="682"/>
                      <a:pt x="443" y="682"/>
                      <a:pt x="443" y="682"/>
                    </a:cubicBezTo>
                    <a:cubicBezTo>
                      <a:pt x="445" y="681"/>
                      <a:pt x="445" y="681"/>
                      <a:pt x="445" y="681"/>
                    </a:cubicBezTo>
                    <a:cubicBezTo>
                      <a:pt x="445" y="681"/>
                      <a:pt x="445" y="681"/>
                      <a:pt x="445" y="681"/>
                    </a:cubicBezTo>
                    <a:cubicBezTo>
                      <a:pt x="446" y="680"/>
                      <a:pt x="446" y="680"/>
                      <a:pt x="446" y="680"/>
                    </a:cubicBezTo>
                    <a:cubicBezTo>
                      <a:pt x="446" y="680"/>
                      <a:pt x="446" y="680"/>
                      <a:pt x="446" y="680"/>
                    </a:cubicBezTo>
                    <a:cubicBezTo>
                      <a:pt x="448" y="679"/>
                      <a:pt x="448" y="679"/>
                      <a:pt x="448" y="679"/>
                    </a:cubicBezTo>
                    <a:cubicBezTo>
                      <a:pt x="448" y="679"/>
                      <a:pt x="448" y="679"/>
                      <a:pt x="448" y="679"/>
                    </a:cubicBezTo>
                    <a:cubicBezTo>
                      <a:pt x="449" y="678"/>
                      <a:pt x="449" y="678"/>
                      <a:pt x="449" y="678"/>
                    </a:cubicBezTo>
                    <a:cubicBezTo>
                      <a:pt x="449" y="678"/>
                      <a:pt x="449" y="678"/>
                      <a:pt x="449" y="678"/>
                    </a:cubicBezTo>
                    <a:cubicBezTo>
                      <a:pt x="450" y="677"/>
                      <a:pt x="450" y="677"/>
                      <a:pt x="450" y="677"/>
                    </a:cubicBezTo>
                    <a:cubicBezTo>
                      <a:pt x="450" y="677"/>
                      <a:pt x="450" y="677"/>
                      <a:pt x="450" y="677"/>
                    </a:cubicBezTo>
                    <a:cubicBezTo>
                      <a:pt x="451" y="676"/>
                      <a:pt x="451" y="676"/>
                      <a:pt x="451" y="676"/>
                    </a:cubicBezTo>
                    <a:cubicBezTo>
                      <a:pt x="451" y="676"/>
                      <a:pt x="451" y="676"/>
                      <a:pt x="451" y="676"/>
                    </a:cubicBezTo>
                    <a:cubicBezTo>
                      <a:pt x="452" y="676"/>
                      <a:pt x="452" y="676"/>
                      <a:pt x="452" y="676"/>
                    </a:cubicBezTo>
                    <a:cubicBezTo>
                      <a:pt x="452" y="676"/>
                      <a:pt x="452" y="676"/>
                      <a:pt x="452" y="676"/>
                    </a:cubicBezTo>
                    <a:cubicBezTo>
                      <a:pt x="454" y="675"/>
                      <a:pt x="454" y="675"/>
                      <a:pt x="454" y="675"/>
                    </a:cubicBezTo>
                    <a:cubicBezTo>
                      <a:pt x="454" y="675"/>
                      <a:pt x="454" y="675"/>
                      <a:pt x="454" y="675"/>
                    </a:cubicBezTo>
                    <a:cubicBezTo>
                      <a:pt x="454" y="674"/>
                      <a:pt x="454" y="674"/>
                      <a:pt x="454" y="674"/>
                    </a:cubicBezTo>
                    <a:cubicBezTo>
                      <a:pt x="454" y="674"/>
                      <a:pt x="454" y="674"/>
                      <a:pt x="454" y="674"/>
                    </a:cubicBezTo>
                    <a:cubicBezTo>
                      <a:pt x="455" y="672"/>
                      <a:pt x="455" y="672"/>
                      <a:pt x="455" y="672"/>
                    </a:cubicBezTo>
                    <a:cubicBezTo>
                      <a:pt x="455" y="672"/>
                      <a:pt x="455" y="672"/>
                      <a:pt x="455" y="672"/>
                    </a:cubicBezTo>
                    <a:cubicBezTo>
                      <a:pt x="455" y="671"/>
                      <a:pt x="455" y="671"/>
                      <a:pt x="455" y="671"/>
                    </a:cubicBezTo>
                    <a:cubicBezTo>
                      <a:pt x="455" y="671"/>
                      <a:pt x="455" y="671"/>
                      <a:pt x="455" y="671"/>
                    </a:cubicBezTo>
                    <a:cubicBezTo>
                      <a:pt x="456" y="670"/>
                      <a:pt x="456" y="670"/>
                      <a:pt x="456" y="670"/>
                    </a:cubicBezTo>
                    <a:cubicBezTo>
                      <a:pt x="456" y="670"/>
                      <a:pt x="456" y="670"/>
                      <a:pt x="456" y="670"/>
                    </a:cubicBezTo>
                    <a:cubicBezTo>
                      <a:pt x="456" y="670"/>
                      <a:pt x="456" y="670"/>
                      <a:pt x="456" y="670"/>
                    </a:cubicBezTo>
                    <a:cubicBezTo>
                      <a:pt x="456" y="670"/>
                      <a:pt x="456" y="670"/>
                      <a:pt x="456" y="670"/>
                    </a:cubicBezTo>
                    <a:cubicBezTo>
                      <a:pt x="455" y="669"/>
                      <a:pt x="455" y="669"/>
                      <a:pt x="455" y="669"/>
                    </a:cubicBezTo>
                    <a:cubicBezTo>
                      <a:pt x="455" y="669"/>
                      <a:pt x="455" y="669"/>
                      <a:pt x="455" y="669"/>
                    </a:cubicBezTo>
                    <a:cubicBezTo>
                      <a:pt x="455" y="669"/>
                      <a:pt x="454" y="668"/>
                      <a:pt x="454" y="668"/>
                    </a:cubicBezTo>
                    <a:cubicBezTo>
                      <a:pt x="454" y="668"/>
                      <a:pt x="454" y="668"/>
                      <a:pt x="454" y="668"/>
                    </a:cubicBezTo>
                    <a:cubicBezTo>
                      <a:pt x="454" y="667"/>
                      <a:pt x="454" y="667"/>
                      <a:pt x="454" y="667"/>
                    </a:cubicBezTo>
                    <a:cubicBezTo>
                      <a:pt x="454" y="667"/>
                      <a:pt x="454" y="667"/>
                      <a:pt x="454" y="667"/>
                    </a:cubicBezTo>
                    <a:cubicBezTo>
                      <a:pt x="453" y="667"/>
                      <a:pt x="453" y="667"/>
                      <a:pt x="453" y="667"/>
                    </a:cubicBezTo>
                    <a:cubicBezTo>
                      <a:pt x="453" y="667"/>
                      <a:pt x="453" y="667"/>
                      <a:pt x="453" y="667"/>
                    </a:cubicBezTo>
                    <a:cubicBezTo>
                      <a:pt x="451" y="669"/>
                      <a:pt x="451" y="669"/>
                      <a:pt x="451" y="669"/>
                    </a:cubicBezTo>
                    <a:cubicBezTo>
                      <a:pt x="451" y="669"/>
                      <a:pt x="451" y="669"/>
                      <a:pt x="451" y="669"/>
                    </a:cubicBezTo>
                    <a:cubicBezTo>
                      <a:pt x="450" y="670"/>
                      <a:pt x="450" y="670"/>
                      <a:pt x="450" y="670"/>
                    </a:cubicBezTo>
                    <a:cubicBezTo>
                      <a:pt x="450" y="670"/>
                      <a:pt x="450" y="670"/>
                      <a:pt x="450" y="670"/>
                    </a:cubicBezTo>
                    <a:cubicBezTo>
                      <a:pt x="448" y="672"/>
                      <a:pt x="448" y="672"/>
                      <a:pt x="448" y="672"/>
                    </a:cubicBezTo>
                    <a:cubicBezTo>
                      <a:pt x="448" y="672"/>
                      <a:pt x="448" y="672"/>
                      <a:pt x="448" y="672"/>
                    </a:cubicBezTo>
                    <a:cubicBezTo>
                      <a:pt x="447" y="673"/>
                      <a:pt x="447" y="673"/>
                      <a:pt x="447" y="673"/>
                    </a:cubicBezTo>
                    <a:cubicBezTo>
                      <a:pt x="447" y="673"/>
                      <a:pt x="447" y="673"/>
                      <a:pt x="447" y="673"/>
                    </a:cubicBezTo>
                    <a:cubicBezTo>
                      <a:pt x="445" y="674"/>
                      <a:pt x="445" y="674"/>
                      <a:pt x="445" y="674"/>
                    </a:cubicBezTo>
                    <a:cubicBezTo>
                      <a:pt x="445" y="674"/>
                      <a:pt x="445" y="674"/>
                      <a:pt x="445" y="674"/>
                    </a:cubicBezTo>
                    <a:cubicBezTo>
                      <a:pt x="444" y="675"/>
                      <a:pt x="444" y="675"/>
                      <a:pt x="444" y="675"/>
                    </a:cubicBezTo>
                    <a:cubicBezTo>
                      <a:pt x="444" y="675"/>
                      <a:pt x="444" y="675"/>
                      <a:pt x="444" y="675"/>
                    </a:cubicBezTo>
                    <a:cubicBezTo>
                      <a:pt x="442" y="676"/>
                      <a:pt x="442" y="676"/>
                      <a:pt x="442" y="676"/>
                    </a:cubicBezTo>
                    <a:cubicBezTo>
                      <a:pt x="442" y="676"/>
                      <a:pt x="442" y="676"/>
                      <a:pt x="442" y="676"/>
                    </a:cubicBezTo>
                    <a:cubicBezTo>
                      <a:pt x="440" y="675"/>
                      <a:pt x="440" y="675"/>
                      <a:pt x="440" y="675"/>
                    </a:cubicBezTo>
                    <a:cubicBezTo>
                      <a:pt x="440" y="675"/>
                      <a:pt x="440" y="675"/>
                      <a:pt x="440" y="675"/>
                    </a:cubicBezTo>
                    <a:cubicBezTo>
                      <a:pt x="440" y="674"/>
                      <a:pt x="440" y="674"/>
                      <a:pt x="440" y="674"/>
                    </a:cubicBezTo>
                    <a:cubicBezTo>
                      <a:pt x="440" y="674"/>
                      <a:pt x="440" y="674"/>
                      <a:pt x="440" y="674"/>
                    </a:cubicBezTo>
                    <a:cubicBezTo>
                      <a:pt x="440" y="674"/>
                      <a:pt x="440" y="674"/>
                      <a:pt x="440" y="674"/>
                    </a:cubicBezTo>
                    <a:cubicBezTo>
                      <a:pt x="440" y="674"/>
                      <a:pt x="440" y="674"/>
                      <a:pt x="440" y="674"/>
                    </a:cubicBezTo>
                    <a:cubicBezTo>
                      <a:pt x="440" y="673"/>
                      <a:pt x="440" y="673"/>
                      <a:pt x="440" y="673"/>
                    </a:cubicBezTo>
                    <a:cubicBezTo>
                      <a:pt x="440" y="673"/>
                      <a:pt x="440" y="673"/>
                      <a:pt x="440" y="673"/>
                    </a:cubicBezTo>
                    <a:cubicBezTo>
                      <a:pt x="441" y="672"/>
                      <a:pt x="441" y="672"/>
                      <a:pt x="441" y="672"/>
                    </a:cubicBezTo>
                    <a:cubicBezTo>
                      <a:pt x="441" y="672"/>
                      <a:pt x="441" y="672"/>
                      <a:pt x="441" y="672"/>
                    </a:cubicBezTo>
                    <a:cubicBezTo>
                      <a:pt x="441" y="671"/>
                      <a:pt x="441" y="671"/>
                      <a:pt x="441" y="671"/>
                    </a:cubicBezTo>
                    <a:cubicBezTo>
                      <a:pt x="441" y="671"/>
                      <a:pt x="441" y="671"/>
                      <a:pt x="441" y="671"/>
                    </a:cubicBezTo>
                    <a:cubicBezTo>
                      <a:pt x="441" y="670"/>
                      <a:pt x="441" y="670"/>
                      <a:pt x="441" y="670"/>
                    </a:cubicBezTo>
                    <a:cubicBezTo>
                      <a:pt x="441" y="670"/>
                      <a:pt x="441" y="670"/>
                      <a:pt x="441" y="670"/>
                    </a:cubicBezTo>
                    <a:cubicBezTo>
                      <a:pt x="441" y="669"/>
                      <a:pt x="441" y="669"/>
                      <a:pt x="441" y="669"/>
                    </a:cubicBezTo>
                    <a:cubicBezTo>
                      <a:pt x="441" y="669"/>
                      <a:pt x="441" y="669"/>
                      <a:pt x="441" y="669"/>
                    </a:cubicBezTo>
                    <a:cubicBezTo>
                      <a:pt x="441" y="668"/>
                      <a:pt x="441" y="668"/>
                      <a:pt x="441" y="668"/>
                    </a:cubicBezTo>
                    <a:cubicBezTo>
                      <a:pt x="441" y="668"/>
                      <a:pt x="441" y="668"/>
                      <a:pt x="441" y="668"/>
                    </a:cubicBezTo>
                    <a:cubicBezTo>
                      <a:pt x="435" y="671"/>
                      <a:pt x="435" y="671"/>
                      <a:pt x="435" y="671"/>
                    </a:cubicBezTo>
                    <a:cubicBezTo>
                      <a:pt x="435" y="671"/>
                      <a:pt x="435" y="671"/>
                      <a:pt x="435" y="671"/>
                    </a:cubicBezTo>
                    <a:cubicBezTo>
                      <a:pt x="428" y="676"/>
                      <a:pt x="428" y="676"/>
                      <a:pt x="428" y="676"/>
                    </a:cubicBezTo>
                    <a:cubicBezTo>
                      <a:pt x="428" y="676"/>
                      <a:pt x="428" y="676"/>
                      <a:pt x="428" y="676"/>
                    </a:cubicBezTo>
                    <a:cubicBezTo>
                      <a:pt x="426" y="676"/>
                      <a:pt x="426" y="676"/>
                      <a:pt x="426" y="676"/>
                    </a:cubicBezTo>
                    <a:cubicBezTo>
                      <a:pt x="426" y="676"/>
                      <a:pt x="426" y="676"/>
                      <a:pt x="426" y="676"/>
                    </a:cubicBezTo>
                    <a:cubicBezTo>
                      <a:pt x="425" y="676"/>
                      <a:pt x="425" y="676"/>
                      <a:pt x="425" y="676"/>
                    </a:cubicBezTo>
                    <a:cubicBezTo>
                      <a:pt x="425" y="676"/>
                      <a:pt x="425" y="676"/>
                      <a:pt x="425" y="676"/>
                    </a:cubicBezTo>
                    <a:cubicBezTo>
                      <a:pt x="424" y="676"/>
                      <a:pt x="424" y="676"/>
                      <a:pt x="424" y="676"/>
                    </a:cubicBezTo>
                    <a:cubicBezTo>
                      <a:pt x="424" y="676"/>
                      <a:pt x="424" y="676"/>
                      <a:pt x="424" y="676"/>
                    </a:cubicBezTo>
                    <a:cubicBezTo>
                      <a:pt x="422" y="676"/>
                      <a:pt x="422" y="676"/>
                      <a:pt x="422" y="676"/>
                    </a:cubicBezTo>
                    <a:cubicBezTo>
                      <a:pt x="422" y="676"/>
                      <a:pt x="422" y="676"/>
                      <a:pt x="422" y="676"/>
                    </a:cubicBezTo>
                    <a:cubicBezTo>
                      <a:pt x="421" y="675"/>
                      <a:pt x="421" y="675"/>
                      <a:pt x="421" y="675"/>
                    </a:cubicBezTo>
                    <a:cubicBezTo>
                      <a:pt x="421" y="675"/>
                      <a:pt x="421" y="675"/>
                      <a:pt x="421" y="675"/>
                    </a:cubicBezTo>
                    <a:cubicBezTo>
                      <a:pt x="420" y="674"/>
                      <a:pt x="420" y="674"/>
                      <a:pt x="420" y="674"/>
                    </a:cubicBezTo>
                    <a:cubicBezTo>
                      <a:pt x="420" y="674"/>
                      <a:pt x="420" y="674"/>
                      <a:pt x="420" y="674"/>
                    </a:cubicBezTo>
                    <a:cubicBezTo>
                      <a:pt x="418" y="674"/>
                      <a:pt x="418" y="674"/>
                      <a:pt x="418" y="674"/>
                    </a:cubicBezTo>
                    <a:cubicBezTo>
                      <a:pt x="418" y="674"/>
                      <a:pt x="418" y="674"/>
                      <a:pt x="418" y="674"/>
                    </a:cubicBezTo>
                    <a:cubicBezTo>
                      <a:pt x="417" y="673"/>
                      <a:pt x="417" y="673"/>
                      <a:pt x="417" y="673"/>
                    </a:cubicBezTo>
                    <a:cubicBezTo>
                      <a:pt x="417" y="673"/>
                      <a:pt x="417" y="673"/>
                      <a:pt x="417" y="673"/>
                    </a:cubicBezTo>
                    <a:cubicBezTo>
                      <a:pt x="417" y="673"/>
                      <a:pt x="417" y="673"/>
                      <a:pt x="417" y="673"/>
                    </a:cubicBezTo>
                    <a:cubicBezTo>
                      <a:pt x="417" y="673"/>
                      <a:pt x="417" y="673"/>
                      <a:pt x="417" y="673"/>
                    </a:cubicBezTo>
                    <a:cubicBezTo>
                      <a:pt x="417" y="672"/>
                      <a:pt x="417" y="672"/>
                      <a:pt x="417" y="672"/>
                    </a:cubicBezTo>
                    <a:cubicBezTo>
                      <a:pt x="417" y="672"/>
                      <a:pt x="417" y="672"/>
                      <a:pt x="417" y="672"/>
                    </a:cubicBezTo>
                    <a:cubicBezTo>
                      <a:pt x="416" y="672"/>
                      <a:pt x="416" y="672"/>
                      <a:pt x="416" y="672"/>
                    </a:cubicBezTo>
                    <a:cubicBezTo>
                      <a:pt x="416" y="672"/>
                      <a:pt x="416" y="672"/>
                      <a:pt x="416" y="672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16" y="670"/>
                      <a:pt x="416" y="670"/>
                      <a:pt x="416" y="670"/>
                    </a:cubicBezTo>
                    <a:cubicBezTo>
                      <a:pt x="416" y="670"/>
                      <a:pt x="416" y="670"/>
                      <a:pt x="416" y="670"/>
                    </a:cubicBezTo>
                    <a:cubicBezTo>
                      <a:pt x="416" y="670"/>
                      <a:pt x="416" y="670"/>
                      <a:pt x="416" y="670"/>
                    </a:cubicBezTo>
                    <a:cubicBezTo>
                      <a:pt x="416" y="670"/>
                      <a:pt x="416" y="670"/>
                      <a:pt x="416" y="670"/>
                    </a:cubicBezTo>
                    <a:cubicBezTo>
                      <a:pt x="417" y="670"/>
                      <a:pt x="417" y="670"/>
                      <a:pt x="417" y="670"/>
                    </a:cubicBezTo>
                    <a:cubicBezTo>
                      <a:pt x="417" y="670"/>
                      <a:pt x="417" y="670"/>
                      <a:pt x="417" y="670"/>
                    </a:cubicBezTo>
                    <a:cubicBezTo>
                      <a:pt x="418" y="670"/>
                      <a:pt x="418" y="670"/>
                      <a:pt x="418" y="670"/>
                    </a:cubicBezTo>
                    <a:cubicBezTo>
                      <a:pt x="418" y="670"/>
                      <a:pt x="418" y="670"/>
                      <a:pt x="418" y="670"/>
                    </a:cubicBezTo>
                    <a:cubicBezTo>
                      <a:pt x="419" y="670"/>
                      <a:pt x="419" y="670"/>
                      <a:pt x="419" y="670"/>
                    </a:cubicBezTo>
                    <a:cubicBezTo>
                      <a:pt x="419" y="670"/>
                      <a:pt x="419" y="670"/>
                      <a:pt x="419" y="670"/>
                    </a:cubicBezTo>
                    <a:cubicBezTo>
                      <a:pt x="420" y="670"/>
                      <a:pt x="420" y="670"/>
                      <a:pt x="420" y="670"/>
                    </a:cubicBezTo>
                    <a:cubicBezTo>
                      <a:pt x="420" y="670"/>
                      <a:pt x="420" y="670"/>
                      <a:pt x="420" y="670"/>
                    </a:cubicBezTo>
                    <a:cubicBezTo>
                      <a:pt x="421" y="670"/>
                      <a:pt x="421" y="670"/>
                      <a:pt x="421" y="670"/>
                    </a:cubicBezTo>
                    <a:cubicBezTo>
                      <a:pt x="421" y="670"/>
                      <a:pt x="421" y="670"/>
                      <a:pt x="421" y="670"/>
                    </a:cubicBezTo>
                    <a:cubicBezTo>
                      <a:pt x="422" y="670"/>
                      <a:pt x="422" y="670"/>
                      <a:pt x="422" y="670"/>
                    </a:cubicBezTo>
                    <a:cubicBezTo>
                      <a:pt x="422" y="670"/>
                      <a:pt x="422" y="670"/>
                      <a:pt x="422" y="670"/>
                    </a:cubicBezTo>
                    <a:cubicBezTo>
                      <a:pt x="423" y="670"/>
                      <a:pt x="423" y="670"/>
                      <a:pt x="423" y="670"/>
                    </a:cubicBezTo>
                    <a:cubicBezTo>
                      <a:pt x="423" y="670"/>
                      <a:pt x="423" y="670"/>
                      <a:pt x="423" y="670"/>
                    </a:cubicBezTo>
                    <a:cubicBezTo>
                      <a:pt x="425" y="669"/>
                      <a:pt x="425" y="669"/>
                      <a:pt x="425" y="669"/>
                    </a:cubicBezTo>
                    <a:cubicBezTo>
                      <a:pt x="425" y="669"/>
                      <a:pt x="425" y="669"/>
                      <a:pt x="425" y="669"/>
                    </a:cubicBezTo>
                    <a:cubicBezTo>
                      <a:pt x="426" y="669"/>
                      <a:pt x="426" y="669"/>
                      <a:pt x="426" y="669"/>
                    </a:cubicBezTo>
                    <a:cubicBezTo>
                      <a:pt x="426" y="669"/>
                      <a:pt x="426" y="669"/>
                      <a:pt x="426" y="669"/>
                    </a:cubicBezTo>
                    <a:cubicBezTo>
                      <a:pt x="428" y="669"/>
                      <a:pt x="428" y="669"/>
                      <a:pt x="428" y="669"/>
                    </a:cubicBezTo>
                    <a:cubicBezTo>
                      <a:pt x="428" y="669"/>
                      <a:pt x="428" y="669"/>
                      <a:pt x="428" y="669"/>
                    </a:cubicBezTo>
                    <a:cubicBezTo>
                      <a:pt x="429" y="669"/>
                      <a:pt x="429" y="669"/>
                      <a:pt x="429" y="669"/>
                    </a:cubicBezTo>
                    <a:cubicBezTo>
                      <a:pt x="429" y="669"/>
                      <a:pt x="429" y="669"/>
                      <a:pt x="429" y="669"/>
                    </a:cubicBezTo>
                    <a:cubicBezTo>
                      <a:pt x="431" y="669"/>
                      <a:pt x="431" y="669"/>
                      <a:pt x="431" y="669"/>
                    </a:cubicBezTo>
                    <a:cubicBezTo>
                      <a:pt x="431" y="669"/>
                      <a:pt x="431" y="669"/>
                      <a:pt x="431" y="669"/>
                    </a:cubicBezTo>
                    <a:cubicBezTo>
                      <a:pt x="432" y="669"/>
                      <a:pt x="432" y="669"/>
                      <a:pt x="432" y="669"/>
                    </a:cubicBezTo>
                    <a:cubicBezTo>
                      <a:pt x="432" y="669"/>
                      <a:pt x="432" y="669"/>
                      <a:pt x="432" y="669"/>
                    </a:cubicBezTo>
                    <a:cubicBezTo>
                      <a:pt x="434" y="668"/>
                      <a:pt x="434" y="668"/>
                      <a:pt x="434" y="668"/>
                    </a:cubicBezTo>
                    <a:cubicBezTo>
                      <a:pt x="434" y="668"/>
                      <a:pt x="434" y="668"/>
                      <a:pt x="434" y="668"/>
                    </a:cubicBezTo>
                    <a:cubicBezTo>
                      <a:pt x="435" y="668"/>
                      <a:pt x="435" y="668"/>
                      <a:pt x="435" y="668"/>
                    </a:cubicBezTo>
                    <a:cubicBezTo>
                      <a:pt x="435" y="668"/>
                      <a:pt x="435" y="668"/>
                      <a:pt x="435" y="668"/>
                    </a:cubicBezTo>
                    <a:cubicBezTo>
                      <a:pt x="437" y="667"/>
                      <a:pt x="437" y="667"/>
                      <a:pt x="437" y="667"/>
                    </a:cubicBezTo>
                    <a:cubicBezTo>
                      <a:pt x="437" y="667"/>
                      <a:pt x="437" y="667"/>
                      <a:pt x="437" y="667"/>
                    </a:cubicBezTo>
                    <a:cubicBezTo>
                      <a:pt x="449" y="661"/>
                      <a:pt x="449" y="661"/>
                      <a:pt x="449" y="661"/>
                    </a:cubicBezTo>
                    <a:cubicBezTo>
                      <a:pt x="449" y="661"/>
                      <a:pt x="449" y="661"/>
                      <a:pt x="449" y="661"/>
                    </a:cubicBezTo>
                    <a:cubicBezTo>
                      <a:pt x="449" y="661"/>
                      <a:pt x="449" y="661"/>
                      <a:pt x="449" y="661"/>
                    </a:cubicBezTo>
                    <a:cubicBezTo>
                      <a:pt x="449" y="661"/>
                      <a:pt x="449" y="661"/>
                      <a:pt x="449" y="661"/>
                    </a:cubicBezTo>
                    <a:cubicBezTo>
                      <a:pt x="449" y="661"/>
                      <a:pt x="449" y="661"/>
                      <a:pt x="449" y="661"/>
                    </a:cubicBezTo>
                    <a:cubicBezTo>
                      <a:pt x="449" y="661"/>
                      <a:pt x="449" y="661"/>
                      <a:pt x="449" y="661"/>
                    </a:cubicBezTo>
                    <a:cubicBezTo>
                      <a:pt x="448" y="660"/>
                      <a:pt x="448" y="660"/>
                      <a:pt x="448" y="660"/>
                    </a:cubicBezTo>
                    <a:cubicBezTo>
                      <a:pt x="448" y="660"/>
                      <a:pt x="448" y="660"/>
                      <a:pt x="448" y="660"/>
                    </a:cubicBezTo>
                    <a:cubicBezTo>
                      <a:pt x="448" y="660"/>
                      <a:pt x="448" y="660"/>
                      <a:pt x="448" y="660"/>
                    </a:cubicBezTo>
                    <a:cubicBezTo>
                      <a:pt x="448" y="660"/>
                      <a:pt x="448" y="660"/>
                      <a:pt x="448" y="660"/>
                    </a:cubicBezTo>
                    <a:cubicBezTo>
                      <a:pt x="448" y="660"/>
                      <a:pt x="448" y="660"/>
                      <a:pt x="448" y="660"/>
                    </a:cubicBezTo>
                    <a:cubicBezTo>
                      <a:pt x="448" y="660"/>
                      <a:pt x="448" y="660"/>
                      <a:pt x="448" y="660"/>
                    </a:cubicBezTo>
                    <a:cubicBezTo>
                      <a:pt x="447" y="659"/>
                      <a:pt x="447" y="659"/>
                      <a:pt x="447" y="659"/>
                    </a:cubicBezTo>
                    <a:cubicBezTo>
                      <a:pt x="447" y="659"/>
                      <a:pt x="447" y="659"/>
                      <a:pt x="447" y="659"/>
                    </a:cubicBezTo>
                    <a:cubicBezTo>
                      <a:pt x="447" y="659"/>
                      <a:pt x="447" y="659"/>
                      <a:pt x="447" y="659"/>
                    </a:cubicBezTo>
                    <a:cubicBezTo>
                      <a:pt x="447" y="659"/>
                      <a:pt x="447" y="659"/>
                      <a:pt x="447" y="659"/>
                    </a:cubicBezTo>
                    <a:cubicBezTo>
                      <a:pt x="446" y="659"/>
                      <a:pt x="446" y="659"/>
                      <a:pt x="446" y="659"/>
                    </a:cubicBezTo>
                    <a:cubicBezTo>
                      <a:pt x="446" y="659"/>
                      <a:pt x="446" y="659"/>
                      <a:pt x="446" y="659"/>
                    </a:cubicBezTo>
                    <a:cubicBezTo>
                      <a:pt x="445" y="658"/>
                      <a:pt x="445" y="658"/>
                      <a:pt x="445" y="658"/>
                    </a:cubicBezTo>
                    <a:cubicBezTo>
                      <a:pt x="445" y="658"/>
                      <a:pt x="445" y="658"/>
                      <a:pt x="445" y="658"/>
                    </a:cubicBezTo>
                    <a:cubicBezTo>
                      <a:pt x="445" y="658"/>
                      <a:pt x="445" y="658"/>
                      <a:pt x="445" y="658"/>
                    </a:cubicBezTo>
                    <a:cubicBezTo>
                      <a:pt x="445" y="658"/>
                      <a:pt x="445" y="658"/>
                      <a:pt x="445" y="658"/>
                    </a:cubicBezTo>
                    <a:cubicBezTo>
                      <a:pt x="445" y="657"/>
                      <a:pt x="445" y="657"/>
                      <a:pt x="445" y="657"/>
                    </a:cubicBezTo>
                    <a:cubicBezTo>
                      <a:pt x="445" y="657"/>
                      <a:pt x="445" y="657"/>
                      <a:pt x="445" y="657"/>
                    </a:cubicBezTo>
                    <a:cubicBezTo>
                      <a:pt x="445" y="656"/>
                      <a:pt x="445" y="656"/>
                      <a:pt x="445" y="656"/>
                    </a:cubicBezTo>
                    <a:cubicBezTo>
                      <a:pt x="445" y="656"/>
                      <a:pt x="445" y="656"/>
                      <a:pt x="445" y="656"/>
                    </a:cubicBezTo>
                    <a:cubicBezTo>
                      <a:pt x="445" y="656"/>
                      <a:pt x="445" y="656"/>
                      <a:pt x="445" y="656"/>
                    </a:cubicBezTo>
                    <a:cubicBezTo>
                      <a:pt x="445" y="656"/>
                      <a:pt x="445" y="656"/>
                      <a:pt x="445" y="656"/>
                    </a:cubicBezTo>
                    <a:cubicBezTo>
                      <a:pt x="445" y="655"/>
                      <a:pt x="445" y="655"/>
                      <a:pt x="445" y="655"/>
                    </a:cubicBezTo>
                    <a:cubicBezTo>
                      <a:pt x="445" y="655"/>
                      <a:pt x="445" y="655"/>
                      <a:pt x="445" y="655"/>
                    </a:cubicBezTo>
                    <a:cubicBezTo>
                      <a:pt x="445" y="654"/>
                      <a:pt x="445" y="654"/>
                      <a:pt x="445" y="654"/>
                    </a:cubicBezTo>
                    <a:cubicBezTo>
                      <a:pt x="445" y="654"/>
                      <a:pt x="445" y="654"/>
                      <a:pt x="445" y="654"/>
                    </a:cubicBezTo>
                    <a:cubicBezTo>
                      <a:pt x="445" y="653"/>
                      <a:pt x="445" y="653"/>
                      <a:pt x="445" y="653"/>
                    </a:cubicBezTo>
                    <a:cubicBezTo>
                      <a:pt x="445" y="653"/>
                      <a:pt x="445" y="653"/>
                      <a:pt x="445" y="653"/>
                    </a:cubicBezTo>
                    <a:cubicBezTo>
                      <a:pt x="444" y="653"/>
                      <a:pt x="444" y="653"/>
                      <a:pt x="444" y="653"/>
                    </a:cubicBezTo>
                    <a:cubicBezTo>
                      <a:pt x="444" y="653"/>
                      <a:pt x="444" y="653"/>
                      <a:pt x="444" y="653"/>
                    </a:cubicBezTo>
                    <a:cubicBezTo>
                      <a:pt x="443" y="654"/>
                      <a:pt x="443" y="654"/>
                      <a:pt x="443" y="654"/>
                    </a:cubicBezTo>
                    <a:cubicBezTo>
                      <a:pt x="443" y="654"/>
                      <a:pt x="443" y="654"/>
                      <a:pt x="443" y="654"/>
                    </a:cubicBezTo>
                    <a:cubicBezTo>
                      <a:pt x="442" y="655"/>
                      <a:pt x="442" y="655"/>
                      <a:pt x="442" y="655"/>
                    </a:cubicBezTo>
                    <a:cubicBezTo>
                      <a:pt x="442" y="655"/>
                      <a:pt x="442" y="655"/>
                      <a:pt x="442" y="655"/>
                    </a:cubicBezTo>
                    <a:cubicBezTo>
                      <a:pt x="441" y="656"/>
                      <a:pt x="441" y="656"/>
                      <a:pt x="441" y="656"/>
                    </a:cubicBezTo>
                    <a:cubicBezTo>
                      <a:pt x="441" y="656"/>
                      <a:pt x="441" y="656"/>
                      <a:pt x="441" y="656"/>
                    </a:cubicBezTo>
                    <a:cubicBezTo>
                      <a:pt x="440" y="656"/>
                      <a:pt x="440" y="656"/>
                      <a:pt x="440" y="656"/>
                    </a:cubicBezTo>
                    <a:cubicBezTo>
                      <a:pt x="440" y="656"/>
                      <a:pt x="440" y="656"/>
                      <a:pt x="440" y="656"/>
                    </a:cubicBezTo>
                    <a:cubicBezTo>
                      <a:pt x="439" y="656"/>
                      <a:pt x="439" y="656"/>
                      <a:pt x="439" y="656"/>
                    </a:cubicBezTo>
                    <a:cubicBezTo>
                      <a:pt x="439" y="656"/>
                      <a:pt x="439" y="656"/>
                      <a:pt x="439" y="656"/>
                    </a:cubicBezTo>
                    <a:cubicBezTo>
                      <a:pt x="438" y="656"/>
                      <a:pt x="438" y="656"/>
                      <a:pt x="438" y="656"/>
                    </a:cubicBezTo>
                    <a:cubicBezTo>
                      <a:pt x="438" y="656"/>
                      <a:pt x="438" y="656"/>
                      <a:pt x="438" y="656"/>
                    </a:cubicBezTo>
                    <a:cubicBezTo>
                      <a:pt x="437" y="656"/>
                      <a:pt x="437" y="656"/>
                      <a:pt x="437" y="656"/>
                    </a:cubicBezTo>
                    <a:cubicBezTo>
                      <a:pt x="437" y="656"/>
                      <a:pt x="437" y="656"/>
                      <a:pt x="437" y="656"/>
                    </a:cubicBezTo>
                    <a:cubicBezTo>
                      <a:pt x="436" y="656"/>
                      <a:pt x="436" y="656"/>
                      <a:pt x="436" y="656"/>
                    </a:cubicBezTo>
                    <a:cubicBezTo>
                      <a:pt x="436" y="656"/>
                      <a:pt x="436" y="656"/>
                      <a:pt x="436" y="656"/>
                    </a:cubicBezTo>
                    <a:cubicBezTo>
                      <a:pt x="436" y="655"/>
                      <a:pt x="436" y="655"/>
                      <a:pt x="436" y="655"/>
                    </a:cubicBezTo>
                    <a:cubicBezTo>
                      <a:pt x="436" y="655"/>
                      <a:pt x="436" y="655"/>
                      <a:pt x="436" y="655"/>
                    </a:cubicBezTo>
                    <a:cubicBezTo>
                      <a:pt x="436" y="654"/>
                      <a:pt x="436" y="654"/>
                      <a:pt x="436" y="654"/>
                    </a:cubicBezTo>
                    <a:cubicBezTo>
                      <a:pt x="436" y="654"/>
                      <a:pt x="436" y="654"/>
                      <a:pt x="436" y="654"/>
                    </a:cubicBezTo>
                    <a:cubicBezTo>
                      <a:pt x="435" y="654"/>
                      <a:pt x="435" y="654"/>
                      <a:pt x="435" y="654"/>
                    </a:cubicBezTo>
                    <a:cubicBezTo>
                      <a:pt x="435" y="654"/>
                      <a:pt x="435" y="654"/>
                      <a:pt x="435" y="654"/>
                    </a:cubicBezTo>
                    <a:cubicBezTo>
                      <a:pt x="435" y="652"/>
                      <a:pt x="435" y="652"/>
                      <a:pt x="435" y="652"/>
                    </a:cubicBezTo>
                    <a:cubicBezTo>
                      <a:pt x="435" y="652"/>
                      <a:pt x="435" y="652"/>
                      <a:pt x="435" y="652"/>
                    </a:cubicBezTo>
                    <a:cubicBezTo>
                      <a:pt x="434" y="652"/>
                      <a:pt x="434" y="652"/>
                      <a:pt x="434" y="652"/>
                    </a:cubicBezTo>
                    <a:cubicBezTo>
                      <a:pt x="434" y="652"/>
                      <a:pt x="434" y="652"/>
                      <a:pt x="434" y="652"/>
                    </a:cubicBezTo>
                    <a:cubicBezTo>
                      <a:pt x="434" y="651"/>
                      <a:pt x="434" y="651"/>
                      <a:pt x="434" y="651"/>
                    </a:cubicBezTo>
                    <a:cubicBezTo>
                      <a:pt x="434" y="651"/>
                      <a:pt x="434" y="651"/>
                      <a:pt x="434" y="651"/>
                    </a:cubicBezTo>
                    <a:cubicBezTo>
                      <a:pt x="435" y="650"/>
                      <a:pt x="435" y="650"/>
                      <a:pt x="435" y="650"/>
                    </a:cubicBezTo>
                    <a:cubicBezTo>
                      <a:pt x="435" y="650"/>
                      <a:pt x="435" y="650"/>
                      <a:pt x="435" y="650"/>
                    </a:cubicBezTo>
                    <a:cubicBezTo>
                      <a:pt x="436" y="649"/>
                      <a:pt x="436" y="649"/>
                      <a:pt x="436" y="649"/>
                    </a:cubicBezTo>
                    <a:cubicBezTo>
                      <a:pt x="436" y="649"/>
                      <a:pt x="436" y="649"/>
                      <a:pt x="436" y="649"/>
                    </a:cubicBezTo>
                    <a:cubicBezTo>
                      <a:pt x="436" y="650"/>
                      <a:pt x="436" y="650"/>
                      <a:pt x="436" y="650"/>
                    </a:cubicBezTo>
                    <a:cubicBezTo>
                      <a:pt x="436" y="650"/>
                      <a:pt x="436" y="650"/>
                      <a:pt x="436" y="650"/>
                    </a:cubicBezTo>
                    <a:cubicBezTo>
                      <a:pt x="436" y="650"/>
                      <a:pt x="436" y="650"/>
                      <a:pt x="436" y="650"/>
                    </a:cubicBezTo>
                    <a:cubicBezTo>
                      <a:pt x="436" y="650"/>
                      <a:pt x="436" y="650"/>
                      <a:pt x="436" y="650"/>
                    </a:cubicBezTo>
                    <a:cubicBezTo>
                      <a:pt x="436" y="650"/>
                      <a:pt x="436" y="650"/>
                      <a:pt x="436" y="650"/>
                    </a:cubicBezTo>
                    <a:cubicBezTo>
                      <a:pt x="436" y="650"/>
                      <a:pt x="436" y="650"/>
                      <a:pt x="436" y="650"/>
                    </a:cubicBezTo>
                    <a:cubicBezTo>
                      <a:pt x="437" y="651"/>
                      <a:pt x="437" y="651"/>
                      <a:pt x="437" y="651"/>
                    </a:cubicBezTo>
                    <a:cubicBezTo>
                      <a:pt x="437" y="651"/>
                      <a:pt x="437" y="651"/>
                      <a:pt x="437" y="651"/>
                    </a:cubicBezTo>
                    <a:cubicBezTo>
                      <a:pt x="437" y="651"/>
                      <a:pt x="437" y="651"/>
                      <a:pt x="437" y="651"/>
                    </a:cubicBezTo>
                    <a:cubicBezTo>
                      <a:pt x="437" y="651"/>
                      <a:pt x="437" y="651"/>
                      <a:pt x="437" y="651"/>
                    </a:cubicBezTo>
                    <a:cubicBezTo>
                      <a:pt x="438" y="651"/>
                      <a:pt x="438" y="651"/>
                      <a:pt x="438" y="651"/>
                    </a:cubicBezTo>
                    <a:cubicBezTo>
                      <a:pt x="438" y="651"/>
                      <a:pt x="438" y="651"/>
                      <a:pt x="438" y="651"/>
                    </a:cubicBezTo>
                    <a:cubicBezTo>
                      <a:pt x="438" y="651"/>
                      <a:pt x="438" y="651"/>
                      <a:pt x="438" y="651"/>
                    </a:cubicBezTo>
                    <a:cubicBezTo>
                      <a:pt x="438" y="651"/>
                      <a:pt x="438" y="651"/>
                      <a:pt x="438" y="651"/>
                    </a:cubicBezTo>
                    <a:cubicBezTo>
                      <a:pt x="439" y="651"/>
                      <a:pt x="439" y="651"/>
                      <a:pt x="439" y="651"/>
                    </a:cubicBezTo>
                    <a:cubicBezTo>
                      <a:pt x="439" y="651"/>
                      <a:pt x="439" y="651"/>
                      <a:pt x="439" y="651"/>
                    </a:cubicBezTo>
                    <a:cubicBezTo>
                      <a:pt x="440" y="651"/>
                      <a:pt x="440" y="651"/>
                      <a:pt x="440" y="651"/>
                    </a:cubicBezTo>
                    <a:cubicBezTo>
                      <a:pt x="440" y="651"/>
                      <a:pt x="440" y="651"/>
                      <a:pt x="440" y="651"/>
                    </a:cubicBezTo>
                    <a:cubicBezTo>
                      <a:pt x="441" y="650"/>
                      <a:pt x="441" y="650"/>
                      <a:pt x="441" y="650"/>
                    </a:cubicBezTo>
                    <a:cubicBezTo>
                      <a:pt x="441" y="650"/>
                      <a:pt x="441" y="650"/>
                      <a:pt x="441" y="650"/>
                    </a:cubicBezTo>
                    <a:cubicBezTo>
                      <a:pt x="441" y="650"/>
                      <a:pt x="441" y="650"/>
                      <a:pt x="441" y="650"/>
                    </a:cubicBezTo>
                    <a:cubicBezTo>
                      <a:pt x="441" y="650"/>
                      <a:pt x="441" y="650"/>
                      <a:pt x="441" y="650"/>
                    </a:cubicBezTo>
                    <a:cubicBezTo>
                      <a:pt x="442" y="650"/>
                      <a:pt x="442" y="650"/>
                      <a:pt x="442" y="650"/>
                    </a:cubicBezTo>
                    <a:cubicBezTo>
                      <a:pt x="442" y="650"/>
                      <a:pt x="442" y="650"/>
                      <a:pt x="442" y="650"/>
                    </a:cubicBezTo>
                    <a:cubicBezTo>
                      <a:pt x="443" y="650"/>
                      <a:pt x="443" y="650"/>
                      <a:pt x="443" y="650"/>
                    </a:cubicBezTo>
                    <a:cubicBezTo>
                      <a:pt x="443" y="650"/>
                      <a:pt x="443" y="650"/>
                      <a:pt x="443" y="650"/>
                    </a:cubicBezTo>
                    <a:cubicBezTo>
                      <a:pt x="444" y="649"/>
                      <a:pt x="444" y="649"/>
                      <a:pt x="444" y="649"/>
                    </a:cubicBezTo>
                    <a:cubicBezTo>
                      <a:pt x="444" y="649"/>
                      <a:pt x="444" y="649"/>
                      <a:pt x="444" y="649"/>
                    </a:cubicBezTo>
                    <a:cubicBezTo>
                      <a:pt x="444" y="649"/>
                      <a:pt x="444" y="649"/>
                      <a:pt x="444" y="649"/>
                    </a:cubicBezTo>
                    <a:cubicBezTo>
                      <a:pt x="444" y="649"/>
                      <a:pt x="444" y="649"/>
                      <a:pt x="444" y="649"/>
                    </a:cubicBezTo>
                    <a:cubicBezTo>
                      <a:pt x="445" y="647"/>
                      <a:pt x="445" y="647"/>
                      <a:pt x="445" y="647"/>
                    </a:cubicBezTo>
                    <a:cubicBezTo>
                      <a:pt x="445" y="647"/>
                      <a:pt x="445" y="647"/>
                      <a:pt x="445" y="647"/>
                    </a:cubicBezTo>
                    <a:cubicBezTo>
                      <a:pt x="445" y="640"/>
                      <a:pt x="445" y="640"/>
                      <a:pt x="445" y="640"/>
                    </a:cubicBezTo>
                    <a:cubicBezTo>
                      <a:pt x="445" y="639"/>
                      <a:pt x="445" y="639"/>
                      <a:pt x="445" y="639"/>
                    </a:cubicBezTo>
                    <a:cubicBezTo>
                      <a:pt x="445" y="633"/>
                      <a:pt x="445" y="633"/>
                      <a:pt x="445" y="633"/>
                    </a:cubicBezTo>
                    <a:cubicBezTo>
                      <a:pt x="445" y="633"/>
                      <a:pt x="445" y="633"/>
                      <a:pt x="445" y="633"/>
                    </a:cubicBezTo>
                    <a:cubicBezTo>
                      <a:pt x="445" y="634"/>
                      <a:pt x="445" y="634"/>
                      <a:pt x="445" y="634"/>
                    </a:cubicBezTo>
                    <a:cubicBezTo>
                      <a:pt x="445" y="634"/>
                      <a:pt x="445" y="634"/>
                      <a:pt x="445" y="634"/>
                    </a:cubicBezTo>
                    <a:cubicBezTo>
                      <a:pt x="446" y="634"/>
                      <a:pt x="446" y="634"/>
                      <a:pt x="446" y="634"/>
                    </a:cubicBezTo>
                    <a:cubicBezTo>
                      <a:pt x="446" y="634"/>
                      <a:pt x="446" y="634"/>
                      <a:pt x="446" y="634"/>
                    </a:cubicBezTo>
                    <a:cubicBezTo>
                      <a:pt x="447" y="635"/>
                      <a:pt x="447" y="635"/>
                      <a:pt x="447" y="635"/>
                    </a:cubicBezTo>
                    <a:cubicBezTo>
                      <a:pt x="447" y="635"/>
                      <a:pt x="447" y="635"/>
                      <a:pt x="447" y="635"/>
                    </a:cubicBezTo>
                    <a:cubicBezTo>
                      <a:pt x="447" y="635"/>
                      <a:pt x="447" y="635"/>
                      <a:pt x="447" y="635"/>
                    </a:cubicBezTo>
                    <a:cubicBezTo>
                      <a:pt x="447" y="635"/>
                      <a:pt x="447" y="635"/>
                      <a:pt x="447" y="635"/>
                    </a:cubicBezTo>
                    <a:cubicBezTo>
                      <a:pt x="448" y="636"/>
                      <a:pt x="448" y="636"/>
                      <a:pt x="448" y="636"/>
                    </a:cubicBezTo>
                    <a:cubicBezTo>
                      <a:pt x="448" y="636"/>
                      <a:pt x="448" y="636"/>
                      <a:pt x="448" y="636"/>
                    </a:cubicBezTo>
                    <a:cubicBezTo>
                      <a:pt x="449" y="636"/>
                      <a:pt x="449" y="636"/>
                      <a:pt x="449" y="636"/>
                    </a:cubicBezTo>
                    <a:cubicBezTo>
                      <a:pt x="449" y="636"/>
                      <a:pt x="449" y="636"/>
                      <a:pt x="449" y="636"/>
                    </a:cubicBezTo>
                    <a:cubicBezTo>
                      <a:pt x="449" y="637"/>
                      <a:pt x="449" y="637"/>
                      <a:pt x="449" y="637"/>
                    </a:cubicBezTo>
                    <a:cubicBezTo>
                      <a:pt x="449" y="637"/>
                      <a:pt x="449" y="637"/>
                      <a:pt x="449" y="637"/>
                    </a:cubicBezTo>
                    <a:cubicBezTo>
                      <a:pt x="450" y="637"/>
                      <a:pt x="450" y="637"/>
                      <a:pt x="450" y="637"/>
                    </a:cubicBezTo>
                    <a:cubicBezTo>
                      <a:pt x="450" y="637"/>
                      <a:pt x="450" y="637"/>
                      <a:pt x="450" y="637"/>
                    </a:cubicBezTo>
                    <a:cubicBezTo>
                      <a:pt x="451" y="639"/>
                      <a:pt x="451" y="639"/>
                      <a:pt x="451" y="639"/>
                    </a:cubicBezTo>
                    <a:cubicBezTo>
                      <a:pt x="451" y="639"/>
                      <a:pt x="451" y="639"/>
                      <a:pt x="451" y="639"/>
                    </a:cubicBezTo>
                    <a:cubicBezTo>
                      <a:pt x="451" y="640"/>
                      <a:pt x="451" y="640"/>
                      <a:pt x="451" y="640"/>
                    </a:cubicBezTo>
                    <a:cubicBezTo>
                      <a:pt x="451" y="640"/>
                      <a:pt x="451" y="640"/>
                      <a:pt x="451" y="640"/>
                    </a:cubicBezTo>
                    <a:cubicBezTo>
                      <a:pt x="451" y="642"/>
                      <a:pt x="451" y="642"/>
                      <a:pt x="451" y="642"/>
                    </a:cubicBezTo>
                    <a:cubicBezTo>
                      <a:pt x="451" y="642"/>
                      <a:pt x="451" y="642"/>
                      <a:pt x="451" y="642"/>
                    </a:cubicBezTo>
                    <a:cubicBezTo>
                      <a:pt x="450" y="644"/>
                      <a:pt x="450" y="644"/>
                      <a:pt x="450" y="644"/>
                    </a:cubicBezTo>
                    <a:cubicBezTo>
                      <a:pt x="450" y="644"/>
                      <a:pt x="450" y="644"/>
                      <a:pt x="450" y="644"/>
                    </a:cubicBezTo>
                    <a:cubicBezTo>
                      <a:pt x="450" y="646"/>
                      <a:pt x="450" y="646"/>
                      <a:pt x="450" y="646"/>
                    </a:cubicBezTo>
                    <a:cubicBezTo>
                      <a:pt x="450" y="646"/>
                      <a:pt x="450" y="646"/>
                      <a:pt x="450" y="646"/>
                    </a:cubicBezTo>
                    <a:cubicBezTo>
                      <a:pt x="450" y="648"/>
                      <a:pt x="450" y="648"/>
                      <a:pt x="450" y="648"/>
                    </a:cubicBezTo>
                    <a:cubicBezTo>
                      <a:pt x="450" y="648"/>
                      <a:pt x="450" y="648"/>
                      <a:pt x="450" y="648"/>
                    </a:cubicBezTo>
                    <a:cubicBezTo>
                      <a:pt x="450" y="649"/>
                      <a:pt x="450" y="649"/>
                      <a:pt x="450" y="649"/>
                    </a:cubicBezTo>
                    <a:cubicBezTo>
                      <a:pt x="450" y="649"/>
                      <a:pt x="450" y="649"/>
                      <a:pt x="450" y="649"/>
                    </a:cubicBezTo>
                    <a:cubicBezTo>
                      <a:pt x="451" y="650"/>
                      <a:pt x="451" y="650"/>
                      <a:pt x="451" y="650"/>
                    </a:cubicBezTo>
                    <a:cubicBezTo>
                      <a:pt x="451" y="650"/>
                      <a:pt x="451" y="650"/>
                      <a:pt x="451" y="650"/>
                    </a:cubicBezTo>
                    <a:cubicBezTo>
                      <a:pt x="452" y="650"/>
                      <a:pt x="452" y="650"/>
                      <a:pt x="452" y="650"/>
                    </a:cubicBezTo>
                    <a:cubicBezTo>
                      <a:pt x="452" y="650"/>
                      <a:pt x="452" y="650"/>
                      <a:pt x="452" y="650"/>
                    </a:cubicBezTo>
                    <a:cubicBezTo>
                      <a:pt x="453" y="650"/>
                      <a:pt x="453" y="650"/>
                      <a:pt x="453" y="650"/>
                    </a:cubicBezTo>
                    <a:cubicBezTo>
                      <a:pt x="453" y="650"/>
                      <a:pt x="453" y="650"/>
                      <a:pt x="453" y="650"/>
                    </a:cubicBezTo>
                    <a:cubicBezTo>
                      <a:pt x="453" y="649"/>
                      <a:pt x="453" y="649"/>
                      <a:pt x="453" y="649"/>
                    </a:cubicBezTo>
                    <a:cubicBezTo>
                      <a:pt x="453" y="649"/>
                      <a:pt x="453" y="649"/>
                      <a:pt x="453" y="649"/>
                    </a:cubicBezTo>
                    <a:cubicBezTo>
                      <a:pt x="453" y="648"/>
                      <a:pt x="453" y="648"/>
                      <a:pt x="453" y="648"/>
                    </a:cubicBezTo>
                    <a:cubicBezTo>
                      <a:pt x="453" y="648"/>
                      <a:pt x="453" y="648"/>
                      <a:pt x="453" y="648"/>
                    </a:cubicBezTo>
                    <a:cubicBezTo>
                      <a:pt x="454" y="647"/>
                      <a:pt x="454" y="647"/>
                      <a:pt x="454" y="647"/>
                    </a:cubicBezTo>
                    <a:cubicBezTo>
                      <a:pt x="454" y="647"/>
                      <a:pt x="454" y="647"/>
                      <a:pt x="454" y="647"/>
                    </a:cubicBezTo>
                    <a:cubicBezTo>
                      <a:pt x="453" y="646"/>
                      <a:pt x="453" y="646"/>
                      <a:pt x="453" y="646"/>
                    </a:cubicBezTo>
                    <a:cubicBezTo>
                      <a:pt x="453" y="646"/>
                      <a:pt x="453" y="646"/>
                      <a:pt x="453" y="646"/>
                    </a:cubicBezTo>
                    <a:cubicBezTo>
                      <a:pt x="453" y="645"/>
                      <a:pt x="453" y="645"/>
                      <a:pt x="453" y="645"/>
                    </a:cubicBezTo>
                    <a:cubicBezTo>
                      <a:pt x="453" y="645"/>
                      <a:pt x="453" y="645"/>
                      <a:pt x="453" y="645"/>
                    </a:cubicBezTo>
                    <a:cubicBezTo>
                      <a:pt x="453" y="644"/>
                      <a:pt x="453" y="644"/>
                      <a:pt x="453" y="644"/>
                    </a:cubicBezTo>
                    <a:cubicBezTo>
                      <a:pt x="453" y="644"/>
                      <a:pt x="453" y="644"/>
                      <a:pt x="453" y="644"/>
                    </a:cubicBezTo>
                    <a:cubicBezTo>
                      <a:pt x="453" y="643"/>
                      <a:pt x="453" y="643"/>
                      <a:pt x="453" y="643"/>
                    </a:cubicBezTo>
                    <a:cubicBezTo>
                      <a:pt x="453" y="643"/>
                      <a:pt x="453" y="643"/>
                      <a:pt x="453" y="643"/>
                    </a:cubicBezTo>
                    <a:cubicBezTo>
                      <a:pt x="454" y="643"/>
                      <a:pt x="454" y="643"/>
                      <a:pt x="454" y="643"/>
                    </a:cubicBezTo>
                    <a:cubicBezTo>
                      <a:pt x="454" y="643"/>
                      <a:pt x="454" y="643"/>
                      <a:pt x="454" y="643"/>
                    </a:cubicBezTo>
                    <a:cubicBezTo>
                      <a:pt x="454" y="643"/>
                      <a:pt x="454" y="643"/>
                      <a:pt x="454" y="643"/>
                    </a:cubicBezTo>
                    <a:cubicBezTo>
                      <a:pt x="454" y="643"/>
                      <a:pt x="454" y="643"/>
                      <a:pt x="454" y="643"/>
                    </a:cubicBezTo>
                    <a:cubicBezTo>
                      <a:pt x="454" y="643"/>
                      <a:pt x="454" y="643"/>
                      <a:pt x="454" y="643"/>
                    </a:cubicBezTo>
                    <a:cubicBezTo>
                      <a:pt x="454" y="643"/>
                      <a:pt x="454" y="643"/>
                      <a:pt x="454" y="643"/>
                    </a:cubicBezTo>
                    <a:cubicBezTo>
                      <a:pt x="455" y="643"/>
                      <a:pt x="455" y="643"/>
                      <a:pt x="455" y="643"/>
                    </a:cubicBezTo>
                    <a:cubicBezTo>
                      <a:pt x="455" y="643"/>
                      <a:pt x="455" y="643"/>
                      <a:pt x="455" y="643"/>
                    </a:cubicBezTo>
                    <a:cubicBezTo>
                      <a:pt x="455" y="644"/>
                      <a:pt x="455" y="644"/>
                      <a:pt x="455" y="644"/>
                    </a:cubicBezTo>
                    <a:cubicBezTo>
                      <a:pt x="455" y="644"/>
                      <a:pt x="455" y="644"/>
                      <a:pt x="455" y="644"/>
                    </a:cubicBezTo>
                    <a:cubicBezTo>
                      <a:pt x="455" y="644"/>
                      <a:pt x="455" y="644"/>
                      <a:pt x="455" y="644"/>
                    </a:cubicBezTo>
                    <a:cubicBezTo>
                      <a:pt x="455" y="644"/>
                      <a:pt x="455" y="644"/>
                      <a:pt x="455" y="644"/>
                    </a:cubicBezTo>
                    <a:cubicBezTo>
                      <a:pt x="456" y="644"/>
                      <a:pt x="456" y="644"/>
                      <a:pt x="456" y="644"/>
                    </a:cubicBezTo>
                    <a:cubicBezTo>
                      <a:pt x="456" y="644"/>
                      <a:pt x="456" y="644"/>
                      <a:pt x="456" y="644"/>
                    </a:cubicBezTo>
                    <a:cubicBezTo>
                      <a:pt x="456" y="644"/>
                      <a:pt x="456" y="644"/>
                      <a:pt x="456" y="644"/>
                    </a:cubicBezTo>
                    <a:cubicBezTo>
                      <a:pt x="456" y="644"/>
                      <a:pt x="456" y="644"/>
                      <a:pt x="456" y="644"/>
                    </a:cubicBezTo>
                    <a:cubicBezTo>
                      <a:pt x="458" y="644"/>
                      <a:pt x="458" y="644"/>
                      <a:pt x="458" y="644"/>
                    </a:cubicBezTo>
                    <a:cubicBezTo>
                      <a:pt x="458" y="644"/>
                      <a:pt x="458" y="644"/>
                      <a:pt x="458" y="644"/>
                    </a:cubicBezTo>
                    <a:cubicBezTo>
                      <a:pt x="460" y="640"/>
                      <a:pt x="460" y="640"/>
                      <a:pt x="460" y="640"/>
                    </a:cubicBezTo>
                    <a:cubicBezTo>
                      <a:pt x="460" y="640"/>
                      <a:pt x="460" y="640"/>
                      <a:pt x="460" y="640"/>
                    </a:cubicBezTo>
                    <a:cubicBezTo>
                      <a:pt x="455" y="652"/>
                      <a:pt x="455" y="652"/>
                      <a:pt x="455" y="652"/>
                    </a:cubicBezTo>
                    <a:cubicBezTo>
                      <a:pt x="455" y="652"/>
                      <a:pt x="455" y="652"/>
                      <a:pt x="455" y="652"/>
                    </a:cubicBezTo>
                    <a:cubicBezTo>
                      <a:pt x="455" y="652"/>
                      <a:pt x="455" y="652"/>
                      <a:pt x="455" y="652"/>
                    </a:cubicBezTo>
                    <a:cubicBezTo>
                      <a:pt x="455" y="652"/>
                      <a:pt x="455" y="652"/>
                      <a:pt x="455" y="652"/>
                    </a:cubicBezTo>
                    <a:cubicBezTo>
                      <a:pt x="454" y="652"/>
                      <a:pt x="454" y="652"/>
                      <a:pt x="454" y="652"/>
                    </a:cubicBezTo>
                    <a:cubicBezTo>
                      <a:pt x="454" y="652"/>
                      <a:pt x="454" y="652"/>
                      <a:pt x="454" y="652"/>
                    </a:cubicBezTo>
                    <a:cubicBezTo>
                      <a:pt x="454" y="652"/>
                      <a:pt x="454" y="652"/>
                      <a:pt x="454" y="652"/>
                    </a:cubicBezTo>
                    <a:cubicBezTo>
                      <a:pt x="454" y="652"/>
                      <a:pt x="454" y="652"/>
                      <a:pt x="454" y="652"/>
                    </a:cubicBezTo>
                    <a:cubicBezTo>
                      <a:pt x="454" y="652"/>
                      <a:pt x="454" y="652"/>
                      <a:pt x="454" y="652"/>
                    </a:cubicBezTo>
                    <a:cubicBezTo>
                      <a:pt x="454" y="652"/>
                      <a:pt x="454" y="652"/>
                      <a:pt x="454" y="652"/>
                    </a:cubicBezTo>
                    <a:cubicBezTo>
                      <a:pt x="453" y="652"/>
                      <a:pt x="453" y="652"/>
                      <a:pt x="453" y="652"/>
                    </a:cubicBezTo>
                    <a:cubicBezTo>
                      <a:pt x="453" y="652"/>
                      <a:pt x="453" y="652"/>
                      <a:pt x="453" y="652"/>
                    </a:cubicBezTo>
                    <a:cubicBezTo>
                      <a:pt x="453" y="652"/>
                      <a:pt x="453" y="652"/>
                      <a:pt x="453" y="652"/>
                    </a:cubicBezTo>
                    <a:cubicBezTo>
                      <a:pt x="453" y="652"/>
                      <a:pt x="453" y="652"/>
                      <a:pt x="453" y="652"/>
                    </a:cubicBezTo>
                    <a:cubicBezTo>
                      <a:pt x="452" y="652"/>
                      <a:pt x="452" y="652"/>
                      <a:pt x="452" y="652"/>
                    </a:cubicBezTo>
                    <a:cubicBezTo>
                      <a:pt x="452" y="652"/>
                      <a:pt x="452" y="652"/>
                      <a:pt x="452" y="652"/>
                    </a:cubicBezTo>
                    <a:cubicBezTo>
                      <a:pt x="452" y="652"/>
                      <a:pt x="452" y="652"/>
                      <a:pt x="452" y="652"/>
                    </a:cubicBezTo>
                    <a:cubicBezTo>
                      <a:pt x="452" y="652"/>
                      <a:pt x="452" y="652"/>
                      <a:pt x="452" y="652"/>
                    </a:cubicBezTo>
                    <a:cubicBezTo>
                      <a:pt x="451" y="653"/>
                      <a:pt x="451" y="653"/>
                      <a:pt x="451" y="653"/>
                    </a:cubicBezTo>
                    <a:cubicBezTo>
                      <a:pt x="451" y="653"/>
                      <a:pt x="451" y="653"/>
                      <a:pt x="451" y="653"/>
                    </a:cubicBezTo>
                    <a:cubicBezTo>
                      <a:pt x="451" y="654"/>
                      <a:pt x="451" y="654"/>
                      <a:pt x="451" y="654"/>
                    </a:cubicBezTo>
                    <a:cubicBezTo>
                      <a:pt x="451" y="654"/>
                      <a:pt x="451" y="654"/>
                      <a:pt x="451" y="654"/>
                    </a:cubicBezTo>
                    <a:cubicBezTo>
                      <a:pt x="450" y="655"/>
                      <a:pt x="450" y="655"/>
                      <a:pt x="450" y="655"/>
                    </a:cubicBezTo>
                    <a:cubicBezTo>
                      <a:pt x="450" y="655"/>
                      <a:pt x="450" y="655"/>
                      <a:pt x="450" y="655"/>
                    </a:cubicBezTo>
                    <a:cubicBezTo>
                      <a:pt x="450" y="656"/>
                      <a:pt x="450" y="656"/>
                      <a:pt x="450" y="656"/>
                    </a:cubicBezTo>
                    <a:cubicBezTo>
                      <a:pt x="450" y="656"/>
                      <a:pt x="450" y="656"/>
                      <a:pt x="450" y="656"/>
                    </a:cubicBezTo>
                    <a:cubicBezTo>
                      <a:pt x="450" y="658"/>
                      <a:pt x="450" y="658"/>
                      <a:pt x="450" y="658"/>
                    </a:cubicBezTo>
                    <a:cubicBezTo>
                      <a:pt x="450" y="658"/>
                      <a:pt x="450" y="658"/>
                      <a:pt x="450" y="658"/>
                    </a:cubicBezTo>
                    <a:cubicBezTo>
                      <a:pt x="450" y="659"/>
                      <a:pt x="450" y="659"/>
                      <a:pt x="450" y="659"/>
                    </a:cubicBezTo>
                    <a:cubicBezTo>
                      <a:pt x="450" y="659"/>
                      <a:pt x="450" y="659"/>
                      <a:pt x="450" y="659"/>
                    </a:cubicBezTo>
                    <a:cubicBezTo>
                      <a:pt x="450" y="660"/>
                      <a:pt x="450" y="660"/>
                      <a:pt x="450" y="660"/>
                    </a:cubicBezTo>
                    <a:cubicBezTo>
                      <a:pt x="450" y="660"/>
                      <a:pt x="450" y="660"/>
                      <a:pt x="450" y="660"/>
                    </a:cubicBezTo>
                    <a:cubicBezTo>
                      <a:pt x="451" y="660"/>
                      <a:pt x="451" y="660"/>
                      <a:pt x="451" y="660"/>
                    </a:cubicBezTo>
                    <a:cubicBezTo>
                      <a:pt x="451" y="660"/>
                      <a:pt x="451" y="660"/>
                      <a:pt x="451" y="660"/>
                    </a:cubicBezTo>
                    <a:cubicBezTo>
                      <a:pt x="460" y="656"/>
                      <a:pt x="460" y="656"/>
                      <a:pt x="460" y="656"/>
                    </a:cubicBezTo>
                    <a:cubicBezTo>
                      <a:pt x="460" y="656"/>
                      <a:pt x="460" y="656"/>
                      <a:pt x="460" y="656"/>
                    </a:cubicBezTo>
                    <a:cubicBezTo>
                      <a:pt x="464" y="632"/>
                      <a:pt x="464" y="632"/>
                      <a:pt x="464" y="632"/>
                    </a:cubicBezTo>
                    <a:cubicBezTo>
                      <a:pt x="464" y="632"/>
                      <a:pt x="464" y="632"/>
                      <a:pt x="464" y="632"/>
                    </a:cubicBezTo>
                    <a:cubicBezTo>
                      <a:pt x="464" y="631"/>
                      <a:pt x="464" y="631"/>
                      <a:pt x="464" y="631"/>
                    </a:cubicBezTo>
                    <a:cubicBezTo>
                      <a:pt x="464" y="631"/>
                      <a:pt x="464" y="631"/>
                      <a:pt x="464" y="631"/>
                    </a:cubicBezTo>
                    <a:cubicBezTo>
                      <a:pt x="463" y="630"/>
                      <a:pt x="463" y="630"/>
                      <a:pt x="463" y="630"/>
                    </a:cubicBezTo>
                    <a:cubicBezTo>
                      <a:pt x="463" y="630"/>
                      <a:pt x="463" y="630"/>
                      <a:pt x="463" y="630"/>
                    </a:cubicBezTo>
                    <a:cubicBezTo>
                      <a:pt x="463" y="630"/>
                      <a:pt x="463" y="630"/>
                      <a:pt x="463" y="630"/>
                    </a:cubicBezTo>
                    <a:cubicBezTo>
                      <a:pt x="463" y="630"/>
                      <a:pt x="463" y="630"/>
                      <a:pt x="463" y="630"/>
                    </a:cubicBezTo>
                    <a:cubicBezTo>
                      <a:pt x="463" y="629"/>
                      <a:pt x="463" y="629"/>
                      <a:pt x="463" y="629"/>
                    </a:cubicBezTo>
                    <a:cubicBezTo>
                      <a:pt x="463" y="629"/>
                      <a:pt x="463" y="629"/>
                      <a:pt x="463" y="629"/>
                    </a:cubicBezTo>
                    <a:cubicBezTo>
                      <a:pt x="463" y="628"/>
                      <a:pt x="463" y="628"/>
                      <a:pt x="463" y="628"/>
                    </a:cubicBezTo>
                    <a:cubicBezTo>
                      <a:pt x="463" y="628"/>
                      <a:pt x="463" y="628"/>
                      <a:pt x="463" y="628"/>
                    </a:cubicBezTo>
                    <a:cubicBezTo>
                      <a:pt x="463" y="627"/>
                      <a:pt x="463" y="627"/>
                      <a:pt x="463" y="627"/>
                    </a:cubicBezTo>
                    <a:cubicBezTo>
                      <a:pt x="463" y="627"/>
                      <a:pt x="463" y="627"/>
                      <a:pt x="463" y="627"/>
                    </a:cubicBezTo>
                    <a:cubicBezTo>
                      <a:pt x="463" y="626"/>
                      <a:pt x="463" y="626"/>
                      <a:pt x="463" y="626"/>
                    </a:cubicBezTo>
                    <a:cubicBezTo>
                      <a:pt x="463" y="626"/>
                      <a:pt x="463" y="626"/>
                      <a:pt x="463" y="626"/>
                    </a:cubicBezTo>
                    <a:cubicBezTo>
                      <a:pt x="464" y="625"/>
                      <a:pt x="464" y="625"/>
                      <a:pt x="464" y="625"/>
                    </a:cubicBezTo>
                    <a:cubicBezTo>
                      <a:pt x="464" y="625"/>
                      <a:pt x="464" y="625"/>
                      <a:pt x="464" y="625"/>
                    </a:cubicBezTo>
                    <a:cubicBezTo>
                      <a:pt x="464" y="626"/>
                      <a:pt x="464" y="626"/>
                      <a:pt x="464" y="626"/>
                    </a:cubicBezTo>
                    <a:cubicBezTo>
                      <a:pt x="464" y="626"/>
                      <a:pt x="464" y="626"/>
                      <a:pt x="464" y="626"/>
                    </a:cubicBezTo>
                    <a:cubicBezTo>
                      <a:pt x="465" y="625"/>
                      <a:pt x="465" y="625"/>
                      <a:pt x="465" y="625"/>
                    </a:cubicBezTo>
                    <a:cubicBezTo>
                      <a:pt x="465" y="625"/>
                      <a:pt x="465" y="625"/>
                      <a:pt x="465" y="625"/>
                    </a:cubicBezTo>
                    <a:cubicBezTo>
                      <a:pt x="465" y="625"/>
                      <a:pt x="465" y="625"/>
                      <a:pt x="465" y="625"/>
                    </a:cubicBezTo>
                    <a:cubicBezTo>
                      <a:pt x="465" y="625"/>
                      <a:pt x="465" y="625"/>
                      <a:pt x="465" y="625"/>
                    </a:cubicBezTo>
                    <a:cubicBezTo>
                      <a:pt x="466" y="625"/>
                      <a:pt x="466" y="625"/>
                      <a:pt x="466" y="625"/>
                    </a:cubicBezTo>
                    <a:cubicBezTo>
                      <a:pt x="466" y="625"/>
                      <a:pt x="466" y="625"/>
                      <a:pt x="466" y="625"/>
                    </a:cubicBezTo>
                    <a:cubicBezTo>
                      <a:pt x="467" y="625"/>
                      <a:pt x="467" y="625"/>
                      <a:pt x="467" y="625"/>
                    </a:cubicBezTo>
                    <a:cubicBezTo>
                      <a:pt x="467" y="625"/>
                      <a:pt x="467" y="625"/>
                      <a:pt x="467" y="625"/>
                    </a:cubicBezTo>
                    <a:cubicBezTo>
                      <a:pt x="467" y="625"/>
                      <a:pt x="467" y="625"/>
                      <a:pt x="467" y="625"/>
                    </a:cubicBezTo>
                    <a:cubicBezTo>
                      <a:pt x="467" y="625"/>
                      <a:pt x="467" y="625"/>
                      <a:pt x="467" y="625"/>
                    </a:cubicBezTo>
                    <a:cubicBezTo>
                      <a:pt x="468" y="625"/>
                      <a:pt x="468" y="625"/>
                      <a:pt x="468" y="625"/>
                    </a:cubicBezTo>
                    <a:cubicBezTo>
                      <a:pt x="468" y="625"/>
                      <a:pt x="468" y="625"/>
                      <a:pt x="468" y="625"/>
                    </a:cubicBezTo>
                    <a:cubicBezTo>
                      <a:pt x="469" y="625"/>
                      <a:pt x="469" y="625"/>
                      <a:pt x="469" y="625"/>
                    </a:cubicBezTo>
                    <a:cubicBezTo>
                      <a:pt x="469" y="625"/>
                      <a:pt x="469" y="625"/>
                      <a:pt x="469" y="625"/>
                    </a:cubicBezTo>
                    <a:cubicBezTo>
                      <a:pt x="469" y="629"/>
                      <a:pt x="469" y="629"/>
                      <a:pt x="469" y="629"/>
                    </a:cubicBezTo>
                    <a:cubicBezTo>
                      <a:pt x="469" y="629"/>
                      <a:pt x="469" y="629"/>
                      <a:pt x="469" y="629"/>
                    </a:cubicBezTo>
                    <a:cubicBezTo>
                      <a:pt x="468" y="632"/>
                      <a:pt x="468" y="632"/>
                      <a:pt x="468" y="632"/>
                    </a:cubicBezTo>
                    <a:cubicBezTo>
                      <a:pt x="468" y="632"/>
                      <a:pt x="468" y="632"/>
                      <a:pt x="468" y="632"/>
                    </a:cubicBezTo>
                    <a:cubicBezTo>
                      <a:pt x="467" y="636"/>
                      <a:pt x="467" y="636"/>
                      <a:pt x="467" y="636"/>
                    </a:cubicBezTo>
                    <a:cubicBezTo>
                      <a:pt x="467" y="636"/>
                      <a:pt x="467" y="636"/>
                      <a:pt x="467" y="636"/>
                    </a:cubicBezTo>
                    <a:cubicBezTo>
                      <a:pt x="467" y="639"/>
                      <a:pt x="467" y="639"/>
                      <a:pt x="467" y="639"/>
                    </a:cubicBezTo>
                    <a:cubicBezTo>
                      <a:pt x="467" y="639"/>
                      <a:pt x="467" y="639"/>
                      <a:pt x="467" y="639"/>
                    </a:cubicBezTo>
                    <a:cubicBezTo>
                      <a:pt x="465" y="643"/>
                      <a:pt x="465" y="643"/>
                      <a:pt x="465" y="643"/>
                    </a:cubicBezTo>
                    <a:cubicBezTo>
                      <a:pt x="465" y="643"/>
                      <a:pt x="465" y="643"/>
                      <a:pt x="465" y="643"/>
                    </a:cubicBezTo>
                    <a:cubicBezTo>
                      <a:pt x="465" y="647"/>
                      <a:pt x="465" y="647"/>
                      <a:pt x="465" y="647"/>
                    </a:cubicBezTo>
                    <a:cubicBezTo>
                      <a:pt x="465" y="647"/>
                      <a:pt x="465" y="647"/>
                      <a:pt x="465" y="647"/>
                    </a:cubicBezTo>
                    <a:cubicBezTo>
                      <a:pt x="464" y="650"/>
                      <a:pt x="464" y="650"/>
                      <a:pt x="464" y="650"/>
                    </a:cubicBezTo>
                    <a:cubicBezTo>
                      <a:pt x="464" y="650"/>
                      <a:pt x="464" y="650"/>
                      <a:pt x="464" y="650"/>
                    </a:cubicBezTo>
                    <a:cubicBezTo>
                      <a:pt x="464" y="654"/>
                      <a:pt x="464" y="654"/>
                      <a:pt x="464" y="654"/>
                    </a:cubicBezTo>
                    <a:cubicBezTo>
                      <a:pt x="464" y="654"/>
                      <a:pt x="464" y="654"/>
                      <a:pt x="464" y="654"/>
                    </a:cubicBezTo>
                    <a:cubicBezTo>
                      <a:pt x="464" y="654"/>
                      <a:pt x="464" y="654"/>
                      <a:pt x="464" y="654"/>
                    </a:cubicBezTo>
                    <a:cubicBezTo>
                      <a:pt x="464" y="654"/>
                      <a:pt x="464" y="654"/>
                      <a:pt x="464" y="654"/>
                    </a:cubicBezTo>
                    <a:cubicBezTo>
                      <a:pt x="474" y="652"/>
                      <a:pt x="474" y="652"/>
                      <a:pt x="474" y="652"/>
                    </a:cubicBezTo>
                    <a:cubicBezTo>
                      <a:pt x="474" y="652"/>
                      <a:pt x="474" y="652"/>
                      <a:pt x="474" y="652"/>
                    </a:cubicBezTo>
                    <a:cubicBezTo>
                      <a:pt x="477" y="658"/>
                      <a:pt x="477" y="658"/>
                      <a:pt x="477" y="658"/>
                    </a:cubicBezTo>
                    <a:cubicBezTo>
                      <a:pt x="477" y="658"/>
                      <a:pt x="477" y="658"/>
                      <a:pt x="477" y="658"/>
                    </a:cubicBezTo>
                    <a:cubicBezTo>
                      <a:pt x="475" y="657"/>
                      <a:pt x="475" y="657"/>
                      <a:pt x="475" y="657"/>
                    </a:cubicBezTo>
                    <a:cubicBezTo>
                      <a:pt x="475" y="657"/>
                      <a:pt x="475" y="657"/>
                      <a:pt x="475" y="657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1" y="656"/>
                      <a:pt x="471" y="656"/>
                      <a:pt x="471" y="656"/>
                    </a:cubicBezTo>
                    <a:cubicBezTo>
                      <a:pt x="471" y="656"/>
                      <a:pt x="471" y="656"/>
                      <a:pt x="471" y="656"/>
                    </a:cubicBezTo>
                    <a:cubicBezTo>
                      <a:pt x="469" y="656"/>
                      <a:pt x="469" y="656"/>
                      <a:pt x="469" y="656"/>
                    </a:cubicBezTo>
                    <a:cubicBezTo>
                      <a:pt x="469" y="656"/>
                      <a:pt x="469" y="656"/>
                      <a:pt x="469" y="656"/>
                    </a:cubicBezTo>
                    <a:cubicBezTo>
                      <a:pt x="467" y="656"/>
                      <a:pt x="467" y="656"/>
                      <a:pt x="467" y="656"/>
                    </a:cubicBezTo>
                    <a:cubicBezTo>
                      <a:pt x="467" y="656"/>
                      <a:pt x="467" y="656"/>
                      <a:pt x="467" y="656"/>
                    </a:cubicBezTo>
                    <a:cubicBezTo>
                      <a:pt x="465" y="657"/>
                      <a:pt x="465" y="657"/>
                      <a:pt x="465" y="657"/>
                    </a:cubicBezTo>
                    <a:cubicBezTo>
                      <a:pt x="465" y="657"/>
                      <a:pt x="465" y="657"/>
                      <a:pt x="465" y="657"/>
                    </a:cubicBezTo>
                    <a:cubicBezTo>
                      <a:pt x="462" y="657"/>
                      <a:pt x="462" y="657"/>
                      <a:pt x="462" y="657"/>
                    </a:cubicBezTo>
                    <a:cubicBezTo>
                      <a:pt x="462" y="657"/>
                      <a:pt x="462" y="657"/>
                      <a:pt x="462" y="657"/>
                    </a:cubicBezTo>
                    <a:cubicBezTo>
                      <a:pt x="461" y="658"/>
                      <a:pt x="461" y="658"/>
                      <a:pt x="461" y="658"/>
                    </a:cubicBezTo>
                    <a:cubicBezTo>
                      <a:pt x="461" y="658"/>
                      <a:pt x="461" y="658"/>
                      <a:pt x="461" y="658"/>
                    </a:cubicBezTo>
                    <a:cubicBezTo>
                      <a:pt x="446" y="666"/>
                      <a:pt x="446" y="666"/>
                      <a:pt x="446" y="666"/>
                    </a:cubicBezTo>
                    <a:cubicBezTo>
                      <a:pt x="446" y="666"/>
                      <a:pt x="446" y="666"/>
                      <a:pt x="446" y="666"/>
                    </a:cubicBezTo>
                    <a:cubicBezTo>
                      <a:pt x="445" y="667"/>
                      <a:pt x="445" y="667"/>
                      <a:pt x="445" y="667"/>
                    </a:cubicBezTo>
                    <a:cubicBezTo>
                      <a:pt x="445" y="667"/>
                      <a:pt x="445" y="667"/>
                      <a:pt x="445" y="667"/>
                    </a:cubicBezTo>
                    <a:cubicBezTo>
                      <a:pt x="445" y="667"/>
                      <a:pt x="445" y="667"/>
                      <a:pt x="445" y="667"/>
                    </a:cubicBezTo>
                    <a:cubicBezTo>
                      <a:pt x="445" y="667"/>
                      <a:pt x="445" y="667"/>
                      <a:pt x="445" y="667"/>
                    </a:cubicBezTo>
                    <a:cubicBezTo>
                      <a:pt x="445" y="668"/>
                      <a:pt x="445" y="668"/>
                      <a:pt x="445" y="668"/>
                    </a:cubicBezTo>
                    <a:cubicBezTo>
                      <a:pt x="445" y="668"/>
                      <a:pt x="445" y="668"/>
                      <a:pt x="445" y="668"/>
                    </a:cubicBezTo>
                    <a:cubicBezTo>
                      <a:pt x="445" y="668"/>
                      <a:pt x="445" y="668"/>
                      <a:pt x="445" y="668"/>
                    </a:cubicBezTo>
                    <a:cubicBezTo>
                      <a:pt x="445" y="668"/>
                      <a:pt x="445" y="668"/>
                      <a:pt x="445" y="668"/>
                    </a:cubicBezTo>
                    <a:cubicBezTo>
                      <a:pt x="445" y="669"/>
                      <a:pt x="445" y="669"/>
                      <a:pt x="445" y="669"/>
                    </a:cubicBezTo>
                    <a:cubicBezTo>
                      <a:pt x="445" y="669"/>
                      <a:pt x="445" y="669"/>
                      <a:pt x="445" y="669"/>
                    </a:cubicBezTo>
                    <a:cubicBezTo>
                      <a:pt x="445" y="669"/>
                      <a:pt x="445" y="669"/>
                      <a:pt x="445" y="669"/>
                    </a:cubicBezTo>
                    <a:cubicBezTo>
                      <a:pt x="445" y="669"/>
                      <a:pt x="445" y="669"/>
                      <a:pt x="445" y="669"/>
                    </a:cubicBezTo>
                    <a:cubicBezTo>
                      <a:pt x="445" y="670"/>
                      <a:pt x="445" y="670"/>
                      <a:pt x="445" y="670"/>
                    </a:cubicBezTo>
                    <a:cubicBezTo>
                      <a:pt x="445" y="670"/>
                      <a:pt x="445" y="670"/>
                      <a:pt x="445" y="670"/>
                    </a:cubicBezTo>
                    <a:cubicBezTo>
                      <a:pt x="446" y="670"/>
                      <a:pt x="446" y="670"/>
                      <a:pt x="446" y="670"/>
                    </a:cubicBezTo>
                    <a:cubicBezTo>
                      <a:pt x="446" y="670"/>
                      <a:pt x="446" y="670"/>
                      <a:pt x="446" y="670"/>
                    </a:cubicBezTo>
                    <a:cubicBezTo>
                      <a:pt x="447" y="670"/>
                      <a:pt x="447" y="670"/>
                      <a:pt x="447" y="670"/>
                    </a:cubicBezTo>
                    <a:cubicBezTo>
                      <a:pt x="447" y="670"/>
                      <a:pt x="447" y="670"/>
                      <a:pt x="447" y="670"/>
                    </a:cubicBezTo>
                    <a:cubicBezTo>
                      <a:pt x="456" y="664"/>
                      <a:pt x="456" y="664"/>
                      <a:pt x="456" y="664"/>
                    </a:cubicBezTo>
                    <a:cubicBezTo>
                      <a:pt x="456" y="664"/>
                      <a:pt x="456" y="664"/>
                      <a:pt x="456" y="664"/>
                    </a:cubicBezTo>
                    <a:cubicBezTo>
                      <a:pt x="456" y="664"/>
                      <a:pt x="456" y="664"/>
                      <a:pt x="456" y="664"/>
                    </a:cubicBezTo>
                    <a:cubicBezTo>
                      <a:pt x="456" y="664"/>
                      <a:pt x="456" y="664"/>
                      <a:pt x="456" y="664"/>
                    </a:cubicBezTo>
                    <a:cubicBezTo>
                      <a:pt x="457" y="664"/>
                      <a:pt x="457" y="664"/>
                      <a:pt x="457" y="664"/>
                    </a:cubicBezTo>
                    <a:cubicBezTo>
                      <a:pt x="457" y="664"/>
                      <a:pt x="457" y="664"/>
                      <a:pt x="457" y="664"/>
                    </a:cubicBezTo>
                    <a:cubicBezTo>
                      <a:pt x="458" y="664"/>
                      <a:pt x="458" y="664"/>
                      <a:pt x="458" y="664"/>
                    </a:cubicBezTo>
                    <a:cubicBezTo>
                      <a:pt x="458" y="664"/>
                      <a:pt x="458" y="664"/>
                      <a:pt x="458" y="664"/>
                    </a:cubicBezTo>
                    <a:cubicBezTo>
                      <a:pt x="459" y="664"/>
                      <a:pt x="459" y="664"/>
                      <a:pt x="459" y="664"/>
                    </a:cubicBezTo>
                    <a:cubicBezTo>
                      <a:pt x="459" y="664"/>
                      <a:pt x="459" y="664"/>
                      <a:pt x="459" y="664"/>
                    </a:cubicBezTo>
                    <a:cubicBezTo>
                      <a:pt x="460" y="664"/>
                      <a:pt x="460" y="664"/>
                      <a:pt x="460" y="664"/>
                    </a:cubicBezTo>
                    <a:cubicBezTo>
                      <a:pt x="460" y="664"/>
                      <a:pt x="460" y="664"/>
                      <a:pt x="460" y="664"/>
                    </a:cubicBezTo>
                    <a:cubicBezTo>
                      <a:pt x="461" y="664"/>
                      <a:pt x="461" y="664"/>
                      <a:pt x="461" y="664"/>
                    </a:cubicBezTo>
                    <a:cubicBezTo>
                      <a:pt x="461" y="664"/>
                      <a:pt x="461" y="664"/>
                      <a:pt x="461" y="664"/>
                    </a:cubicBezTo>
                    <a:cubicBezTo>
                      <a:pt x="462" y="665"/>
                      <a:pt x="462" y="665"/>
                      <a:pt x="462" y="665"/>
                    </a:cubicBezTo>
                    <a:cubicBezTo>
                      <a:pt x="462" y="665"/>
                      <a:pt x="462" y="665"/>
                      <a:pt x="462" y="665"/>
                    </a:cubicBezTo>
                    <a:cubicBezTo>
                      <a:pt x="463" y="665"/>
                      <a:pt x="463" y="665"/>
                      <a:pt x="463" y="665"/>
                    </a:cubicBezTo>
                    <a:cubicBezTo>
                      <a:pt x="463" y="665"/>
                      <a:pt x="463" y="665"/>
                      <a:pt x="463" y="665"/>
                    </a:cubicBezTo>
                    <a:cubicBezTo>
                      <a:pt x="460" y="670"/>
                      <a:pt x="458" y="671"/>
                      <a:pt x="458" y="671"/>
                    </a:cubicBezTo>
                    <a:cubicBezTo>
                      <a:pt x="458" y="671"/>
                      <a:pt x="458" y="671"/>
                      <a:pt x="458" y="671"/>
                    </a:cubicBezTo>
                    <a:cubicBezTo>
                      <a:pt x="458" y="672"/>
                      <a:pt x="458" y="672"/>
                      <a:pt x="458" y="672"/>
                    </a:cubicBezTo>
                    <a:cubicBezTo>
                      <a:pt x="458" y="672"/>
                      <a:pt x="458" y="672"/>
                      <a:pt x="458" y="672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4"/>
                      <a:pt x="457" y="674"/>
                      <a:pt x="457" y="674"/>
                    </a:cubicBezTo>
                    <a:cubicBezTo>
                      <a:pt x="457" y="674"/>
                      <a:pt x="457" y="674"/>
                      <a:pt x="457" y="674"/>
                    </a:cubicBezTo>
                    <a:cubicBezTo>
                      <a:pt x="457" y="674"/>
                      <a:pt x="457" y="674"/>
                      <a:pt x="457" y="674"/>
                    </a:cubicBezTo>
                    <a:cubicBezTo>
                      <a:pt x="457" y="674"/>
                      <a:pt x="457" y="674"/>
                      <a:pt x="457" y="674"/>
                    </a:cubicBezTo>
                    <a:cubicBezTo>
                      <a:pt x="457" y="674"/>
                      <a:pt x="457" y="674"/>
                      <a:pt x="457" y="674"/>
                    </a:cubicBezTo>
                    <a:cubicBezTo>
                      <a:pt x="457" y="674"/>
                      <a:pt x="457" y="674"/>
                      <a:pt x="457" y="674"/>
                    </a:cubicBezTo>
                    <a:cubicBezTo>
                      <a:pt x="457" y="675"/>
                      <a:pt x="457" y="675"/>
                      <a:pt x="457" y="675"/>
                    </a:cubicBezTo>
                    <a:cubicBezTo>
                      <a:pt x="457" y="675"/>
                      <a:pt x="457" y="675"/>
                      <a:pt x="457" y="675"/>
                    </a:cubicBezTo>
                    <a:cubicBezTo>
                      <a:pt x="457" y="675"/>
                      <a:pt x="457" y="675"/>
                      <a:pt x="457" y="675"/>
                    </a:cubicBezTo>
                    <a:cubicBezTo>
                      <a:pt x="457" y="675"/>
                      <a:pt x="457" y="675"/>
                      <a:pt x="457" y="675"/>
                    </a:cubicBezTo>
                    <a:cubicBezTo>
                      <a:pt x="457" y="675"/>
                      <a:pt x="457" y="675"/>
                      <a:pt x="457" y="675"/>
                    </a:cubicBezTo>
                    <a:cubicBezTo>
                      <a:pt x="457" y="675"/>
                      <a:pt x="457" y="675"/>
                      <a:pt x="457" y="675"/>
                    </a:cubicBezTo>
                    <a:cubicBezTo>
                      <a:pt x="457" y="676"/>
                      <a:pt x="457" y="676"/>
                      <a:pt x="457" y="676"/>
                    </a:cubicBezTo>
                    <a:cubicBezTo>
                      <a:pt x="457" y="676"/>
                      <a:pt x="457" y="676"/>
                      <a:pt x="457" y="676"/>
                    </a:cubicBezTo>
                    <a:cubicBezTo>
                      <a:pt x="457" y="676"/>
                      <a:pt x="457" y="676"/>
                      <a:pt x="457" y="676"/>
                    </a:cubicBezTo>
                    <a:cubicBezTo>
                      <a:pt x="457" y="676"/>
                      <a:pt x="457" y="676"/>
                      <a:pt x="457" y="676"/>
                    </a:cubicBezTo>
                    <a:cubicBezTo>
                      <a:pt x="457" y="676"/>
                      <a:pt x="457" y="676"/>
                      <a:pt x="457" y="676"/>
                    </a:cubicBezTo>
                    <a:cubicBezTo>
                      <a:pt x="457" y="676"/>
                      <a:pt x="457" y="676"/>
                      <a:pt x="457" y="676"/>
                    </a:cubicBezTo>
                    <a:cubicBezTo>
                      <a:pt x="458" y="676"/>
                      <a:pt x="458" y="676"/>
                      <a:pt x="458" y="676"/>
                    </a:cubicBezTo>
                    <a:cubicBezTo>
                      <a:pt x="458" y="676"/>
                      <a:pt x="458" y="676"/>
                      <a:pt x="458" y="676"/>
                    </a:cubicBezTo>
                    <a:cubicBezTo>
                      <a:pt x="458" y="676"/>
                      <a:pt x="458" y="676"/>
                      <a:pt x="458" y="676"/>
                    </a:cubicBezTo>
                    <a:cubicBezTo>
                      <a:pt x="458" y="676"/>
                      <a:pt x="458" y="676"/>
                      <a:pt x="458" y="676"/>
                    </a:cubicBezTo>
                    <a:cubicBezTo>
                      <a:pt x="458" y="677"/>
                      <a:pt x="458" y="677"/>
                      <a:pt x="458" y="677"/>
                    </a:cubicBezTo>
                    <a:cubicBezTo>
                      <a:pt x="458" y="677"/>
                      <a:pt x="458" y="677"/>
                      <a:pt x="458" y="677"/>
                    </a:cubicBezTo>
                    <a:cubicBezTo>
                      <a:pt x="458" y="678"/>
                      <a:pt x="458" y="678"/>
                      <a:pt x="458" y="678"/>
                    </a:cubicBezTo>
                    <a:cubicBezTo>
                      <a:pt x="458" y="678"/>
                      <a:pt x="458" y="678"/>
                      <a:pt x="458" y="678"/>
                    </a:cubicBezTo>
                    <a:cubicBezTo>
                      <a:pt x="458" y="679"/>
                      <a:pt x="458" y="679"/>
                      <a:pt x="458" y="679"/>
                    </a:cubicBezTo>
                    <a:cubicBezTo>
                      <a:pt x="458" y="679"/>
                      <a:pt x="458" y="679"/>
                      <a:pt x="458" y="679"/>
                    </a:cubicBezTo>
                    <a:cubicBezTo>
                      <a:pt x="457" y="679"/>
                      <a:pt x="457" y="679"/>
                      <a:pt x="457" y="679"/>
                    </a:cubicBezTo>
                    <a:cubicBezTo>
                      <a:pt x="457" y="679"/>
                      <a:pt x="457" y="679"/>
                      <a:pt x="457" y="679"/>
                    </a:cubicBezTo>
                    <a:cubicBezTo>
                      <a:pt x="457" y="679"/>
                      <a:pt x="457" y="679"/>
                      <a:pt x="457" y="679"/>
                    </a:cubicBezTo>
                    <a:cubicBezTo>
                      <a:pt x="457" y="679"/>
                      <a:pt x="457" y="679"/>
                      <a:pt x="457" y="679"/>
                    </a:cubicBezTo>
                    <a:cubicBezTo>
                      <a:pt x="456" y="679"/>
                      <a:pt x="456" y="679"/>
                      <a:pt x="456" y="679"/>
                    </a:cubicBezTo>
                    <a:cubicBezTo>
                      <a:pt x="456" y="679"/>
                      <a:pt x="456" y="679"/>
                      <a:pt x="456" y="679"/>
                    </a:cubicBezTo>
                    <a:cubicBezTo>
                      <a:pt x="456" y="680"/>
                      <a:pt x="456" y="680"/>
                      <a:pt x="456" y="680"/>
                    </a:cubicBezTo>
                    <a:cubicBezTo>
                      <a:pt x="456" y="680"/>
                      <a:pt x="456" y="680"/>
                      <a:pt x="456" y="680"/>
                    </a:cubicBezTo>
                    <a:cubicBezTo>
                      <a:pt x="455" y="680"/>
                      <a:pt x="455" y="680"/>
                      <a:pt x="455" y="680"/>
                    </a:cubicBezTo>
                    <a:cubicBezTo>
                      <a:pt x="455" y="680"/>
                      <a:pt x="455" y="680"/>
                      <a:pt x="455" y="680"/>
                    </a:cubicBezTo>
                    <a:cubicBezTo>
                      <a:pt x="455" y="681"/>
                      <a:pt x="455" y="681"/>
                      <a:pt x="455" y="681"/>
                    </a:cubicBezTo>
                    <a:cubicBezTo>
                      <a:pt x="455" y="681"/>
                      <a:pt x="455" y="681"/>
                      <a:pt x="455" y="681"/>
                    </a:cubicBezTo>
                    <a:cubicBezTo>
                      <a:pt x="454" y="681"/>
                      <a:pt x="454" y="681"/>
                      <a:pt x="454" y="681"/>
                    </a:cubicBezTo>
                    <a:cubicBezTo>
                      <a:pt x="454" y="681"/>
                      <a:pt x="454" y="681"/>
                      <a:pt x="454" y="681"/>
                    </a:cubicBezTo>
                    <a:cubicBezTo>
                      <a:pt x="454" y="681"/>
                      <a:pt x="454" y="681"/>
                      <a:pt x="454" y="681"/>
                    </a:cubicBezTo>
                    <a:cubicBezTo>
                      <a:pt x="454" y="681"/>
                      <a:pt x="454" y="681"/>
                      <a:pt x="454" y="681"/>
                    </a:cubicBezTo>
                    <a:cubicBezTo>
                      <a:pt x="454" y="682"/>
                      <a:pt x="454" y="682"/>
                      <a:pt x="454" y="682"/>
                    </a:cubicBezTo>
                    <a:cubicBezTo>
                      <a:pt x="454" y="682"/>
                      <a:pt x="454" y="682"/>
                      <a:pt x="454" y="682"/>
                    </a:cubicBezTo>
                    <a:cubicBezTo>
                      <a:pt x="454" y="682"/>
                      <a:pt x="454" y="682"/>
                      <a:pt x="454" y="682"/>
                    </a:cubicBezTo>
                    <a:cubicBezTo>
                      <a:pt x="454" y="682"/>
                      <a:pt x="454" y="682"/>
                      <a:pt x="454" y="682"/>
                    </a:cubicBezTo>
                    <a:cubicBezTo>
                      <a:pt x="455" y="683"/>
                      <a:pt x="455" y="683"/>
                      <a:pt x="455" y="683"/>
                    </a:cubicBezTo>
                    <a:cubicBezTo>
                      <a:pt x="455" y="683"/>
                      <a:pt x="455" y="683"/>
                      <a:pt x="455" y="683"/>
                    </a:cubicBezTo>
                    <a:cubicBezTo>
                      <a:pt x="455" y="683"/>
                      <a:pt x="455" y="683"/>
                      <a:pt x="455" y="683"/>
                    </a:cubicBezTo>
                    <a:cubicBezTo>
                      <a:pt x="455" y="683"/>
                      <a:pt x="455" y="683"/>
                      <a:pt x="455" y="683"/>
                    </a:cubicBezTo>
                    <a:cubicBezTo>
                      <a:pt x="455" y="683"/>
                      <a:pt x="455" y="683"/>
                      <a:pt x="455" y="683"/>
                    </a:cubicBezTo>
                    <a:cubicBezTo>
                      <a:pt x="455" y="683"/>
                      <a:pt x="455" y="683"/>
                      <a:pt x="455" y="683"/>
                    </a:cubicBezTo>
                    <a:cubicBezTo>
                      <a:pt x="456" y="683"/>
                      <a:pt x="456" y="683"/>
                      <a:pt x="456" y="683"/>
                    </a:cubicBezTo>
                    <a:cubicBezTo>
                      <a:pt x="456" y="683"/>
                      <a:pt x="456" y="683"/>
                      <a:pt x="456" y="683"/>
                    </a:cubicBezTo>
                    <a:cubicBezTo>
                      <a:pt x="457" y="684"/>
                      <a:pt x="457" y="684"/>
                      <a:pt x="457" y="684"/>
                    </a:cubicBezTo>
                    <a:cubicBezTo>
                      <a:pt x="457" y="684"/>
                      <a:pt x="457" y="684"/>
                      <a:pt x="457" y="684"/>
                    </a:cubicBezTo>
                    <a:cubicBezTo>
                      <a:pt x="457" y="684"/>
                      <a:pt x="457" y="684"/>
                      <a:pt x="457" y="684"/>
                    </a:cubicBezTo>
                    <a:cubicBezTo>
                      <a:pt x="457" y="684"/>
                      <a:pt x="457" y="684"/>
                      <a:pt x="457" y="684"/>
                    </a:cubicBezTo>
                    <a:cubicBezTo>
                      <a:pt x="457" y="684"/>
                      <a:pt x="457" y="684"/>
                      <a:pt x="457" y="684"/>
                    </a:cubicBezTo>
                    <a:cubicBezTo>
                      <a:pt x="457" y="684"/>
                      <a:pt x="457" y="684"/>
                      <a:pt x="457" y="684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6"/>
                      <a:pt x="457" y="686"/>
                      <a:pt x="457" y="686"/>
                    </a:cubicBezTo>
                    <a:cubicBezTo>
                      <a:pt x="457" y="686"/>
                      <a:pt x="457" y="686"/>
                      <a:pt x="457" y="686"/>
                    </a:cubicBezTo>
                    <a:cubicBezTo>
                      <a:pt x="457" y="686"/>
                      <a:pt x="457" y="686"/>
                      <a:pt x="457" y="686"/>
                    </a:cubicBezTo>
                    <a:cubicBezTo>
                      <a:pt x="457" y="686"/>
                      <a:pt x="457" y="686"/>
                      <a:pt x="457" y="686"/>
                    </a:cubicBezTo>
                    <a:cubicBezTo>
                      <a:pt x="455" y="686"/>
                      <a:pt x="455" y="686"/>
                      <a:pt x="455" y="686"/>
                    </a:cubicBezTo>
                    <a:cubicBezTo>
                      <a:pt x="455" y="686"/>
                      <a:pt x="455" y="686"/>
                      <a:pt x="455" y="686"/>
                    </a:cubicBezTo>
                    <a:cubicBezTo>
                      <a:pt x="455" y="687"/>
                      <a:pt x="455" y="687"/>
                      <a:pt x="455" y="687"/>
                    </a:cubicBezTo>
                    <a:cubicBezTo>
                      <a:pt x="455" y="687"/>
                      <a:pt x="455" y="687"/>
                      <a:pt x="455" y="687"/>
                    </a:cubicBezTo>
                    <a:cubicBezTo>
                      <a:pt x="455" y="687"/>
                      <a:pt x="455" y="687"/>
                      <a:pt x="455" y="687"/>
                    </a:cubicBezTo>
                    <a:cubicBezTo>
                      <a:pt x="455" y="687"/>
                      <a:pt x="455" y="687"/>
                      <a:pt x="455" y="687"/>
                    </a:cubicBezTo>
                    <a:cubicBezTo>
                      <a:pt x="455" y="688"/>
                      <a:pt x="455" y="688"/>
                      <a:pt x="455" y="688"/>
                    </a:cubicBezTo>
                    <a:cubicBezTo>
                      <a:pt x="455" y="688"/>
                      <a:pt x="455" y="688"/>
                      <a:pt x="455" y="688"/>
                    </a:cubicBezTo>
                    <a:cubicBezTo>
                      <a:pt x="456" y="688"/>
                      <a:pt x="456" y="688"/>
                      <a:pt x="456" y="688"/>
                    </a:cubicBezTo>
                    <a:cubicBezTo>
                      <a:pt x="456" y="688"/>
                      <a:pt x="456" y="688"/>
                      <a:pt x="456" y="688"/>
                    </a:cubicBezTo>
                    <a:cubicBezTo>
                      <a:pt x="456" y="689"/>
                      <a:pt x="456" y="689"/>
                      <a:pt x="456" y="689"/>
                    </a:cubicBezTo>
                    <a:cubicBezTo>
                      <a:pt x="456" y="689"/>
                      <a:pt x="456" y="689"/>
                      <a:pt x="456" y="689"/>
                    </a:cubicBezTo>
                    <a:cubicBezTo>
                      <a:pt x="456" y="689"/>
                      <a:pt x="456" y="689"/>
                      <a:pt x="456" y="689"/>
                    </a:cubicBezTo>
                    <a:cubicBezTo>
                      <a:pt x="456" y="689"/>
                      <a:pt x="456" y="689"/>
                      <a:pt x="456" y="689"/>
                    </a:cubicBezTo>
                    <a:cubicBezTo>
                      <a:pt x="456" y="690"/>
                      <a:pt x="456" y="690"/>
                      <a:pt x="456" y="690"/>
                    </a:cubicBezTo>
                    <a:cubicBezTo>
                      <a:pt x="456" y="690"/>
                      <a:pt x="456" y="690"/>
                      <a:pt x="456" y="690"/>
                    </a:cubicBezTo>
                    <a:cubicBezTo>
                      <a:pt x="456" y="690"/>
                      <a:pt x="456" y="690"/>
                      <a:pt x="456" y="690"/>
                    </a:cubicBezTo>
                    <a:cubicBezTo>
                      <a:pt x="456" y="690"/>
                      <a:pt x="456" y="690"/>
                      <a:pt x="456" y="690"/>
                    </a:cubicBezTo>
                    <a:cubicBezTo>
                      <a:pt x="455" y="690"/>
                      <a:pt x="455" y="690"/>
                      <a:pt x="455" y="690"/>
                    </a:cubicBezTo>
                    <a:cubicBezTo>
                      <a:pt x="455" y="690"/>
                      <a:pt x="455" y="690"/>
                      <a:pt x="455" y="690"/>
                    </a:cubicBezTo>
                    <a:cubicBezTo>
                      <a:pt x="455" y="691"/>
                      <a:pt x="455" y="691"/>
                      <a:pt x="455" y="691"/>
                    </a:cubicBezTo>
                    <a:cubicBezTo>
                      <a:pt x="455" y="691"/>
                      <a:pt x="455" y="691"/>
                      <a:pt x="455" y="691"/>
                    </a:cubicBezTo>
                    <a:cubicBezTo>
                      <a:pt x="454" y="691"/>
                      <a:pt x="454" y="691"/>
                      <a:pt x="454" y="691"/>
                    </a:cubicBezTo>
                    <a:cubicBezTo>
                      <a:pt x="454" y="691"/>
                      <a:pt x="454" y="691"/>
                      <a:pt x="454" y="691"/>
                    </a:cubicBezTo>
                    <a:cubicBezTo>
                      <a:pt x="454" y="691"/>
                      <a:pt x="454" y="691"/>
                      <a:pt x="454" y="691"/>
                    </a:cubicBezTo>
                    <a:cubicBezTo>
                      <a:pt x="454" y="691"/>
                      <a:pt x="454" y="691"/>
                      <a:pt x="454" y="691"/>
                    </a:cubicBezTo>
                    <a:cubicBezTo>
                      <a:pt x="453" y="691"/>
                      <a:pt x="453" y="691"/>
                      <a:pt x="453" y="691"/>
                    </a:cubicBezTo>
                    <a:cubicBezTo>
                      <a:pt x="453" y="691"/>
                      <a:pt x="453" y="691"/>
                      <a:pt x="453" y="691"/>
                    </a:cubicBezTo>
                    <a:cubicBezTo>
                      <a:pt x="453" y="691"/>
                      <a:pt x="453" y="691"/>
                      <a:pt x="453" y="691"/>
                    </a:cubicBezTo>
                    <a:cubicBezTo>
                      <a:pt x="453" y="691"/>
                      <a:pt x="453" y="691"/>
                      <a:pt x="453" y="691"/>
                    </a:cubicBezTo>
                    <a:cubicBezTo>
                      <a:pt x="452" y="692"/>
                      <a:pt x="452" y="692"/>
                      <a:pt x="452" y="692"/>
                    </a:cubicBezTo>
                    <a:cubicBezTo>
                      <a:pt x="452" y="692"/>
                      <a:pt x="452" y="692"/>
                      <a:pt x="452" y="692"/>
                    </a:cubicBezTo>
                    <a:cubicBezTo>
                      <a:pt x="452" y="692"/>
                      <a:pt x="452" y="692"/>
                      <a:pt x="452" y="692"/>
                    </a:cubicBezTo>
                    <a:cubicBezTo>
                      <a:pt x="452" y="692"/>
                      <a:pt x="452" y="692"/>
                      <a:pt x="452" y="692"/>
                    </a:cubicBezTo>
                    <a:cubicBezTo>
                      <a:pt x="451" y="712"/>
                      <a:pt x="451" y="712"/>
                      <a:pt x="451" y="712"/>
                    </a:cubicBezTo>
                    <a:cubicBezTo>
                      <a:pt x="451" y="712"/>
                      <a:pt x="451" y="712"/>
                      <a:pt x="451" y="712"/>
                    </a:cubicBezTo>
                    <a:cubicBezTo>
                      <a:pt x="449" y="712"/>
                      <a:pt x="449" y="712"/>
                      <a:pt x="449" y="712"/>
                    </a:cubicBezTo>
                    <a:cubicBezTo>
                      <a:pt x="449" y="712"/>
                      <a:pt x="449" y="712"/>
                      <a:pt x="449" y="712"/>
                    </a:cubicBezTo>
                    <a:cubicBezTo>
                      <a:pt x="449" y="711"/>
                      <a:pt x="449" y="711"/>
                      <a:pt x="449" y="711"/>
                    </a:cubicBezTo>
                    <a:cubicBezTo>
                      <a:pt x="449" y="711"/>
                      <a:pt x="449" y="711"/>
                      <a:pt x="449" y="711"/>
                    </a:cubicBezTo>
                    <a:cubicBezTo>
                      <a:pt x="448" y="710"/>
                      <a:pt x="448" y="710"/>
                      <a:pt x="448" y="710"/>
                    </a:cubicBezTo>
                    <a:cubicBezTo>
                      <a:pt x="448" y="710"/>
                      <a:pt x="448" y="710"/>
                      <a:pt x="448" y="710"/>
                    </a:cubicBezTo>
                    <a:cubicBezTo>
                      <a:pt x="447" y="710"/>
                      <a:pt x="447" y="710"/>
                      <a:pt x="447" y="710"/>
                    </a:cubicBezTo>
                    <a:cubicBezTo>
                      <a:pt x="447" y="710"/>
                      <a:pt x="447" y="710"/>
                      <a:pt x="447" y="710"/>
                    </a:cubicBezTo>
                    <a:cubicBezTo>
                      <a:pt x="446" y="709"/>
                      <a:pt x="446" y="709"/>
                      <a:pt x="446" y="709"/>
                    </a:cubicBezTo>
                    <a:cubicBezTo>
                      <a:pt x="446" y="709"/>
                      <a:pt x="446" y="709"/>
                      <a:pt x="446" y="709"/>
                    </a:cubicBezTo>
                    <a:cubicBezTo>
                      <a:pt x="444" y="709"/>
                      <a:pt x="444" y="709"/>
                      <a:pt x="444" y="709"/>
                    </a:cubicBezTo>
                    <a:cubicBezTo>
                      <a:pt x="444" y="709"/>
                      <a:pt x="444" y="709"/>
                      <a:pt x="444" y="709"/>
                    </a:cubicBezTo>
                    <a:cubicBezTo>
                      <a:pt x="443" y="709"/>
                      <a:pt x="443" y="709"/>
                      <a:pt x="443" y="709"/>
                    </a:cubicBezTo>
                    <a:cubicBezTo>
                      <a:pt x="443" y="709"/>
                      <a:pt x="443" y="709"/>
                      <a:pt x="443" y="709"/>
                    </a:cubicBezTo>
                    <a:cubicBezTo>
                      <a:pt x="442" y="708"/>
                      <a:pt x="442" y="708"/>
                      <a:pt x="442" y="708"/>
                    </a:cubicBezTo>
                    <a:cubicBezTo>
                      <a:pt x="442" y="708"/>
                      <a:pt x="442" y="708"/>
                      <a:pt x="442" y="708"/>
                    </a:cubicBezTo>
                    <a:cubicBezTo>
                      <a:pt x="441" y="708"/>
                      <a:pt x="441" y="708"/>
                      <a:pt x="441" y="708"/>
                    </a:cubicBezTo>
                    <a:cubicBezTo>
                      <a:pt x="441" y="708"/>
                      <a:pt x="441" y="708"/>
                      <a:pt x="441" y="708"/>
                    </a:cubicBezTo>
                    <a:cubicBezTo>
                      <a:pt x="439" y="708"/>
                      <a:pt x="439" y="708"/>
                      <a:pt x="439" y="708"/>
                    </a:cubicBezTo>
                    <a:cubicBezTo>
                      <a:pt x="439" y="708"/>
                      <a:pt x="439" y="708"/>
                      <a:pt x="439" y="708"/>
                    </a:cubicBezTo>
                    <a:cubicBezTo>
                      <a:pt x="434" y="712"/>
                      <a:pt x="434" y="712"/>
                      <a:pt x="434" y="712"/>
                    </a:cubicBezTo>
                    <a:cubicBezTo>
                      <a:pt x="434" y="712"/>
                      <a:pt x="434" y="712"/>
                      <a:pt x="434" y="712"/>
                    </a:cubicBezTo>
                    <a:cubicBezTo>
                      <a:pt x="432" y="713"/>
                      <a:pt x="432" y="713"/>
                      <a:pt x="432" y="713"/>
                    </a:cubicBezTo>
                    <a:cubicBezTo>
                      <a:pt x="432" y="713"/>
                      <a:pt x="432" y="713"/>
                      <a:pt x="432" y="713"/>
                    </a:cubicBezTo>
                    <a:cubicBezTo>
                      <a:pt x="431" y="715"/>
                      <a:pt x="431" y="715"/>
                      <a:pt x="431" y="715"/>
                    </a:cubicBezTo>
                    <a:cubicBezTo>
                      <a:pt x="431" y="715"/>
                      <a:pt x="431" y="715"/>
                      <a:pt x="431" y="715"/>
                    </a:cubicBezTo>
                    <a:cubicBezTo>
                      <a:pt x="430" y="716"/>
                      <a:pt x="430" y="716"/>
                      <a:pt x="430" y="716"/>
                    </a:cubicBezTo>
                    <a:cubicBezTo>
                      <a:pt x="430" y="716"/>
                      <a:pt x="430" y="716"/>
                      <a:pt x="430" y="716"/>
                    </a:cubicBezTo>
                    <a:cubicBezTo>
                      <a:pt x="430" y="718"/>
                      <a:pt x="430" y="718"/>
                      <a:pt x="430" y="718"/>
                    </a:cubicBezTo>
                    <a:cubicBezTo>
                      <a:pt x="430" y="718"/>
                      <a:pt x="430" y="718"/>
                      <a:pt x="430" y="718"/>
                    </a:cubicBezTo>
                    <a:cubicBezTo>
                      <a:pt x="429" y="719"/>
                      <a:pt x="429" y="719"/>
                      <a:pt x="429" y="719"/>
                    </a:cubicBezTo>
                    <a:cubicBezTo>
                      <a:pt x="429" y="719"/>
                      <a:pt x="429" y="719"/>
                      <a:pt x="429" y="719"/>
                    </a:cubicBezTo>
                    <a:cubicBezTo>
                      <a:pt x="428" y="721"/>
                      <a:pt x="428" y="721"/>
                      <a:pt x="428" y="721"/>
                    </a:cubicBezTo>
                    <a:cubicBezTo>
                      <a:pt x="428" y="721"/>
                      <a:pt x="428" y="721"/>
                      <a:pt x="428" y="721"/>
                    </a:cubicBezTo>
                    <a:cubicBezTo>
                      <a:pt x="427" y="722"/>
                      <a:pt x="427" y="722"/>
                      <a:pt x="427" y="722"/>
                    </a:cubicBezTo>
                    <a:cubicBezTo>
                      <a:pt x="427" y="722"/>
                      <a:pt x="427" y="722"/>
                      <a:pt x="427" y="722"/>
                    </a:cubicBezTo>
                    <a:cubicBezTo>
                      <a:pt x="426" y="723"/>
                      <a:pt x="426" y="723"/>
                      <a:pt x="426" y="723"/>
                    </a:cubicBezTo>
                    <a:lnTo>
                      <a:pt x="425" y="723"/>
                    </a:lnTo>
                    <a:close/>
                    <a:moveTo>
                      <a:pt x="270" y="716"/>
                    </a:moveTo>
                    <a:cubicBezTo>
                      <a:pt x="269" y="716"/>
                      <a:pt x="269" y="716"/>
                      <a:pt x="269" y="716"/>
                    </a:cubicBezTo>
                    <a:cubicBezTo>
                      <a:pt x="269" y="716"/>
                      <a:pt x="269" y="716"/>
                      <a:pt x="269" y="716"/>
                    </a:cubicBezTo>
                    <a:cubicBezTo>
                      <a:pt x="269" y="716"/>
                      <a:pt x="269" y="716"/>
                      <a:pt x="269" y="716"/>
                    </a:cubicBezTo>
                    <a:cubicBezTo>
                      <a:pt x="269" y="716"/>
                      <a:pt x="269" y="716"/>
                      <a:pt x="269" y="716"/>
                    </a:cubicBezTo>
                    <a:cubicBezTo>
                      <a:pt x="269" y="716"/>
                      <a:pt x="269" y="716"/>
                      <a:pt x="269" y="716"/>
                    </a:cubicBezTo>
                    <a:cubicBezTo>
                      <a:pt x="269" y="716"/>
                      <a:pt x="269" y="716"/>
                      <a:pt x="269" y="716"/>
                    </a:cubicBezTo>
                    <a:cubicBezTo>
                      <a:pt x="268" y="715"/>
                      <a:pt x="268" y="715"/>
                      <a:pt x="268" y="715"/>
                    </a:cubicBezTo>
                    <a:cubicBezTo>
                      <a:pt x="268" y="715"/>
                      <a:pt x="268" y="715"/>
                      <a:pt x="268" y="715"/>
                    </a:cubicBezTo>
                    <a:cubicBezTo>
                      <a:pt x="268" y="715"/>
                      <a:pt x="268" y="715"/>
                      <a:pt x="268" y="715"/>
                    </a:cubicBezTo>
                    <a:cubicBezTo>
                      <a:pt x="268" y="715"/>
                      <a:pt x="268" y="715"/>
                      <a:pt x="268" y="715"/>
                    </a:cubicBezTo>
                    <a:cubicBezTo>
                      <a:pt x="268" y="715"/>
                      <a:pt x="268" y="715"/>
                      <a:pt x="268" y="715"/>
                    </a:cubicBezTo>
                    <a:cubicBezTo>
                      <a:pt x="268" y="715"/>
                      <a:pt x="268" y="715"/>
                      <a:pt x="268" y="715"/>
                    </a:cubicBezTo>
                    <a:cubicBezTo>
                      <a:pt x="267" y="715"/>
                      <a:pt x="267" y="715"/>
                      <a:pt x="267" y="715"/>
                    </a:cubicBezTo>
                    <a:cubicBezTo>
                      <a:pt x="267" y="715"/>
                      <a:pt x="267" y="715"/>
                      <a:pt x="267" y="715"/>
                    </a:cubicBezTo>
                    <a:cubicBezTo>
                      <a:pt x="267" y="714"/>
                      <a:pt x="267" y="714"/>
                      <a:pt x="267" y="714"/>
                    </a:cubicBezTo>
                    <a:cubicBezTo>
                      <a:pt x="267" y="714"/>
                      <a:pt x="267" y="714"/>
                      <a:pt x="267" y="714"/>
                    </a:cubicBezTo>
                    <a:cubicBezTo>
                      <a:pt x="267" y="714"/>
                      <a:pt x="267" y="714"/>
                      <a:pt x="267" y="714"/>
                    </a:cubicBezTo>
                    <a:cubicBezTo>
                      <a:pt x="267" y="714"/>
                      <a:pt x="267" y="714"/>
                      <a:pt x="267" y="714"/>
                    </a:cubicBezTo>
                    <a:cubicBezTo>
                      <a:pt x="266" y="714"/>
                      <a:pt x="266" y="714"/>
                      <a:pt x="266" y="714"/>
                    </a:cubicBezTo>
                    <a:cubicBezTo>
                      <a:pt x="266" y="714"/>
                      <a:pt x="266" y="714"/>
                      <a:pt x="266" y="714"/>
                    </a:cubicBezTo>
                    <a:cubicBezTo>
                      <a:pt x="266" y="714"/>
                      <a:pt x="266" y="714"/>
                      <a:pt x="266" y="714"/>
                    </a:cubicBezTo>
                    <a:cubicBezTo>
                      <a:pt x="266" y="714"/>
                      <a:pt x="266" y="714"/>
                      <a:pt x="266" y="714"/>
                    </a:cubicBezTo>
                    <a:cubicBezTo>
                      <a:pt x="266" y="713"/>
                      <a:pt x="266" y="713"/>
                      <a:pt x="266" y="713"/>
                    </a:cubicBezTo>
                    <a:cubicBezTo>
                      <a:pt x="266" y="713"/>
                      <a:pt x="266" y="713"/>
                      <a:pt x="266" y="713"/>
                    </a:cubicBezTo>
                    <a:cubicBezTo>
                      <a:pt x="266" y="713"/>
                      <a:pt x="266" y="713"/>
                      <a:pt x="266" y="713"/>
                    </a:cubicBezTo>
                    <a:cubicBezTo>
                      <a:pt x="266" y="713"/>
                      <a:pt x="266" y="713"/>
                      <a:pt x="266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2"/>
                      <a:pt x="265" y="712"/>
                      <a:pt x="265" y="712"/>
                    </a:cubicBezTo>
                    <a:cubicBezTo>
                      <a:pt x="265" y="712"/>
                      <a:pt x="265" y="712"/>
                      <a:pt x="265" y="712"/>
                    </a:cubicBezTo>
                    <a:cubicBezTo>
                      <a:pt x="265" y="712"/>
                      <a:pt x="265" y="712"/>
                      <a:pt x="265" y="712"/>
                    </a:cubicBezTo>
                    <a:cubicBezTo>
                      <a:pt x="265" y="712"/>
                      <a:pt x="265" y="712"/>
                      <a:pt x="265" y="712"/>
                    </a:cubicBezTo>
                    <a:cubicBezTo>
                      <a:pt x="265" y="712"/>
                      <a:pt x="265" y="712"/>
                      <a:pt x="265" y="712"/>
                    </a:cubicBezTo>
                    <a:cubicBezTo>
                      <a:pt x="265" y="712"/>
                      <a:pt x="265" y="712"/>
                      <a:pt x="265" y="712"/>
                    </a:cubicBezTo>
                    <a:cubicBezTo>
                      <a:pt x="264" y="712"/>
                      <a:pt x="264" y="712"/>
                      <a:pt x="264" y="712"/>
                    </a:cubicBezTo>
                    <a:cubicBezTo>
                      <a:pt x="264" y="712"/>
                      <a:pt x="264" y="712"/>
                      <a:pt x="264" y="712"/>
                    </a:cubicBezTo>
                    <a:cubicBezTo>
                      <a:pt x="264" y="712"/>
                      <a:pt x="264" y="712"/>
                      <a:pt x="264" y="712"/>
                    </a:cubicBezTo>
                    <a:cubicBezTo>
                      <a:pt x="264" y="712"/>
                      <a:pt x="264" y="712"/>
                      <a:pt x="264" y="712"/>
                    </a:cubicBezTo>
                    <a:cubicBezTo>
                      <a:pt x="264" y="712"/>
                      <a:pt x="264" y="712"/>
                      <a:pt x="264" y="712"/>
                    </a:cubicBezTo>
                    <a:cubicBezTo>
                      <a:pt x="264" y="712"/>
                      <a:pt x="264" y="712"/>
                      <a:pt x="264" y="712"/>
                    </a:cubicBezTo>
                    <a:cubicBezTo>
                      <a:pt x="264" y="711"/>
                      <a:pt x="264" y="711"/>
                      <a:pt x="264" y="711"/>
                    </a:cubicBezTo>
                    <a:cubicBezTo>
                      <a:pt x="264" y="711"/>
                      <a:pt x="264" y="711"/>
                      <a:pt x="264" y="711"/>
                    </a:cubicBezTo>
                    <a:cubicBezTo>
                      <a:pt x="265" y="710"/>
                      <a:pt x="265" y="710"/>
                      <a:pt x="265" y="710"/>
                    </a:cubicBezTo>
                    <a:cubicBezTo>
                      <a:pt x="265" y="710"/>
                      <a:pt x="265" y="710"/>
                      <a:pt x="265" y="710"/>
                    </a:cubicBezTo>
                    <a:cubicBezTo>
                      <a:pt x="266" y="710"/>
                      <a:pt x="266" y="710"/>
                      <a:pt x="266" y="710"/>
                    </a:cubicBezTo>
                    <a:cubicBezTo>
                      <a:pt x="266" y="710"/>
                      <a:pt x="266" y="710"/>
                      <a:pt x="266" y="710"/>
                    </a:cubicBezTo>
                    <a:cubicBezTo>
                      <a:pt x="267" y="710"/>
                      <a:pt x="267" y="710"/>
                      <a:pt x="267" y="710"/>
                    </a:cubicBezTo>
                    <a:cubicBezTo>
                      <a:pt x="267" y="710"/>
                      <a:pt x="267" y="710"/>
                      <a:pt x="267" y="710"/>
                    </a:cubicBezTo>
                    <a:cubicBezTo>
                      <a:pt x="268" y="710"/>
                      <a:pt x="268" y="710"/>
                      <a:pt x="268" y="710"/>
                    </a:cubicBezTo>
                    <a:cubicBezTo>
                      <a:pt x="268" y="710"/>
                      <a:pt x="268" y="710"/>
                      <a:pt x="268" y="710"/>
                    </a:cubicBezTo>
                    <a:cubicBezTo>
                      <a:pt x="269" y="710"/>
                      <a:pt x="269" y="710"/>
                      <a:pt x="269" y="710"/>
                    </a:cubicBezTo>
                    <a:cubicBezTo>
                      <a:pt x="269" y="710"/>
                      <a:pt x="269" y="710"/>
                      <a:pt x="269" y="710"/>
                    </a:cubicBezTo>
                    <a:cubicBezTo>
                      <a:pt x="271" y="710"/>
                      <a:pt x="271" y="710"/>
                      <a:pt x="271" y="710"/>
                    </a:cubicBezTo>
                    <a:cubicBezTo>
                      <a:pt x="271" y="710"/>
                      <a:pt x="271" y="710"/>
                      <a:pt x="271" y="710"/>
                    </a:cubicBezTo>
                    <a:cubicBezTo>
                      <a:pt x="272" y="709"/>
                      <a:pt x="272" y="709"/>
                      <a:pt x="272" y="709"/>
                    </a:cubicBezTo>
                    <a:cubicBezTo>
                      <a:pt x="272" y="709"/>
                      <a:pt x="272" y="709"/>
                      <a:pt x="272" y="709"/>
                    </a:cubicBezTo>
                    <a:cubicBezTo>
                      <a:pt x="273" y="709"/>
                      <a:pt x="273" y="709"/>
                      <a:pt x="273" y="709"/>
                    </a:cubicBezTo>
                    <a:cubicBezTo>
                      <a:pt x="273" y="709"/>
                      <a:pt x="273" y="709"/>
                      <a:pt x="273" y="709"/>
                    </a:cubicBezTo>
                    <a:cubicBezTo>
                      <a:pt x="274" y="708"/>
                      <a:pt x="274" y="708"/>
                      <a:pt x="274" y="708"/>
                    </a:cubicBezTo>
                    <a:cubicBezTo>
                      <a:pt x="274" y="708"/>
                      <a:pt x="274" y="708"/>
                      <a:pt x="274" y="708"/>
                    </a:cubicBezTo>
                    <a:cubicBezTo>
                      <a:pt x="275" y="708"/>
                      <a:pt x="275" y="708"/>
                      <a:pt x="275" y="708"/>
                    </a:cubicBezTo>
                    <a:cubicBezTo>
                      <a:pt x="275" y="708"/>
                      <a:pt x="275" y="708"/>
                      <a:pt x="275" y="708"/>
                    </a:cubicBezTo>
                    <a:cubicBezTo>
                      <a:pt x="277" y="707"/>
                      <a:pt x="277" y="707"/>
                      <a:pt x="277" y="707"/>
                    </a:cubicBezTo>
                    <a:cubicBezTo>
                      <a:pt x="277" y="707"/>
                      <a:pt x="277" y="707"/>
                      <a:pt x="277" y="707"/>
                    </a:cubicBezTo>
                    <a:cubicBezTo>
                      <a:pt x="278" y="706"/>
                      <a:pt x="278" y="706"/>
                      <a:pt x="278" y="706"/>
                    </a:cubicBezTo>
                    <a:cubicBezTo>
                      <a:pt x="278" y="706"/>
                      <a:pt x="278" y="706"/>
                      <a:pt x="278" y="706"/>
                    </a:cubicBezTo>
                    <a:cubicBezTo>
                      <a:pt x="279" y="705"/>
                      <a:pt x="279" y="705"/>
                      <a:pt x="279" y="705"/>
                    </a:cubicBezTo>
                    <a:cubicBezTo>
                      <a:pt x="279" y="705"/>
                      <a:pt x="279" y="705"/>
                      <a:pt x="279" y="705"/>
                    </a:cubicBezTo>
                    <a:cubicBezTo>
                      <a:pt x="280" y="704"/>
                      <a:pt x="280" y="704"/>
                      <a:pt x="280" y="704"/>
                    </a:cubicBezTo>
                    <a:cubicBezTo>
                      <a:pt x="280" y="704"/>
                      <a:pt x="280" y="704"/>
                      <a:pt x="280" y="704"/>
                    </a:cubicBezTo>
                    <a:cubicBezTo>
                      <a:pt x="281" y="703"/>
                      <a:pt x="281" y="703"/>
                      <a:pt x="281" y="703"/>
                    </a:cubicBezTo>
                    <a:cubicBezTo>
                      <a:pt x="281" y="703"/>
                      <a:pt x="281" y="703"/>
                      <a:pt x="281" y="703"/>
                    </a:cubicBezTo>
                    <a:cubicBezTo>
                      <a:pt x="282" y="701"/>
                      <a:pt x="282" y="701"/>
                      <a:pt x="282" y="701"/>
                    </a:cubicBezTo>
                    <a:cubicBezTo>
                      <a:pt x="282" y="701"/>
                      <a:pt x="282" y="701"/>
                      <a:pt x="282" y="701"/>
                    </a:cubicBezTo>
                    <a:cubicBezTo>
                      <a:pt x="283" y="700"/>
                      <a:pt x="283" y="700"/>
                      <a:pt x="283" y="700"/>
                    </a:cubicBezTo>
                    <a:cubicBezTo>
                      <a:pt x="283" y="700"/>
                      <a:pt x="283" y="700"/>
                      <a:pt x="283" y="700"/>
                    </a:cubicBezTo>
                    <a:cubicBezTo>
                      <a:pt x="284" y="701"/>
                      <a:pt x="284" y="701"/>
                      <a:pt x="284" y="701"/>
                    </a:cubicBezTo>
                    <a:cubicBezTo>
                      <a:pt x="284" y="701"/>
                      <a:pt x="284" y="701"/>
                      <a:pt x="284" y="701"/>
                    </a:cubicBezTo>
                    <a:cubicBezTo>
                      <a:pt x="283" y="703"/>
                      <a:pt x="283" y="703"/>
                      <a:pt x="283" y="703"/>
                    </a:cubicBezTo>
                    <a:cubicBezTo>
                      <a:pt x="283" y="703"/>
                      <a:pt x="283" y="703"/>
                      <a:pt x="283" y="703"/>
                    </a:cubicBezTo>
                    <a:cubicBezTo>
                      <a:pt x="282" y="704"/>
                      <a:pt x="282" y="704"/>
                      <a:pt x="282" y="704"/>
                    </a:cubicBezTo>
                    <a:cubicBezTo>
                      <a:pt x="282" y="704"/>
                      <a:pt x="282" y="704"/>
                      <a:pt x="282" y="704"/>
                    </a:cubicBezTo>
                    <a:cubicBezTo>
                      <a:pt x="280" y="706"/>
                      <a:pt x="280" y="706"/>
                      <a:pt x="280" y="706"/>
                    </a:cubicBezTo>
                    <a:cubicBezTo>
                      <a:pt x="280" y="706"/>
                      <a:pt x="280" y="706"/>
                      <a:pt x="280" y="706"/>
                    </a:cubicBezTo>
                    <a:cubicBezTo>
                      <a:pt x="279" y="707"/>
                      <a:pt x="279" y="707"/>
                      <a:pt x="279" y="707"/>
                    </a:cubicBezTo>
                    <a:cubicBezTo>
                      <a:pt x="279" y="707"/>
                      <a:pt x="279" y="707"/>
                      <a:pt x="279" y="707"/>
                    </a:cubicBezTo>
                    <a:cubicBezTo>
                      <a:pt x="277" y="709"/>
                      <a:pt x="277" y="709"/>
                      <a:pt x="277" y="709"/>
                    </a:cubicBezTo>
                    <a:cubicBezTo>
                      <a:pt x="277" y="709"/>
                      <a:pt x="277" y="709"/>
                      <a:pt x="277" y="709"/>
                    </a:cubicBezTo>
                    <a:cubicBezTo>
                      <a:pt x="276" y="711"/>
                      <a:pt x="276" y="711"/>
                      <a:pt x="276" y="711"/>
                    </a:cubicBezTo>
                    <a:cubicBezTo>
                      <a:pt x="276" y="711"/>
                      <a:pt x="276" y="711"/>
                      <a:pt x="276" y="711"/>
                    </a:cubicBezTo>
                    <a:cubicBezTo>
                      <a:pt x="274" y="713"/>
                      <a:pt x="274" y="713"/>
                      <a:pt x="274" y="713"/>
                    </a:cubicBezTo>
                    <a:cubicBezTo>
                      <a:pt x="274" y="713"/>
                      <a:pt x="274" y="713"/>
                      <a:pt x="274" y="713"/>
                    </a:cubicBezTo>
                    <a:cubicBezTo>
                      <a:pt x="274" y="715"/>
                      <a:pt x="274" y="715"/>
                      <a:pt x="274" y="715"/>
                    </a:cubicBezTo>
                    <a:cubicBezTo>
                      <a:pt x="274" y="715"/>
                      <a:pt x="274" y="715"/>
                      <a:pt x="274" y="715"/>
                    </a:cubicBezTo>
                    <a:cubicBezTo>
                      <a:pt x="273" y="715"/>
                      <a:pt x="273" y="715"/>
                      <a:pt x="273" y="715"/>
                    </a:cubicBezTo>
                    <a:cubicBezTo>
                      <a:pt x="273" y="715"/>
                      <a:pt x="273" y="715"/>
                      <a:pt x="273" y="715"/>
                    </a:cubicBezTo>
                    <a:cubicBezTo>
                      <a:pt x="273" y="715"/>
                      <a:pt x="273" y="715"/>
                      <a:pt x="273" y="715"/>
                    </a:cubicBezTo>
                    <a:cubicBezTo>
                      <a:pt x="273" y="715"/>
                      <a:pt x="273" y="715"/>
                      <a:pt x="273" y="715"/>
                    </a:cubicBezTo>
                    <a:cubicBezTo>
                      <a:pt x="272" y="715"/>
                      <a:pt x="272" y="715"/>
                      <a:pt x="272" y="715"/>
                    </a:cubicBezTo>
                    <a:cubicBezTo>
                      <a:pt x="272" y="715"/>
                      <a:pt x="272" y="715"/>
                      <a:pt x="272" y="715"/>
                    </a:cubicBezTo>
                    <a:cubicBezTo>
                      <a:pt x="272" y="715"/>
                      <a:pt x="272" y="715"/>
                      <a:pt x="272" y="715"/>
                    </a:cubicBezTo>
                    <a:cubicBezTo>
                      <a:pt x="272" y="715"/>
                      <a:pt x="272" y="715"/>
                      <a:pt x="272" y="715"/>
                    </a:cubicBezTo>
                    <a:cubicBezTo>
                      <a:pt x="271" y="715"/>
                      <a:pt x="271" y="715"/>
                      <a:pt x="271" y="715"/>
                    </a:cubicBezTo>
                    <a:cubicBezTo>
                      <a:pt x="271" y="715"/>
                      <a:pt x="271" y="715"/>
                      <a:pt x="271" y="715"/>
                    </a:cubicBezTo>
                    <a:cubicBezTo>
                      <a:pt x="271" y="716"/>
                      <a:pt x="271" y="716"/>
                      <a:pt x="271" y="716"/>
                    </a:cubicBezTo>
                    <a:cubicBezTo>
                      <a:pt x="271" y="716"/>
                      <a:pt x="271" y="716"/>
                      <a:pt x="271" y="716"/>
                    </a:cubicBezTo>
                    <a:cubicBezTo>
                      <a:pt x="270" y="716"/>
                      <a:pt x="270" y="716"/>
                      <a:pt x="270" y="716"/>
                    </a:cubicBezTo>
                    <a:cubicBezTo>
                      <a:pt x="270" y="716"/>
                      <a:pt x="270" y="716"/>
                      <a:pt x="270" y="716"/>
                    </a:cubicBezTo>
                    <a:cubicBezTo>
                      <a:pt x="270" y="716"/>
                      <a:pt x="270" y="716"/>
                      <a:pt x="270" y="716"/>
                    </a:cubicBezTo>
                    <a:close/>
                    <a:moveTo>
                      <a:pt x="562" y="715"/>
                    </a:moveTo>
                    <a:cubicBezTo>
                      <a:pt x="562" y="715"/>
                      <a:pt x="562" y="715"/>
                      <a:pt x="562" y="715"/>
                    </a:cubicBezTo>
                    <a:cubicBezTo>
                      <a:pt x="562" y="715"/>
                      <a:pt x="562" y="715"/>
                      <a:pt x="562" y="715"/>
                    </a:cubicBezTo>
                    <a:cubicBezTo>
                      <a:pt x="561" y="714"/>
                      <a:pt x="561" y="714"/>
                      <a:pt x="561" y="714"/>
                    </a:cubicBezTo>
                    <a:cubicBezTo>
                      <a:pt x="561" y="714"/>
                      <a:pt x="561" y="714"/>
                      <a:pt x="561" y="714"/>
                    </a:cubicBezTo>
                    <a:cubicBezTo>
                      <a:pt x="560" y="714"/>
                      <a:pt x="560" y="714"/>
                      <a:pt x="560" y="714"/>
                    </a:cubicBezTo>
                    <a:cubicBezTo>
                      <a:pt x="560" y="714"/>
                      <a:pt x="560" y="714"/>
                      <a:pt x="560" y="714"/>
                    </a:cubicBezTo>
                    <a:cubicBezTo>
                      <a:pt x="560" y="714"/>
                      <a:pt x="560" y="714"/>
                      <a:pt x="560" y="714"/>
                    </a:cubicBezTo>
                    <a:cubicBezTo>
                      <a:pt x="560" y="714"/>
                      <a:pt x="560" y="714"/>
                      <a:pt x="560" y="714"/>
                    </a:cubicBezTo>
                    <a:cubicBezTo>
                      <a:pt x="559" y="713"/>
                      <a:pt x="559" y="713"/>
                      <a:pt x="559" y="713"/>
                    </a:cubicBezTo>
                    <a:cubicBezTo>
                      <a:pt x="559" y="713"/>
                      <a:pt x="559" y="713"/>
                      <a:pt x="559" y="713"/>
                    </a:cubicBezTo>
                    <a:cubicBezTo>
                      <a:pt x="559" y="713"/>
                      <a:pt x="559" y="713"/>
                      <a:pt x="559" y="713"/>
                    </a:cubicBezTo>
                    <a:cubicBezTo>
                      <a:pt x="559" y="713"/>
                      <a:pt x="559" y="713"/>
                      <a:pt x="559" y="713"/>
                    </a:cubicBezTo>
                    <a:cubicBezTo>
                      <a:pt x="558" y="713"/>
                      <a:pt x="558" y="713"/>
                      <a:pt x="558" y="713"/>
                    </a:cubicBezTo>
                    <a:cubicBezTo>
                      <a:pt x="558" y="713"/>
                      <a:pt x="558" y="713"/>
                      <a:pt x="558" y="713"/>
                    </a:cubicBezTo>
                    <a:cubicBezTo>
                      <a:pt x="557" y="713"/>
                      <a:pt x="557" y="713"/>
                      <a:pt x="557" y="713"/>
                    </a:cubicBezTo>
                    <a:cubicBezTo>
                      <a:pt x="557" y="713"/>
                      <a:pt x="557" y="713"/>
                      <a:pt x="557" y="713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8" y="698"/>
                      <a:pt x="558" y="698"/>
                      <a:pt x="558" y="698"/>
                    </a:cubicBezTo>
                    <a:cubicBezTo>
                      <a:pt x="558" y="698"/>
                      <a:pt x="558" y="698"/>
                      <a:pt x="558" y="698"/>
                    </a:cubicBezTo>
                    <a:cubicBezTo>
                      <a:pt x="558" y="698"/>
                      <a:pt x="558" y="698"/>
                      <a:pt x="558" y="698"/>
                    </a:cubicBezTo>
                    <a:cubicBezTo>
                      <a:pt x="558" y="698"/>
                      <a:pt x="558" y="698"/>
                      <a:pt x="558" y="698"/>
                    </a:cubicBezTo>
                    <a:cubicBezTo>
                      <a:pt x="558" y="698"/>
                      <a:pt x="558" y="698"/>
                      <a:pt x="558" y="698"/>
                    </a:cubicBezTo>
                    <a:cubicBezTo>
                      <a:pt x="558" y="698"/>
                      <a:pt x="558" y="698"/>
                      <a:pt x="558" y="698"/>
                    </a:cubicBezTo>
                    <a:cubicBezTo>
                      <a:pt x="559" y="698"/>
                      <a:pt x="559" y="698"/>
                      <a:pt x="559" y="698"/>
                    </a:cubicBezTo>
                    <a:cubicBezTo>
                      <a:pt x="559" y="698"/>
                      <a:pt x="559" y="698"/>
                      <a:pt x="559" y="698"/>
                    </a:cubicBezTo>
                    <a:cubicBezTo>
                      <a:pt x="559" y="700"/>
                      <a:pt x="559" y="700"/>
                      <a:pt x="559" y="700"/>
                    </a:cubicBezTo>
                    <a:cubicBezTo>
                      <a:pt x="559" y="700"/>
                      <a:pt x="559" y="700"/>
                      <a:pt x="559" y="700"/>
                    </a:cubicBezTo>
                    <a:cubicBezTo>
                      <a:pt x="561" y="702"/>
                      <a:pt x="561" y="702"/>
                      <a:pt x="561" y="702"/>
                    </a:cubicBezTo>
                    <a:cubicBezTo>
                      <a:pt x="561" y="702"/>
                      <a:pt x="561" y="702"/>
                      <a:pt x="561" y="702"/>
                    </a:cubicBezTo>
                    <a:cubicBezTo>
                      <a:pt x="562" y="704"/>
                      <a:pt x="562" y="704"/>
                      <a:pt x="562" y="704"/>
                    </a:cubicBezTo>
                    <a:cubicBezTo>
                      <a:pt x="562" y="704"/>
                      <a:pt x="562" y="704"/>
                      <a:pt x="562" y="704"/>
                    </a:cubicBezTo>
                    <a:cubicBezTo>
                      <a:pt x="563" y="706"/>
                      <a:pt x="563" y="706"/>
                      <a:pt x="563" y="706"/>
                    </a:cubicBezTo>
                    <a:cubicBezTo>
                      <a:pt x="563" y="706"/>
                      <a:pt x="563" y="706"/>
                      <a:pt x="563" y="706"/>
                    </a:cubicBezTo>
                    <a:cubicBezTo>
                      <a:pt x="564" y="708"/>
                      <a:pt x="564" y="708"/>
                      <a:pt x="564" y="708"/>
                    </a:cubicBezTo>
                    <a:cubicBezTo>
                      <a:pt x="564" y="708"/>
                      <a:pt x="564" y="708"/>
                      <a:pt x="564" y="708"/>
                    </a:cubicBezTo>
                    <a:cubicBezTo>
                      <a:pt x="565" y="710"/>
                      <a:pt x="565" y="710"/>
                      <a:pt x="565" y="710"/>
                    </a:cubicBezTo>
                    <a:cubicBezTo>
                      <a:pt x="565" y="710"/>
                      <a:pt x="565" y="710"/>
                      <a:pt x="565" y="710"/>
                    </a:cubicBezTo>
                    <a:cubicBezTo>
                      <a:pt x="565" y="712"/>
                      <a:pt x="565" y="712"/>
                      <a:pt x="565" y="712"/>
                    </a:cubicBezTo>
                    <a:cubicBezTo>
                      <a:pt x="565" y="712"/>
                      <a:pt x="565" y="712"/>
                      <a:pt x="565" y="712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3" y="714"/>
                      <a:pt x="563" y="714"/>
                      <a:pt x="563" y="714"/>
                    </a:cubicBezTo>
                    <a:cubicBezTo>
                      <a:pt x="563" y="714"/>
                      <a:pt x="563" y="714"/>
                      <a:pt x="563" y="714"/>
                    </a:cubicBezTo>
                    <a:cubicBezTo>
                      <a:pt x="563" y="715"/>
                      <a:pt x="563" y="715"/>
                      <a:pt x="563" y="715"/>
                    </a:cubicBezTo>
                    <a:cubicBezTo>
                      <a:pt x="563" y="715"/>
                      <a:pt x="563" y="715"/>
                      <a:pt x="563" y="715"/>
                    </a:cubicBezTo>
                    <a:cubicBezTo>
                      <a:pt x="563" y="715"/>
                      <a:pt x="563" y="715"/>
                      <a:pt x="563" y="715"/>
                    </a:cubicBezTo>
                    <a:cubicBezTo>
                      <a:pt x="563" y="715"/>
                      <a:pt x="563" y="715"/>
                      <a:pt x="563" y="715"/>
                    </a:cubicBezTo>
                    <a:cubicBezTo>
                      <a:pt x="562" y="715"/>
                      <a:pt x="562" y="715"/>
                      <a:pt x="562" y="715"/>
                    </a:cubicBezTo>
                    <a:close/>
                    <a:moveTo>
                      <a:pt x="304" y="713"/>
                    </a:moveTo>
                    <a:cubicBezTo>
                      <a:pt x="302" y="712"/>
                      <a:pt x="302" y="712"/>
                      <a:pt x="302" y="712"/>
                    </a:cubicBezTo>
                    <a:cubicBezTo>
                      <a:pt x="302" y="712"/>
                      <a:pt x="302" y="712"/>
                      <a:pt x="302" y="712"/>
                    </a:cubicBezTo>
                    <a:cubicBezTo>
                      <a:pt x="301" y="711"/>
                      <a:pt x="301" y="711"/>
                      <a:pt x="301" y="711"/>
                    </a:cubicBezTo>
                    <a:cubicBezTo>
                      <a:pt x="301" y="711"/>
                      <a:pt x="301" y="711"/>
                      <a:pt x="301" y="711"/>
                    </a:cubicBezTo>
                    <a:cubicBezTo>
                      <a:pt x="300" y="710"/>
                      <a:pt x="300" y="710"/>
                      <a:pt x="300" y="710"/>
                    </a:cubicBezTo>
                    <a:cubicBezTo>
                      <a:pt x="300" y="710"/>
                      <a:pt x="300" y="710"/>
                      <a:pt x="300" y="710"/>
                    </a:cubicBezTo>
                    <a:cubicBezTo>
                      <a:pt x="298" y="708"/>
                      <a:pt x="298" y="708"/>
                      <a:pt x="298" y="708"/>
                    </a:cubicBezTo>
                    <a:cubicBezTo>
                      <a:pt x="298" y="708"/>
                      <a:pt x="298" y="708"/>
                      <a:pt x="298" y="708"/>
                    </a:cubicBezTo>
                    <a:cubicBezTo>
                      <a:pt x="296" y="708"/>
                      <a:pt x="296" y="708"/>
                      <a:pt x="296" y="708"/>
                    </a:cubicBezTo>
                    <a:cubicBezTo>
                      <a:pt x="296" y="708"/>
                      <a:pt x="296" y="708"/>
                      <a:pt x="296" y="708"/>
                    </a:cubicBezTo>
                    <a:cubicBezTo>
                      <a:pt x="294" y="707"/>
                      <a:pt x="294" y="707"/>
                      <a:pt x="294" y="707"/>
                    </a:cubicBezTo>
                    <a:cubicBezTo>
                      <a:pt x="294" y="707"/>
                      <a:pt x="294" y="707"/>
                      <a:pt x="294" y="707"/>
                    </a:cubicBezTo>
                    <a:cubicBezTo>
                      <a:pt x="292" y="706"/>
                      <a:pt x="292" y="706"/>
                      <a:pt x="292" y="706"/>
                    </a:cubicBezTo>
                    <a:cubicBezTo>
                      <a:pt x="292" y="706"/>
                      <a:pt x="292" y="706"/>
                      <a:pt x="292" y="706"/>
                    </a:cubicBezTo>
                    <a:cubicBezTo>
                      <a:pt x="291" y="706"/>
                      <a:pt x="291" y="706"/>
                      <a:pt x="291" y="706"/>
                    </a:cubicBezTo>
                    <a:cubicBezTo>
                      <a:pt x="291" y="706"/>
                      <a:pt x="291" y="706"/>
                      <a:pt x="291" y="706"/>
                    </a:cubicBezTo>
                    <a:cubicBezTo>
                      <a:pt x="291" y="705"/>
                      <a:pt x="291" y="705"/>
                      <a:pt x="291" y="705"/>
                    </a:cubicBezTo>
                    <a:cubicBezTo>
                      <a:pt x="291" y="705"/>
                      <a:pt x="291" y="705"/>
                      <a:pt x="291" y="705"/>
                    </a:cubicBezTo>
                    <a:cubicBezTo>
                      <a:pt x="292" y="705"/>
                      <a:pt x="292" y="705"/>
                      <a:pt x="292" y="705"/>
                    </a:cubicBezTo>
                    <a:cubicBezTo>
                      <a:pt x="292" y="705"/>
                      <a:pt x="292" y="705"/>
                      <a:pt x="292" y="705"/>
                    </a:cubicBezTo>
                    <a:cubicBezTo>
                      <a:pt x="293" y="705"/>
                      <a:pt x="293" y="705"/>
                      <a:pt x="293" y="705"/>
                    </a:cubicBezTo>
                    <a:cubicBezTo>
                      <a:pt x="293" y="705"/>
                      <a:pt x="293" y="705"/>
                      <a:pt x="293" y="705"/>
                    </a:cubicBezTo>
                    <a:cubicBezTo>
                      <a:pt x="293" y="705"/>
                      <a:pt x="293" y="705"/>
                      <a:pt x="293" y="705"/>
                    </a:cubicBezTo>
                    <a:cubicBezTo>
                      <a:pt x="293" y="705"/>
                      <a:pt x="293" y="705"/>
                      <a:pt x="293" y="705"/>
                    </a:cubicBezTo>
                    <a:cubicBezTo>
                      <a:pt x="295" y="705"/>
                      <a:pt x="295" y="705"/>
                      <a:pt x="295" y="705"/>
                    </a:cubicBezTo>
                    <a:cubicBezTo>
                      <a:pt x="295" y="705"/>
                      <a:pt x="295" y="705"/>
                      <a:pt x="295" y="705"/>
                    </a:cubicBezTo>
                    <a:cubicBezTo>
                      <a:pt x="296" y="705"/>
                      <a:pt x="296" y="705"/>
                      <a:pt x="296" y="705"/>
                    </a:cubicBezTo>
                    <a:cubicBezTo>
                      <a:pt x="296" y="705"/>
                      <a:pt x="296" y="705"/>
                      <a:pt x="296" y="705"/>
                    </a:cubicBezTo>
                    <a:cubicBezTo>
                      <a:pt x="297" y="705"/>
                      <a:pt x="297" y="705"/>
                      <a:pt x="297" y="705"/>
                    </a:cubicBezTo>
                    <a:cubicBezTo>
                      <a:pt x="297" y="705"/>
                      <a:pt x="297" y="705"/>
                      <a:pt x="297" y="705"/>
                    </a:cubicBezTo>
                    <a:cubicBezTo>
                      <a:pt x="298" y="705"/>
                      <a:pt x="298" y="705"/>
                      <a:pt x="298" y="705"/>
                    </a:cubicBezTo>
                    <a:cubicBezTo>
                      <a:pt x="298" y="705"/>
                      <a:pt x="298" y="705"/>
                      <a:pt x="298" y="705"/>
                    </a:cubicBezTo>
                    <a:cubicBezTo>
                      <a:pt x="299" y="705"/>
                      <a:pt x="299" y="705"/>
                      <a:pt x="299" y="705"/>
                    </a:cubicBezTo>
                    <a:cubicBezTo>
                      <a:pt x="299" y="705"/>
                      <a:pt x="299" y="705"/>
                      <a:pt x="299" y="705"/>
                    </a:cubicBezTo>
                    <a:cubicBezTo>
                      <a:pt x="300" y="704"/>
                      <a:pt x="300" y="704"/>
                      <a:pt x="300" y="704"/>
                    </a:cubicBezTo>
                    <a:cubicBezTo>
                      <a:pt x="300" y="704"/>
                      <a:pt x="300" y="704"/>
                      <a:pt x="300" y="704"/>
                    </a:cubicBezTo>
                    <a:cubicBezTo>
                      <a:pt x="300" y="684"/>
                      <a:pt x="300" y="684"/>
                      <a:pt x="300" y="684"/>
                    </a:cubicBezTo>
                    <a:cubicBezTo>
                      <a:pt x="300" y="684"/>
                      <a:pt x="300" y="684"/>
                      <a:pt x="300" y="684"/>
                    </a:cubicBezTo>
                    <a:cubicBezTo>
                      <a:pt x="300" y="684"/>
                      <a:pt x="300" y="684"/>
                      <a:pt x="300" y="684"/>
                    </a:cubicBezTo>
                    <a:cubicBezTo>
                      <a:pt x="300" y="684"/>
                      <a:pt x="300" y="684"/>
                      <a:pt x="300" y="684"/>
                    </a:cubicBezTo>
                    <a:cubicBezTo>
                      <a:pt x="300" y="684"/>
                      <a:pt x="300" y="684"/>
                      <a:pt x="300" y="684"/>
                    </a:cubicBezTo>
                    <a:cubicBezTo>
                      <a:pt x="300" y="684"/>
                      <a:pt x="300" y="684"/>
                      <a:pt x="300" y="684"/>
                    </a:cubicBezTo>
                    <a:cubicBezTo>
                      <a:pt x="299" y="684"/>
                      <a:pt x="299" y="684"/>
                      <a:pt x="299" y="684"/>
                    </a:cubicBezTo>
                    <a:cubicBezTo>
                      <a:pt x="299" y="684"/>
                      <a:pt x="299" y="684"/>
                      <a:pt x="299" y="684"/>
                    </a:cubicBezTo>
                    <a:cubicBezTo>
                      <a:pt x="299" y="684"/>
                      <a:pt x="299" y="684"/>
                      <a:pt x="299" y="684"/>
                    </a:cubicBezTo>
                    <a:cubicBezTo>
                      <a:pt x="299" y="684"/>
                      <a:pt x="299" y="684"/>
                      <a:pt x="299" y="684"/>
                    </a:cubicBezTo>
                    <a:cubicBezTo>
                      <a:pt x="298" y="684"/>
                      <a:pt x="298" y="684"/>
                      <a:pt x="298" y="684"/>
                    </a:cubicBezTo>
                    <a:cubicBezTo>
                      <a:pt x="298" y="684"/>
                      <a:pt x="298" y="684"/>
                      <a:pt x="298" y="684"/>
                    </a:cubicBezTo>
                    <a:cubicBezTo>
                      <a:pt x="298" y="683"/>
                      <a:pt x="298" y="683"/>
                      <a:pt x="298" y="683"/>
                    </a:cubicBezTo>
                    <a:cubicBezTo>
                      <a:pt x="298" y="683"/>
                      <a:pt x="298" y="683"/>
                      <a:pt x="298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2"/>
                      <a:pt x="297" y="682"/>
                      <a:pt x="297" y="682"/>
                    </a:cubicBezTo>
                    <a:cubicBezTo>
                      <a:pt x="297" y="682"/>
                      <a:pt x="297" y="682"/>
                      <a:pt x="297" y="682"/>
                    </a:cubicBezTo>
                    <a:cubicBezTo>
                      <a:pt x="296" y="682"/>
                      <a:pt x="296" y="682"/>
                      <a:pt x="296" y="682"/>
                    </a:cubicBezTo>
                    <a:cubicBezTo>
                      <a:pt x="296" y="682"/>
                      <a:pt x="296" y="682"/>
                      <a:pt x="296" y="682"/>
                    </a:cubicBezTo>
                    <a:cubicBezTo>
                      <a:pt x="296" y="682"/>
                      <a:pt x="296" y="682"/>
                      <a:pt x="296" y="682"/>
                    </a:cubicBezTo>
                    <a:cubicBezTo>
                      <a:pt x="296" y="682"/>
                      <a:pt x="296" y="682"/>
                      <a:pt x="296" y="682"/>
                    </a:cubicBezTo>
                    <a:cubicBezTo>
                      <a:pt x="296" y="682"/>
                      <a:pt x="296" y="682"/>
                      <a:pt x="296" y="682"/>
                    </a:cubicBezTo>
                    <a:cubicBezTo>
                      <a:pt x="296" y="682"/>
                      <a:pt x="296" y="682"/>
                      <a:pt x="296" y="682"/>
                    </a:cubicBezTo>
                    <a:cubicBezTo>
                      <a:pt x="296" y="681"/>
                      <a:pt x="296" y="681"/>
                      <a:pt x="296" y="681"/>
                    </a:cubicBezTo>
                    <a:cubicBezTo>
                      <a:pt x="296" y="681"/>
                      <a:pt x="296" y="681"/>
                      <a:pt x="296" y="681"/>
                    </a:cubicBezTo>
                    <a:cubicBezTo>
                      <a:pt x="296" y="681"/>
                      <a:pt x="296" y="681"/>
                      <a:pt x="296" y="681"/>
                    </a:cubicBezTo>
                    <a:cubicBezTo>
                      <a:pt x="296" y="681"/>
                      <a:pt x="296" y="681"/>
                      <a:pt x="296" y="681"/>
                    </a:cubicBezTo>
                    <a:cubicBezTo>
                      <a:pt x="297" y="681"/>
                      <a:pt x="297" y="681"/>
                      <a:pt x="297" y="681"/>
                    </a:cubicBezTo>
                    <a:cubicBezTo>
                      <a:pt x="297" y="681"/>
                      <a:pt x="297" y="681"/>
                      <a:pt x="297" y="681"/>
                    </a:cubicBezTo>
                    <a:cubicBezTo>
                      <a:pt x="297" y="681"/>
                      <a:pt x="297" y="681"/>
                      <a:pt x="297" y="681"/>
                    </a:cubicBezTo>
                    <a:cubicBezTo>
                      <a:pt x="297" y="681"/>
                      <a:pt x="297" y="681"/>
                      <a:pt x="297" y="681"/>
                    </a:cubicBezTo>
                    <a:cubicBezTo>
                      <a:pt x="298" y="680"/>
                      <a:pt x="298" y="680"/>
                      <a:pt x="298" y="680"/>
                    </a:cubicBezTo>
                    <a:cubicBezTo>
                      <a:pt x="298" y="680"/>
                      <a:pt x="298" y="680"/>
                      <a:pt x="298" y="680"/>
                    </a:cubicBezTo>
                    <a:cubicBezTo>
                      <a:pt x="299" y="680"/>
                      <a:pt x="299" y="680"/>
                      <a:pt x="299" y="680"/>
                    </a:cubicBezTo>
                    <a:cubicBezTo>
                      <a:pt x="299" y="680"/>
                      <a:pt x="299" y="680"/>
                      <a:pt x="299" y="680"/>
                    </a:cubicBezTo>
                    <a:cubicBezTo>
                      <a:pt x="299" y="680"/>
                      <a:pt x="299" y="680"/>
                      <a:pt x="299" y="680"/>
                    </a:cubicBezTo>
                    <a:cubicBezTo>
                      <a:pt x="299" y="680"/>
                      <a:pt x="299" y="680"/>
                      <a:pt x="299" y="680"/>
                    </a:cubicBezTo>
                    <a:cubicBezTo>
                      <a:pt x="300" y="679"/>
                      <a:pt x="300" y="679"/>
                      <a:pt x="300" y="679"/>
                    </a:cubicBezTo>
                    <a:cubicBezTo>
                      <a:pt x="300" y="679"/>
                      <a:pt x="300" y="679"/>
                      <a:pt x="300" y="679"/>
                    </a:cubicBezTo>
                    <a:cubicBezTo>
                      <a:pt x="301" y="679"/>
                      <a:pt x="301" y="679"/>
                      <a:pt x="301" y="679"/>
                    </a:cubicBezTo>
                    <a:cubicBezTo>
                      <a:pt x="301" y="679"/>
                      <a:pt x="301" y="679"/>
                      <a:pt x="301" y="679"/>
                    </a:cubicBezTo>
                    <a:cubicBezTo>
                      <a:pt x="302" y="669"/>
                      <a:pt x="302" y="669"/>
                      <a:pt x="302" y="669"/>
                    </a:cubicBezTo>
                    <a:cubicBezTo>
                      <a:pt x="302" y="669"/>
                      <a:pt x="302" y="669"/>
                      <a:pt x="302" y="669"/>
                    </a:cubicBezTo>
                    <a:cubicBezTo>
                      <a:pt x="300" y="669"/>
                      <a:pt x="300" y="669"/>
                      <a:pt x="300" y="669"/>
                    </a:cubicBezTo>
                    <a:cubicBezTo>
                      <a:pt x="300" y="669"/>
                      <a:pt x="300" y="669"/>
                      <a:pt x="300" y="669"/>
                    </a:cubicBezTo>
                    <a:cubicBezTo>
                      <a:pt x="300" y="669"/>
                      <a:pt x="300" y="669"/>
                      <a:pt x="300" y="669"/>
                    </a:cubicBezTo>
                    <a:cubicBezTo>
                      <a:pt x="300" y="669"/>
                      <a:pt x="300" y="669"/>
                      <a:pt x="300" y="669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7"/>
                      <a:pt x="300" y="667"/>
                      <a:pt x="300" y="667"/>
                    </a:cubicBezTo>
                    <a:cubicBezTo>
                      <a:pt x="300" y="667"/>
                      <a:pt x="300" y="667"/>
                      <a:pt x="300" y="667"/>
                    </a:cubicBezTo>
                    <a:cubicBezTo>
                      <a:pt x="300" y="667"/>
                      <a:pt x="300" y="667"/>
                      <a:pt x="300" y="667"/>
                    </a:cubicBezTo>
                    <a:cubicBezTo>
                      <a:pt x="300" y="667"/>
                      <a:pt x="300" y="667"/>
                      <a:pt x="300" y="667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2" y="665"/>
                      <a:pt x="302" y="665"/>
                      <a:pt x="302" y="665"/>
                    </a:cubicBezTo>
                    <a:cubicBezTo>
                      <a:pt x="302" y="665"/>
                      <a:pt x="302" y="665"/>
                      <a:pt x="302" y="665"/>
                    </a:cubicBezTo>
                    <a:cubicBezTo>
                      <a:pt x="302" y="665"/>
                      <a:pt x="302" y="665"/>
                      <a:pt x="302" y="665"/>
                    </a:cubicBezTo>
                    <a:cubicBezTo>
                      <a:pt x="302" y="665"/>
                      <a:pt x="302" y="665"/>
                      <a:pt x="302" y="665"/>
                    </a:cubicBezTo>
                    <a:cubicBezTo>
                      <a:pt x="302" y="664"/>
                      <a:pt x="302" y="664"/>
                      <a:pt x="302" y="664"/>
                    </a:cubicBezTo>
                    <a:cubicBezTo>
                      <a:pt x="302" y="664"/>
                      <a:pt x="302" y="664"/>
                      <a:pt x="302" y="664"/>
                    </a:cubicBezTo>
                    <a:cubicBezTo>
                      <a:pt x="302" y="664"/>
                      <a:pt x="302" y="664"/>
                      <a:pt x="302" y="664"/>
                    </a:cubicBezTo>
                    <a:cubicBezTo>
                      <a:pt x="302" y="664"/>
                      <a:pt x="302" y="664"/>
                      <a:pt x="302" y="664"/>
                    </a:cubicBezTo>
                    <a:cubicBezTo>
                      <a:pt x="302" y="663"/>
                      <a:pt x="302" y="663"/>
                      <a:pt x="302" y="663"/>
                    </a:cubicBezTo>
                    <a:cubicBezTo>
                      <a:pt x="302" y="663"/>
                      <a:pt x="302" y="663"/>
                      <a:pt x="302" y="663"/>
                    </a:cubicBezTo>
                    <a:cubicBezTo>
                      <a:pt x="302" y="663"/>
                      <a:pt x="302" y="663"/>
                      <a:pt x="302" y="663"/>
                    </a:cubicBezTo>
                    <a:cubicBezTo>
                      <a:pt x="302" y="663"/>
                      <a:pt x="302" y="663"/>
                      <a:pt x="302" y="663"/>
                    </a:cubicBezTo>
                    <a:cubicBezTo>
                      <a:pt x="302" y="662"/>
                      <a:pt x="302" y="662"/>
                      <a:pt x="302" y="662"/>
                    </a:cubicBezTo>
                    <a:cubicBezTo>
                      <a:pt x="302" y="662"/>
                      <a:pt x="302" y="662"/>
                      <a:pt x="302" y="662"/>
                    </a:cubicBezTo>
                    <a:cubicBezTo>
                      <a:pt x="302" y="661"/>
                      <a:pt x="302" y="661"/>
                      <a:pt x="302" y="661"/>
                    </a:cubicBezTo>
                    <a:cubicBezTo>
                      <a:pt x="302" y="661"/>
                      <a:pt x="302" y="661"/>
                      <a:pt x="302" y="661"/>
                    </a:cubicBezTo>
                    <a:cubicBezTo>
                      <a:pt x="302" y="661"/>
                      <a:pt x="302" y="661"/>
                      <a:pt x="302" y="661"/>
                    </a:cubicBezTo>
                    <a:cubicBezTo>
                      <a:pt x="302" y="661"/>
                      <a:pt x="302" y="661"/>
                      <a:pt x="302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298" y="663"/>
                      <a:pt x="298" y="663"/>
                      <a:pt x="298" y="663"/>
                    </a:cubicBezTo>
                    <a:cubicBezTo>
                      <a:pt x="298" y="663"/>
                      <a:pt x="298" y="663"/>
                      <a:pt x="298" y="663"/>
                    </a:cubicBezTo>
                    <a:cubicBezTo>
                      <a:pt x="296" y="664"/>
                      <a:pt x="296" y="664"/>
                      <a:pt x="296" y="664"/>
                    </a:cubicBezTo>
                    <a:cubicBezTo>
                      <a:pt x="296" y="664"/>
                      <a:pt x="296" y="664"/>
                      <a:pt x="296" y="664"/>
                    </a:cubicBezTo>
                    <a:cubicBezTo>
                      <a:pt x="294" y="667"/>
                      <a:pt x="294" y="667"/>
                      <a:pt x="294" y="667"/>
                    </a:cubicBezTo>
                    <a:cubicBezTo>
                      <a:pt x="294" y="667"/>
                      <a:pt x="294" y="667"/>
                      <a:pt x="294" y="667"/>
                    </a:cubicBezTo>
                    <a:cubicBezTo>
                      <a:pt x="293" y="668"/>
                      <a:pt x="293" y="668"/>
                      <a:pt x="293" y="668"/>
                    </a:cubicBezTo>
                    <a:cubicBezTo>
                      <a:pt x="293" y="668"/>
                      <a:pt x="293" y="668"/>
                      <a:pt x="293" y="668"/>
                    </a:cubicBezTo>
                    <a:cubicBezTo>
                      <a:pt x="292" y="671"/>
                      <a:pt x="292" y="671"/>
                      <a:pt x="292" y="671"/>
                    </a:cubicBezTo>
                    <a:cubicBezTo>
                      <a:pt x="292" y="671"/>
                      <a:pt x="292" y="671"/>
                      <a:pt x="292" y="671"/>
                    </a:cubicBezTo>
                    <a:cubicBezTo>
                      <a:pt x="291" y="673"/>
                      <a:pt x="291" y="673"/>
                      <a:pt x="291" y="673"/>
                    </a:cubicBezTo>
                    <a:cubicBezTo>
                      <a:pt x="291" y="673"/>
                      <a:pt x="291" y="673"/>
                      <a:pt x="291" y="673"/>
                    </a:cubicBezTo>
                    <a:cubicBezTo>
                      <a:pt x="289" y="675"/>
                      <a:pt x="289" y="675"/>
                      <a:pt x="289" y="675"/>
                    </a:cubicBezTo>
                    <a:cubicBezTo>
                      <a:pt x="289" y="675"/>
                      <a:pt x="289" y="675"/>
                      <a:pt x="289" y="675"/>
                    </a:cubicBezTo>
                    <a:cubicBezTo>
                      <a:pt x="287" y="677"/>
                      <a:pt x="287" y="677"/>
                      <a:pt x="287" y="677"/>
                    </a:cubicBezTo>
                    <a:cubicBezTo>
                      <a:pt x="287" y="677"/>
                      <a:pt x="287" y="677"/>
                      <a:pt x="287" y="677"/>
                    </a:cubicBezTo>
                    <a:cubicBezTo>
                      <a:pt x="287" y="677"/>
                      <a:pt x="287" y="677"/>
                      <a:pt x="287" y="677"/>
                    </a:cubicBezTo>
                    <a:cubicBezTo>
                      <a:pt x="287" y="677"/>
                      <a:pt x="287" y="677"/>
                      <a:pt x="287" y="677"/>
                    </a:cubicBezTo>
                    <a:cubicBezTo>
                      <a:pt x="286" y="677"/>
                      <a:pt x="286" y="677"/>
                      <a:pt x="286" y="677"/>
                    </a:cubicBezTo>
                    <a:cubicBezTo>
                      <a:pt x="286" y="677"/>
                      <a:pt x="286" y="677"/>
                      <a:pt x="286" y="677"/>
                    </a:cubicBezTo>
                    <a:cubicBezTo>
                      <a:pt x="286" y="677"/>
                      <a:pt x="286" y="677"/>
                      <a:pt x="286" y="677"/>
                    </a:cubicBezTo>
                    <a:cubicBezTo>
                      <a:pt x="286" y="677"/>
                      <a:pt x="286" y="677"/>
                      <a:pt x="286" y="677"/>
                    </a:cubicBezTo>
                    <a:cubicBezTo>
                      <a:pt x="286" y="677"/>
                      <a:pt x="286" y="677"/>
                      <a:pt x="286" y="677"/>
                    </a:cubicBezTo>
                    <a:cubicBezTo>
                      <a:pt x="286" y="677"/>
                      <a:pt x="286" y="677"/>
                      <a:pt x="286" y="677"/>
                    </a:cubicBezTo>
                    <a:cubicBezTo>
                      <a:pt x="285" y="677"/>
                      <a:pt x="285" y="677"/>
                      <a:pt x="285" y="677"/>
                    </a:cubicBezTo>
                    <a:cubicBezTo>
                      <a:pt x="285" y="677"/>
                      <a:pt x="285" y="677"/>
                      <a:pt x="285" y="677"/>
                    </a:cubicBezTo>
                    <a:cubicBezTo>
                      <a:pt x="285" y="677"/>
                      <a:pt x="285" y="677"/>
                      <a:pt x="285" y="677"/>
                    </a:cubicBezTo>
                    <a:cubicBezTo>
                      <a:pt x="285" y="677"/>
                      <a:pt x="285" y="677"/>
                      <a:pt x="285" y="677"/>
                    </a:cubicBezTo>
                    <a:cubicBezTo>
                      <a:pt x="285" y="677"/>
                      <a:pt x="285" y="677"/>
                      <a:pt x="285" y="677"/>
                    </a:cubicBezTo>
                    <a:cubicBezTo>
                      <a:pt x="285" y="677"/>
                      <a:pt x="285" y="677"/>
                      <a:pt x="285" y="677"/>
                    </a:cubicBezTo>
                    <a:cubicBezTo>
                      <a:pt x="285" y="676"/>
                      <a:pt x="285" y="676"/>
                      <a:pt x="285" y="676"/>
                    </a:cubicBezTo>
                    <a:cubicBezTo>
                      <a:pt x="285" y="676"/>
                      <a:pt x="285" y="676"/>
                      <a:pt x="285" y="676"/>
                    </a:cubicBezTo>
                    <a:cubicBezTo>
                      <a:pt x="284" y="675"/>
                      <a:pt x="284" y="675"/>
                      <a:pt x="284" y="675"/>
                    </a:cubicBezTo>
                    <a:cubicBezTo>
                      <a:pt x="284" y="675"/>
                      <a:pt x="284" y="675"/>
                      <a:pt x="284" y="675"/>
                    </a:cubicBezTo>
                    <a:cubicBezTo>
                      <a:pt x="284" y="674"/>
                      <a:pt x="284" y="674"/>
                      <a:pt x="284" y="674"/>
                    </a:cubicBezTo>
                    <a:cubicBezTo>
                      <a:pt x="284" y="674"/>
                      <a:pt x="284" y="674"/>
                      <a:pt x="284" y="674"/>
                    </a:cubicBezTo>
                    <a:cubicBezTo>
                      <a:pt x="284" y="673"/>
                      <a:pt x="284" y="673"/>
                      <a:pt x="284" y="673"/>
                    </a:cubicBezTo>
                    <a:cubicBezTo>
                      <a:pt x="284" y="673"/>
                      <a:pt x="284" y="673"/>
                      <a:pt x="284" y="673"/>
                    </a:cubicBezTo>
                    <a:cubicBezTo>
                      <a:pt x="285" y="672"/>
                      <a:pt x="285" y="672"/>
                      <a:pt x="285" y="672"/>
                    </a:cubicBezTo>
                    <a:cubicBezTo>
                      <a:pt x="285" y="672"/>
                      <a:pt x="285" y="672"/>
                      <a:pt x="285" y="672"/>
                    </a:cubicBezTo>
                    <a:cubicBezTo>
                      <a:pt x="286" y="671"/>
                      <a:pt x="286" y="671"/>
                      <a:pt x="286" y="671"/>
                    </a:cubicBezTo>
                    <a:cubicBezTo>
                      <a:pt x="286" y="671"/>
                      <a:pt x="286" y="671"/>
                      <a:pt x="286" y="671"/>
                    </a:cubicBezTo>
                    <a:cubicBezTo>
                      <a:pt x="287" y="670"/>
                      <a:pt x="287" y="670"/>
                      <a:pt x="287" y="670"/>
                    </a:cubicBezTo>
                    <a:cubicBezTo>
                      <a:pt x="287" y="670"/>
                      <a:pt x="287" y="670"/>
                      <a:pt x="287" y="670"/>
                    </a:cubicBezTo>
                    <a:cubicBezTo>
                      <a:pt x="287" y="668"/>
                      <a:pt x="287" y="668"/>
                      <a:pt x="287" y="668"/>
                    </a:cubicBezTo>
                    <a:cubicBezTo>
                      <a:pt x="287" y="668"/>
                      <a:pt x="287" y="668"/>
                      <a:pt x="287" y="668"/>
                    </a:cubicBezTo>
                    <a:cubicBezTo>
                      <a:pt x="288" y="667"/>
                      <a:pt x="288" y="667"/>
                      <a:pt x="288" y="667"/>
                    </a:cubicBezTo>
                    <a:cubicBezTo>
                      <a:pt x="288" y="667"/>
                      <a:pt x="288" y="667"/>
                      <a:pt x="288" y="667"/>
                    </a:cubicBezTo>
                    <a:cubicBezTo>
                      <a:pt x="288" y="667"/>
                      <a:pt x="288" y="667"/>
                      <a:pt x="288" y="667"/>
                    </a:cubicBezTo>
                    <a:cubicBezTo>
                      <a:pt x="288" y="667"/>
                      <a:pt x="288" y="667"/>
                      <a:pt x="288" y="667"/>
                    </a:cubicBezTo>
                    <a:cubicBezTo>
                      <a:pt x="288" y="667"/>
                      <a:pt x="288" y="667"/>
                      <a:pt x="288" y="667"/>
                    </a:cubicBezTo>
                    <a:cubicBezTo>
                      <a:pt x="288" y="667"/>
                      <a:pt x="288" y="667"/>
                      <a:pt x="288" y="667"/>
                    </a:cubicBezTo>
                    <a:cubicBezTo>
                      <a:pt x="289" y="667"/>
                      <a:pt x="289" y="667"/>
                      <a:pt x="289" y="667"/>
                    </a:cubicBezTo>
                    <a:cubicBezTo>
                      <a:pt x="289" y="667"/>
                      <a:pt x="289" y="667"/>
                      <a:pt x="289" y="667"/>
                    </a:cubicBezTo>
                    <a:cubicBezTo>
                      <a:pt x="289" y="666"/>
                      <a:pt x="289" y="666"/>
                      <a:pt x="289" y="666"/>
                    </a:cubicBezTo>
                    <a:cubicBezTo>
                      <a:pt x="289" y="666"/>
                      <a:pt x="289" y="666"/>
                      <a:pt x="289" y="666"/>
                    </a:cubicBezTo>
                    <a:cubicBezTo>
                      <a:pt x="289" y="666"/>
                      <a:pt x="289" y="666"/>
                      <a:pt x="289" y="666"/>
                    </a:cubicBezTo>
                    <a:cubicBezTo>
                      <a:pt x="289" y="666"/>
                      <a:pt x="289" y="666"/>
                      <a:pt x="289" y="666"/>
                    </a:cubicBezTo>
                    <a:cubicBezTo>
                      <a:pt x="289" y="665"/>
                      <a:pt x="289" y="665"/>
                      <a:pt x="289" y="665"/>
                    </a:cubicBezTo>
                    <a:cubicBezTo>
                      <a:pt x="289" y="665"/>
                      <a:pt x="289" y="665"/>
                      <a:pt x="289" y="665"/>
                    </a:cubicBezTo>
                    <a:cubicBezTo>
                      <a:pt x="290" y="665"/>
                      <a:pt x="290" y="665"/>
                      <a:pt x="290" y="665"/>
                    </a:cubicBezTo>
                    <a:cubicBezTo>
                      <a:pt x="290" y="665"/>
                      <a:pt x="290" y="665"/>
                      <a:pt x="290" y="665"/>
                    </a:cubicBezTo>
                    <a:cubicBezTo>
                      <a:pt x="290" y="664"/>
                      <a:pt x="290" y="664"/>
                      <a:pt x="290" y="664"/>
                    </a:cubicBezTo>
                    <a:cubicBezTo>
                      <a:pt x="290" y="664"/>
                      <a:pt x="290" y="664"/>
                      <a:pt x="290" y="664"/>
                    </a:cubicBezTo>
                    <a:cubicBezTo>
                      <a:pt x="290" y="665"/>
                      <a:pt x="290" y="665"/>
                      <a:pt x="290" y="665"/>
                    </a:cubicBezTo>
                    <a:cubicBezTo>
                      <a:pt x="290" y="665"/>
                      <a:pt x="290" y="665"/>
                      <a:pt x="290" y="665"/>
                    </a:cubicBezTo>
                    <a:cubicBezTo>
                      <a:pt x="290" y="665"/>
                      <a:pt x="290" y="665"/>
                      <a:pt x="290" y="665"/>
                    </a:cubicBezTo>
                    <a:cubicBezTo>
                      <a:pt x="290" y="665"/>
                      <a:pt x="290" y="665"/>
                      <a:pt x="290" y="665"/>
                    </a:cubicBezTo>
                    <a:cubicBezTo>
                      <a:pt x="290" y="666"/>
                      <a:pt x="290" y="666"/>
                      <a:pt x="290" y="666"/>
                    </a:cubicBezTo>
                    <a:cubicBezTo>
                      <a:pt x="290" y="666"/>
                      <a:pt x="290" y="666"/>
                      <a:pt x="290" y="666"/>
                    </a:cubicBezTo>
                    <a:cubicBezTo>
                      <a:pt x="290" y="666"/>
                      <a:pt x="290" y="666"/>
                      <a:pt x="290" y="666"/>
                    </a:cubicBezTo>
                    <a:cubicBezTo>
                      <a:pt x="290" y="666"/>
                      <a:pt x="290" y="666"/>
                      <a:pt x="290" y="666"/>
                    </a:cubicBezTo>
                    <a:cubicBezTo>
                      <a:pt x="289" y="667"/>
                      <a:pt x="289" y="667"/>
                      <a:pt x="289" y="667"/>
                    </a:cubicBezTo>
                    <a:cubicBezTo>
                      <a:pt x="289" y="667"/>
                      <a:pt x="289" y="667"/>
                      <a:pt x="289" y="667"/>
                    </a:cubicBezTo>
                    <a:cubicBezTo>
                      <a:pt x="289" y="667"/>
                      <a:pt x="289" y="667"/>
                      <a:pt x="289" y="667"/>
                    </a:cubicBezTo>
                    <a:cubicBezTo>
                      <a:pt x="289" y="667"/>
                      <a:pt x="289" y="667"/>
                      <a:pt x="289" y="667"/>
                    </a:cubicBezTo>
                    <a:cubicBezTo>
                      <a:pt x="289" y="668"/>
                      <a:pt x="289" y="668"/>
                      <a:pt x="289" y="668"/>
                    </a:cubicBezTo>
                    <a:cubicBezTo>
                      <a:pt x="289" y="668"/>
                      <a:pt x="289" y="668"/>
                      <a:pt x="289" y="668"/>
                    </a:cubicBezTo>
                    <a:cubicBezTo>
                      <a:pt x="290" y="668"/>
                      <a:pt x="290" y="668"/>
                      <a:pt x="290" y="668"/>
                    </a:cubicBezTo>
                    <a:cubicBezTo>
                      <a:pt x="290" y="668"/>
                      <a:pt x="290" y="668"/>
                      <a:pt x="290" y="668"/>
                    </a:cubicBezTo>
                    <a:cubicBezTo>
                      <a:pt x="290" y="668"/>
                      <a:pt x="290" y="668"/>
                      <a:pt x="290" y="668"/>
                    </a:cubicBezTo>
                    <a:cubicBezTo>
                      <a:pt x="290" y="668"/>
                      <a:pt x="290" y="668"/>
                      <a:pt x="290" y="668"/>
                    </a:cubicBezTo>
                    <a:cubicBezTo>
                      <a:pt x="291" y="668"/>
                      <a:pt x="291" y="668"/>
                      <a:pt x="291" y="668"/>
                    </a:cubicBezTo>
                    <a:cubicBezTo>
                      <a:pt x="291" y="668"/>
                      <a:pt x="291" y="668"/>
                      <a:pt x="291" y="668"/>
                    </a:cubicBezTo>
                    <a:cubicBezTo>
                      <a:pt x="292" y="667"/>
                      <a:pt x="292" y="667"/>
                      <a:pt x="292" y="667"/>
                    </a:cubicBezTo>
                    <a:cubicBezTo>
                      <a:pt x="292" y="667"/>
                      <a:pt x="292" y="667"/>
                      <a:pt x="292" y="667"/>
                    </a:cubicBezTo>
                    <a:cubicBezTo>
                      <a:pt x="293" y="666"/>
                      <a:pt x="293" y="666"/>
                      <a:pt x="293" y="666"/>
                    </a:cubicBezTo>
                    <a:cubicBezTo>
                      <a:pt x="293" y="666"/>
                      <a:pt x="293" y="666"/>
                      <a:pt x="293" y="666"/>
                    </a:cubicBezTo>
                    <a:cubicBezTo>
                      <a:pt x="294" y="665"/>
                      <a:pt x="294" y="665"/>
                      <a:pt x="294" y="665"/>
                    </a:cubicBezTo>
                    <a:cubicBezTo>
                      <a:pt x="294" y="665"/>
                      <a:pt x="294" y="665"/>
                      <a:pt x="294" y="665"/>
                    </a:cubicBezTo>
                    <a:cubicBezTo>
                      <a:pt x="295" y="664"/>
                      <a:pt x="295" y="664"/>
                      <a:pt x="295" y="664"/>
                    </a:cubicBezTo>
                    <a:cubicBezTo>
                      <a:pt x="295" y="664"/>
                      <a:pt x="295" y="664"/>
                      <a:pt x="295" y="664"/>
                    </a:cubicBezTo>
                    <a:cubicBezTo>
                      <a:pt x="295" y="663"/>
                      <a:pt x="295" y="663"/>
                      <a:pt x="295" y="663"/>
                    </a:cubicBezTo>
                    <a:cubicBezTo>
                      <a:pt x="295" y="663"/>
                      <a:pt x="295" y="663"/>
                      <a:pt x="295" y="663"/>
                    </a:cubicBezTo>
                    <a:cubicBezTo>
                      <a:pt x="296" y="663"/>
                      <a:pt x="296" y="663"/>
                      <a:pt x="296" y="663"/>
                    </a:cubicBezTo>
                    <a:cubicBezTo>
                      <a:pt x="296" y="663"/>
                      <a:pt x="296" y="663"/>
                      <a:pt x="296" y="663"/>
                    </a:cubicBezTo>
                    <a:cubicBezTo>
                      <a:pt x="300" y="659"/>
                      <a:pt x="300" y="659"/>
                      <a:pt x="300" y="659"/>
                    </a:cubicBezTo>
                    <a:cubicBezTo>
                      <a:pt x="300" y="659"/>
                      <a:pt x="300" y="659"/>
                      <a:pt x="300" y="659"/>
                    </a:cubicBezTo>
                    <a:cubicBezTo>
                      <a:pt x="301" y="659"/>
                      <a:pt x="301" y="659"/>
                      <a:pt x="301" y="659"/>
                    </a:cubicBezTo>
                    <a:cubicBezTo>
                      <a:pt x="301" y="659"/>
                      <a:pt x="301" y="659"/>
                      <a:pt x="301" y="659"/>
                    </a:cubicBezTo>
                    <a:cubicBezTo>
                      <a:pt x="301" y="658"/>
                      <a:pt x="301" y="658"/>
                      <a:pt x="301" y="658"/>
                    </a:cubicBezTo>
                    <a:cubicBezTo>
                      <a:pt x="301" y="658"/>
                      <a:pt x="301" y="658"/>
                      <a:pt x="301" y="658"/>
                    </a:cubicBezTo>
                    <a:cubicBezTo>
                      <a:pt x="302" y="658"/>
                      <a:pt x="302" y="658"/>
                      <a:pt x="302" y="658"/>
                    </a:cubicBezTo>
                    <a:cubicBezTo>
                      <a:pt x="302" y="658"/>
                      <a:pt x="302" y="658"/>
                      <a:pt x="302" y="658"/>
                    </a:cubicBezTo>
                    <a:cubicBezTo>
                      <a:pt x="302" y="658"/>
                      <a:pt x="302" y="658"/>
                      <a:pt x="302" y="658"/>
                    </a:cubicBezTo>
                    <a:cubicBezTo>
                      <a:pt x="302" y="658"/>
                      <a:pt x="302" y="658"/>
                      <a:pt x="302" y="658"/>
                    </a:cubicBezTo>
                    <a:cubicBezTo>
                      <a:pt x="302" y="657"/>
                      <a:pt x="302" y="657"/>
                      <a:pt x="302" y="657"/>
                    </a:cubicBezTo>
                    <a:cubicBezTo>
                      <a:pt x="302" y="657"/>
                      <a:pt x="302" y="657"/>
                      <a:pt x="302" y="657"/>
                    </a:cubicBezTo>
                    <a:cubicBezTo>
                      <a:pt x="302" y="656"/>
                      <a:pt x="302" y="656"/>
                      <a:pt x="302" y="656"/>
                    </a:cubicBezTo>
                    <a:cubicBezTo>
                      <a:pt x="302" y="656"/>
                      <a:pt x="302" y="656"/>
                      <a:pt x="302" y="656"/>
                    </a:cubicBezTo>
                    <a:cubicBezTo>
                      <a:pt x="302" y="656"/>
                      <a:pt x="302" y="656"/>
                      <a:pt x="302" y="656"/>
                    </a:cubicBezTo>
                    <a:cubicBezTo>
                      <a:pt x="302" y="656"/>
                      <a:pt x="302" y="656"/>
                      <a:pt x="302" y="656"/>
                    </a:cubicBezTo>
                    <a:cubicBezTo>
                      <a:pt x="302" y="655"/>
                      <a:pt x="302" y="655"/>
                      <a:pt x="302" y="655"/>
                    </a:cubicBezTo>
                    <a:cubicBezTo>
                      <a:pt x="302" y="655"/>
                      <a:pt x="302" y="655"/>
                      <a:pt x="302" y="655"/>
                    </a:cubicBezTo>
                    <a:cubicBezTo>
                      <a:pt x="302" y="654"/>
                      <a:pt x="302" y="654"/>
                      <a:pt x="302" y="654"/>
                    </a:cubicBezTo>
                    <a:cubicBezTo>
                      <a:pt x="302" y="654"/>
                      <a:pt x="302" y="654"/>
                      <a:pt x="302" y="654"/>
                    </a:cubicBezTo>
                    <a:cubicBezTo>
                      <a:pt x="296" y="656"/>
                      <a:pt x="296" y="656"/>
                      <a:pt x="296" y="656"/>
                    </a:cubicBezTo>
                    <a:cubicBezTo>
                      <a:pt x="296" y="656"/>
                      <a:pt x="296" y="656"/>
                      <a:pt x="296" y="656"/>
                    </a:cubicBezTo>
                    <a:cubicBezTo>
                      <a:pt x="302" y="652"/>
                      <a:pt x="302" y="652"/>
                      <a:pt x="302" y="652"/>
                    </a:cubicBezTo>
                    <a:cubicBezTo>
                      <a:pt x="302" y="652"/>
                      <a:pt x="302" y="652"/>
                      <a:pt x="302" y="652"/>
                    </a:cubicBezTo>
                    <a:cubicBezTo>
                      <a:pt x="302" y="651"/>
                      <a:pt x="302" y="651"/>
                      <a:pt x="302" y="651"/>
                    </a:cubicBezTo>
                    <a:cubicBezTo>
                      <a:pt x="302" y="651"/>
                      <a:pt x="302" y="651"/>
                      <a:pt x="302" y="651"/>
                    </a:cubicBezTo>
                    <a:cubicBezTo>
                      <a:pt x="302" y="651"/>
                      <a:pt x="302" y="651"/>
                      <a:pt x="302" y="651"/>
                    </a:cubicBezTo>
                    <a:cubicBezTo>
                      <a:pt x="302" y="651"/>
                      <a:pt x="302" y="651"/>
                      <a:pt x="302" y="651"/>
                    </a:cubicBezTo>
                    <a:cubicBezTo>
                      <a:pt x="302" y="650"/>
                      <a:pt x="302" y="650"/>
                      <a:pt x="302" y="650"/>
                    </a:cubicBezTo>
                    <a:cubicBezTo>
                      <a:pt x="302" y="650"/>
                      <a:pt x="302" y="650"/>
                      <a:pt x="302" y="650"/>
                    </a:cubicBezTo>
                    <a:cubicBezTo>
                      <a:pt x="303" y="650"/>
                      <a:pt x="303" y="650"/>
                      <a:pt x="303" y="650"/>
                    </a:cubicBezTo>
                    <a:cubicBezTo>
                      <a:pt x="303" y="650"/>
                      <a:pt x="303" y="650"/>
                      <a:pt x="303" y="650"/>
                    </a:cubicBezTo>
                    <a:cubicBezTo>
                      <a:pt x="303" y="649"/>
                      <a:pt x="303" y="649"/>
                      <a:pt x="303" y="649"/>
                    </a:cubicBezTo>
                    <a:cubicBezTo>
                      <a:pt x="303" y="649"/>
                      <a:pt x="303" y="649"/>
                      <a:pt x="303" y="649"/>
                    </a:cubicBezTo>
                    <a:cubicBezTo>
                      <a:pt x="303" y="649"/>
                      <a:pt x="303" y="649"/>
                      <a:pt x="303" y="649"/>
                    </a:cubicBezTo>
                    <a:cubicBezTo>
                      <a:pt x="303" y="649"/>
                      <a:pt x="303" y="649"/>
                      <a:pt x="303" y="649"/>
                    </a:cubicBezTo>
                    <a:cubicBezTo>
                      <a:pt x="303" y="648"/>
                      <a:pt x="303" y="648"/>
                      <a:pt x="303" y="648"/>
                    </a:cubicBezTo>
                    <a:cubicBezTo>
                      <a:pt x="303" y="648"/>
                      <a:pt x="303" y="648"/>
                      <a:pt x="303" y="648"/>
                    </a:cubicBezTo>
                    <a:cubicBezTo>
                      <a:pt x="303" y="647"/>
                      <a:pt x="303" y="647"/>
                      <a:pt x="303" y="647"/>
                    </a:cubicBezTo>
                    <a:cubicBezTo>
                      <a:pt x="303" y="647"/>
                      <a:pt x="303" y="647"/>
                      <a:pt x="303" y="647"/>
                    </a:cubicBezTo>
                    <a:cubicBezTo>
                      <a:pt x="302" y="647"/>
                      <a:pt x="302" y="647"/>
                      <a:pt x="302" y="647"/>
                    </a:cubicBezTo>
                    <a:cubicBezTo>
                      <a:pt x="302" y="647"/>
                      <a:pt x="302" y="647"/>
                      <a:pt x="302" y="647"/>
                    </a:cubicBezTo>
                    <a:cubicBezTo>
                      <a:pt x="296" y="651"/>
                      <a:pt x="296" y="651"/>
                      <a:pt x="296" y="651"/>
                    </a:cubicBezTo>
                    <a:cubicBezTo>
                      <a:pt x="296" y="651"/>
                      <a:pt x="296" y="651"/>
                      <a:pt x="296" y="651"/>
                    </a:cubicBezTo>
                    <a:cubicBezTo>
                      <a:pt x="295" y="652"/>
                      <a:pt x="295" y="652"/>
                      <a:pt x="295" y="652"/>
                    </a:cubicBezTo>
                    <a:cubicBezTo>
                      <a:pt x="295" y="652"/>
                      <a:pt x="295" y="652"/>
                      <a:pt x="295" y="652"/>
                    </a:cubicBezTo>
                    <a:cubicBezTo>
                      <a:pt x="294" y="653"/>
                      <a:pt x="294" y="653"/>
                      <a:pt x="294" y="653"/>
                    </a:cubicBezTo>
                    <a:cubicBezTo>
                      <a:pt x="294" y="653"/>
                      <a:pt x="294" y="653"/>
                      <a:pt x="294" y="653"/>
                    </a:cubicBezTo>
                    <a:cubicBezTo>
                      <a:pt x="293" y="654"/>
                      <a:pt x="293" y="654"/>
                      <a:pt x="293" y="654"/>
                    </a:cubicBezTo>
                    <a:cubicBezTo>
                      <a:pt x="293" y="654"/>
                      <a:pt x="293" y="654"/>
                      <a:pt x="293" y="654"/>
                    </a:cubicBezTo>
                    <a:cubicBezTo>
                      <a:pt x="292" y="655"/>
                      <a:pt x="292" y="655"/>
                      <a:pt x="292" y="655"/>
                    </a:cubicBezTo>
                    <a:cubicBezTo>
                      <a:pt x="292" y="655"/>
                      <a:pt x="292" y="655"/>
                      <a:pt x="292" y="655"/>
                    </a:cubicBezTo>
                    <a:cubicBezTo>
                      <a:pt x="290" y="656"/>
                      <a:pt x="290" y="656"/>
                      <a:pt x="290" y="656"/>
                    </a:cubicBezTo>
                    <a:cubicBezTo>
                      <a:pt x="290" y="656"/>
                      <a:pt x="290" y="656"/>
                      <a:pt x="290" y="656"/>
                    </a:cubicBezTo>
                    <a:cubicBezTo>
                      <a:pt x="289" y="656"/>
                      <a:pt x="289" y="656"/>
                      <a:pt x="289" y="656"/>
                    </a:cubicBezTo>
                    <a:cubicBezTo>
                      <a:pt x="289" y="656"/>
                      <a:pt x="289" y="656"/>
                      <a:pt x="289" y="656"/>
                    </a:cubicBezTo>
                    <a:cubicBezTo>
                      <a:pt x="287" y="656"/>
                      <a:pt x="287" y="656"/>
                      <a:pt x="287" y="656"/>
                    </a:cubicBezTo>
                    <a:cubicBezTo>
                      <a:pt x="287" y="656"/>
                      <a:pt x="287" y="656"/>
                      <a:pt x="287" y="656"/>
                    </a:cubicBezTo>
                    <a:cubicBezTo>
                      <a:pt x="286" y="656"/>
                      <a:pt x="286" y="656"/>
                      <a:pt x="286" y="656"/>
                    </a:cubicBezTo>
                    <a:cubicBezTo>
                      <a:pt x="286" y="656"/>
                      <a:pt x="286" y="656"/>
                      <a:pt x="286" y="656"/>
                    </a:cubicBezTo>
                    <a:cubicBezTo>
                      <a:pt x="285" y="656"/>
                      <a:pt x="285" y="656"/>
                      <a:pt x="285" y="656"/>
                    </a:cubicBezTo>
                    <a:cubicBezTo>
                      <a:pt x="285" y="656"/>
                      <a:pt x="285" y="656"/>
                      <a:pt x="285" y="656"/>
                    </a:cubicBezTo>
                    <a:cubicBezTo>
                      <a:pt x="284" y="656"/>
                      <a:pt x="284" y="656"/>
                      <a:pt x="284" y="656"/>
                    </a:cubicBezTo>
                    <a:cubicBezTo>
                      <a:pt x="284" y="656"/>
                      <a:pt x="284" y="656"/>
                      <a:pt x="284" y="656"/>
                    </a:cubicBezTo>
                    <a:cubicBezTo>
                      <a:pt x="283" y="656"/>
                      <a:pt x="283" y="656"/>
                      <a:pt x="283" y="656"/>
                    </a:cubicBezTo>
                    <a:cubicBezTo>
                      <a:pt x="283" y="656"/>
                      <a:pt x="283" y="656"/>
                      <a:pt x="283" y="656"/>
                    </a:cubicBezTo>
                    <a:cubicBezTo>
                      <a:pt x="282" y="656"/>
                      <a:pt x="282" y="656"/>
                      <a:pt x="282" y="656"/>
                    </a:cubicBezTo>
                    <a:cubicBezTo>
                      <a:pt x="282" y="656"/>
                      <a:pt x="282" y="656"/>
                      <a:pt x="282" y="656"/>
                    </a:cubicBezTo>
                    <a:cubicBezTo>
                      <a:pt x="281" y="655"/>
                      <a:pt x="281" y="655"/>
                      <a:pt x="281" y="655"/>
                    </a:cubicBezTo>
                    <a:cubicBezTo>
                      <a:pt x="281" y="655"/>
                      <a:pt x="281" y="655"/>
                      <a:pt x="281" y="655"/>
                    </a:cubicBezTo>
                    <a:cubicBezTo>
                      <a:pt x="281" y="655"/>
                      <a:pt x="281" y="655"/>
                      <a:pt x="281" y="655"/>
                    </a:cubicBezTo>
                    <a:cubicBezTo>
                      <a:pt x="281" y="655"/>
                      <a:pt x="281" y="655"/>
                      <a:pt x="281" y="655"/>
                    </a:cubicBezTo>
                    <a:cubicBezTo>
                      <a:pt x="280" y="654"/>
                      <a:pt x="280" y="654"/>
                      <a:pt x="280" y="654"/>
                    </a:cubicBezTo>
                    <a:cubicBezTo>
                      <a:pt x="280" y="654"/>
                      <a:pt x="280" y="654"/>
                      <a:pt x="280" y="654"/>
                    </a:cubicBezTo>
                    <a:cubicBezTo>
                      <a:pt x="280" y="654"/>
                      <a:pt x="280" y="654"/>
                      <a:pt x="280" y="654"/>
                    </a:cubicBezTo>
                    <a:cubicBezTo>
                      <a:pt x="280" y="654"/>
                      <a:pt x="280" y="654"/>
                      <a:pt x="280" y="654"/>
                    </a:cubicBezTo>
                    <a:cubicBezTo>
                      <a:pt x="288" y="650"/>
                      <a:pt x="288" y="650"/>
                      <a:pt x="288" y="650"/>
                    </a:cubicBezTo>
                    <a:cubicBezTo>
                      <a:pt x="288" y="650"/>
                      <a:pt x="288" y="650"/>
                      <a:pt x="288" y="650"/>
                    </a:cubicBezTo>
                    <a:cubicBezTo>
                      <a:pt x="302" y="644"/>
                      <a:pt x="302" y="644"/>
                      <a:pt x="302" y="644"/>
                    </a:cubicBezTo>
                    <a:cubicBezTo>
                      <a:pt x="302" y="644"/>
                      <a:pt x="302" y="644"/>
                      <a:pt x="302" y="644"/>
                    </a:cubicBezTo>
                    <a:cubicBezTo>
                      <a:pt x="302" y="642"/>
                      <a:pt x="302" y="642"/>
                      <a:pt x="302" y="642"/>
                    </a:cubicBezTo>
                    <a:cubicBezTo>
                      <a:pt x="302" y="642"/>
                      <a:pt x="302" y="642"/>
                      <a:pt x="302" y="642"/>
                    </a:cubicBezTo>
                    <a:cubicBezTo>
                      <a:pt x="303" y="639"/>
                      <a:pt x="303" y="639"/>
                      <a:pt x="303" y="639"/>
                    </a:cubicBezTo>
                    <a:cubicBezTo>
                      <a:pt x="303" y="639"/>
                      <a:pt x="303" y="639"/>
                      <a:pt x="303" y="639"/>
                    </a:cubicBezTo>
                    <a:cubicBezTo>
                      <a:pt x="303" y="636"/>
                      <a:pt x="303" y="636"/>
                      <a:pt x="303" y="636"/>
                    </a:cubicBezTo>
                    <a:cubicBezTo>
                      <a:pt x="303" y="636"/>
                      <a:pt x="303" y="636"/>
                      <a:pt x="303" y="636"/>
                    </a:cubicBezTo>
                    <a:cubicBezTo>
                      <a:pt x="303" y="632"/>
                      <a:pt x="303" y="632"/>
                      <a:pt x="303" y="632"/>
                    </a:cubicBezTo>
                    <a:cubicBezTo>
                      <a:pt x="303" y="632"/>
                      <a:pt x="303" y="632"/>
                      <a:pt x="303" y="632"/>
                    </a:cubicBezTo>
                    <a:cubicBezTo>
                      <a:pt x="302" y="630"/>
                      <a:pt x="302" y="630"/>
                      <a:pt x="302" y="630"/>
                    </a:cubicBezTo>
                    <a:cubicBezTo>
                      <a:pt x="302" y="630"/>
                      <a:pt x="302" y="630"/>
                      <a:pt x="302" y="630"/>
                    </a:cubicBezTo>
                    <a:cubicBezTo>
                      <a:pt x="302" y="627"/>
                      <a:pt x="302" y="627"/>
                      <a:pt x="302" y="627"/>
                    </a:cubicBezTo>
                    <a:cubicBezTo>
                      <a:pt x="302" y="627"/>
                      <a:pt x="302" y="627"/>
                      <a:pt x="302" y="627"/>
                    </a:cubicBezTo>
                    <a:cubicBezTo>
                      <a:pt x="302" y="624"/>
                      <a:pt x="302" y="624"/>
                      <a:pt x="302" y="624"/>
                    </a:cubicBezTo>
                    <a:cubicBezTo>
                      <a:pt x="302" y="624"/>
                      <a:pt x="302" y="624"/>
                      <a:pt x="302" y="624"/>
                    </a:cubicBezTo>
                    <a:cubicBezTo>
                      <a:pt x="302" y="621"/>
                      <a:pt x="302" y="621"/>
                      <a:pt x="302" y="621"/>
                    </a:cubicBezTo>
                    <a:cubicBezTo>
                      <a:pt x="303" y="621"/>
                      <a:pt x="303" y="621"/>
                      <a:pt x="303" y="621"/>
                    </a:cubicBezTo>
                    <a:cubicBezTo>
                      <a:pt x="309" y="625"/>
                      <a:pt x="309" y="625"/>
                      <a:pt x="309" y="625"/>
                    </a:cubicBezTo>
                    <a:cubicBezTo>
                      <a:pt x="309" y="625"/>
                      <a:pt x="309" y="625"/>
                      <a:pt x="309" y="625"/>
                    </a:cubicBezTo>
                    <a:cubicBezTo>
                      <a:pt x="309" y="627"/>
                      <a:pt x="309" y="627"/>
                      <a:pt x="309" y="627"/>
                    </a:cubicBezTo>
                    <a:cubicBezTo>
                      <a:pt x="309" y="627"/>
                      <a:pt x="309" y="627"/>
                      <a:pt x="309" y="627"/>
                    </a:cubicBezTo>
                    <a:cubicBezTo>
                      <a:pt x="309" y="628"/>
                      <a:pt x="309" y="628"/>
                      <a:pt x="309" y="628"/>
                    </a:cubicBezTo>
                    <a:cubicBezTo>
                      <a:pt x="309" y="628"/>
                      <a:pt x="309" y="628"/>
                      <a:pt x="309" y="628"/>
                    </a:cubicBezTo>
                    <a:cubicBezTo>
                      <a:pt x="309" y="630"/>
                      <a:pt x="309" y="630"/>
                      <a:pt x="309" y="630"/>
                    </a:cubicBezTo>
                    <a:cubicBezTo>
                      <a:pt x="309" y="630"/>
                      <a:pt x="309" y="630"/>
                      <a:pt x="309" y="630"/>
                    </a:cubicBezTo>
                    <a:cubicBezTo>
                      <a:pt x="309" y="631"/>
                      <a:pt x="309" y="631"/>
                      <a:pt x="309" y="631"/>
                    </a:cubicBezTo>
                    <a:cubicBezTo>
                      <a:pt x="309" y="631"/>
                      <a:pt x="309" y="631"/>
                      <a:pt x="309" y="631"/>
                    </a:cubicBezTo>
                    <a:cubicBezTo>
                      <a:pt x="309" y="633"/>
                      <a:pt x="309" y="633"/>
                      <a:pt x="309" y="633"/>
                    </a:cubicBezTo>
                    <a:cubicBezTo>
                      <a:pt x="309" y="633"/>
                      <a:pt x="309" y="633"/>
                      <a:pt x="309" y="633"/>
                    </a:cubicBezTo>
                    <a:cubicBezTo>
                      <a:pt x="308" y="634"/>
                      <a:pt x="308" y="634"/>
                      <a:pt x="308" y="634"/>
                    </a:cubicBezTo>
                    <a:cubicBezTo>
                      <a:pt x="308" y="634"/>
                      <a:pt x="308" y="634"/>
                      <a:pt x="308" y="634"/>
                    </a:cubicBezTo>
                    <a:cubicBezTo>
                      <a:pt x="308" y="635"/>
                      <a:pt x="308" y="635"/>
                      <a:pt x="308" y="635"/>
                    </a:cubicBezTo>
                    <a:cubicBezTo>
                      <a:pt x="308" y="635"/>
                      <a:pt x="308" y="635"/>
                      <a:pt x="308" y="635"/>
                    </a:cubicBezTo>
                    <a:cubicBezTo>
                      <a:pt x="308" y="636"/>
                      <a:pt x="308" y="636"/>
                      <a:pt x="308" y="636"/>
                    </a:cubicBezTo>
                    <a:cubicBezTo>
                      <a:pt x="308" y="636"/>
                      <a:pt x="308" y="636"/>
                      <a:pt x="308" y="636"/>
                    </a:cubicBezTo>
                    <a:cubicBezTo>
                      <a:pt x="307" y="637"/>
                      <a:pt x="307" y="637"/>
                      <a:pt x="307" y="637"/>
                    </a:cubicBezTo>
                    <a:cubicBezTo>
                      <a:pt x="307" y="637"/>
                      <a:pt x="307" y="637"/>
                      <a:pt x="307" y="637"/>
                    </a:cubicBezTo>
                    <a:cubicBezTo>
                      <a:pt x="307" y="638"/>
                      <a:pt x="307" y="638"/>
                      <a:pt x="307" y="638"/>
                    </a:cubicBezTo>
                    <a:cubicBezTo>
                      <a:pt x="307" y="638"/>
                      <a:pt x="307" y="638"/>
                      <a:pt x="307" y="638"/>
                    </a:cubicBezTo>
                    <a:cubicBezTo>
                      <a:pt x="307" y="638"/>
                      <a:pt x="307" y="638"/>
                      <a:pt x="307" y="638"/>
                    </a:cubicBezTo>
                    <a:cubicBezTo>
                      <a:pt x="307" y="638"/>
                      <a:pt x="307" y="638"/>
                      <a:pt x="307" y="638"/>
                    </a:cubicBezTo>
                    <a:cubicBezTo>
                      <a:pt x="307" y="639"/>
                      <a:pt x="307" y="639"/>
                      <a:pt x="307" y="639"/>
                    </a:cubicBezTo>
                    <a:cubicBezTo>
                      <a:pt x="307" y="639"/>
                      <a:pt x="307" y="639"/>
                      <a:pt x="307" y="639"/>
                    </a:cubicBezTo>
                    <a:cubicBezTo>
                      <a:pt x="307" y="639"/>
                      <a:pt x="307" y="639"/>
                      <a:pt x="307" y="639"/>
                    </a:cubicBezTo>
                    <a:cubicBezTo>
                      <a:pt x="307" y="639"/>
                      <a:pt x="307" y="639"/>
                      <a:pt x="307" y="639"/>
                    </a:cubicBezTo>
                    <a:cubicBezTo>
                      <a:pt x="307" y="640"/>
                      <a:pt x="307" y="640"/>
                      <a:pt x="307" y="640"/>
                    </a:cubicBezTo>
                    <a:cubicBezTo>
                      <a:pt x="307" y="640"/>
                      <a:pt x="307" y="640"/>
                      <a:pt x="307" y="640"/>
                    </a:cubicBezTo>
                    <a:cubicBezTo>
                      <a:pt x="307" y="641"/>
                      <a:pt x="307" y="641"/>
                      <a:pt x="307" y="641"/>
                    </a:cubicBezTo>
                    <a:cubicBezTo>
                      <a:pt x="307" y="641"/>
                      <a:pt x="307" y="641"/>
                      <a:pt x="307" y="641"/>
                    </a:cubicBezTo>
                    <a:cubicBezTo>
                      <a:pt x="307" y="641"/>
                      <a:pt x="307" y="641"/>
                      <a:pt x="307" y="641"/>
                    </a:cubicBezTo>
                    <a:cubicBezTo>
                      <a:pt x="307" y="641"/>
                      <a:pt x="307" y="641"/>
                      <a:pt x="307" y="641"/>
                    </a:cubicBezTo>
                    <a:cubicBezTo>
                      <a:pt x="308" y="642"/>
                      <a:pt x="308" y="642"/>
                      <a:pt x="308" y="642"/>
                    </a:cubicBezTo>
                    <a:cubicBezTo>
                      <a:pt x="308" y="642"/>
                      <a:pt x="308" y="642"/>
                      <a:pt x="308" y="642"/>
                    </a:cubicBezTo>
                    <a:cubicBezTo>
                      <a:pt x="318" y="638"/>
                      <a:pt x="318" y="638"/>
                      <a:pt x="318" y="638"/>
                    </a:cubicBezTo>
                    <a:cubicBezTo>
                      <a:pt x="318" y="638"/>
                      <a:pt x="318" y="638"/>
                      <a:pt x="318" y="638"/>
                    </a:cubicBezTo>
                    <a:cubicBezTo>
                      <a:pt x="318" y="638"/>
                      <a:pt x="318" y="638"/>
                      <a:pt x="318" y="638"/>
                    </a:cubicBezTo>
                    <a:cubicBezTo>
                      <a:pt x="318" y="638"/>
                      <a:pt x="318" y="638"/>
                      <a:pt x="318" y="638"/>
                    </a:cubicBezTo>
                    <a:cubicBezTo>
                      <a:pt x="318" y="638"/>
                      <a:pt x="318" y="638"/>
                      <a:pt x="318" y="638"/>
                    </a:cubicBezTo>
                    <a:cubicBezTo>
                      <a:pt x="318" y="638"/>
                      <a:pt x="318" y="638"/>
                      <a:pt x="318" y="638"/>
                    </a:cubicBezTo>
                    <a:cubicBezTo>
                      <a:pt x="319" y="639"/>
                      <a:pt x="319" y="639"/>
                      <a:pt x="319" y="639"/>
                    </a:cubicBezTo>
                    <a:cubicBezTo>
                      <a:pt x="319" y="639"/>
                      <a:pt x="319" y="639"/>
                      <a:pt x="319" y="639"/>
                    </a:cubicBezTo>
                    <a:cubicBezTo>
                      <a:pt x="319" y="639"/>
                      <a:pt x="319" y="639"/>
                      <a:pt x="319" y="639"/>
                    </a:cubicBezTo>
                    <a:cubicBezTo>
                      <a:pt x="319" y="639"/>
                      <a:pt x="319" y="639"/>
                      <a:pt x="319" y="639"/>
                    </a:cubicBezTo>
                    <a:cubicBezTo>
                      <a:pt x="319" y="639"/>
                      <a:pt x="319" y="639"/>
                      <a:pt x="319" y="639"/>
                    </a:cubicBezTo>
                    <a:cubicBezTo>
                      <a:pt x="319" y="639"/>
                      <a:pt x="319" y="639"/>
                      <a:pt x="319" y="639"/>
                    </a:cubicBezTo>
                    <a:cubicBezTo>
                      <a:pt x="320" y="639"/>
                      <a:pt x="320" y="639"/>
                      <a:pt x="320" y="639"/>
                    </a:cubicBezTo>
                    <a:cubicBezTo>
                      <a:pt x="320" y="639"/>
                      <a:pt x="320" y="639"/>
                      <a:pt x="320" y="639"/>
                    </a:cubicBezTo>
                    <a:cubicBezTo>
                      <a:pt x="320" y="639"/>
                      <a:pt x="320" y="639"/>
                      <a:pt x="320" y="639"/>
                    </a:cubicBezTo>
                    <a:cubicBezTo>
                      <a:pt x="320" y="639"/>
                      <a:pt x="320" y="639"/>
                      <a:pt x="320" y="639"/>
                    </a:cubicBezTo>
                    <a:cubicBezTo>
                      <a:pt x="320" y="640"/>
                      <a:pt x="320" y="640"/>
                      <a:pt x="320" y="640"/>
                    </a:cubicBezTo>
                    <a:cubicBezTo>
                      <a:pt x="320" y="640"/>
                      <a:pt x="320" y="640"/>
                      <a:pt x="320" y="640"/>
                    </a:cubicBezTo>
                    <a:cubicBezTo>
                      <a:pt x="320" y="640"/>
                      <a:pt x="320" y="640"/>
                      <a:pt x="320" y="640"/>
                    </a:cubicBezTo>
                    <a:cubicBezTo>
                      <a:pt x="320" y="640"/>
                      <a:pt x="320" y="640"/>
                      <a:pt x="320" y="640"/>
                    </a:cubicBezTo>
                    <a:cubicBezTo>
                      <a:pt x="319" y="641"/>
                      <a:pt x="319" y="641"/>
                      <a:pt x="319" y="641"/>
                    </a:cubicBezTo>
                    <a:cubicBezTo>
                      <a:pt x="319" y="641"/>
                      <a:pt x="319" y="641"/>
                      <a:pt x="319" y="641"/>
                    </a:cubicBezTo>
                    <a:cubicBezTo>
                      <a:pt x="319" y="641"/>
                      <a:pt x="319" y="641"/>
                      <a:pt x="319" y="641"/>
                    </a:cubicBezTo>
                    <a:cubicBezTo>
                      <a:pt x="319" y="641"/>
                      <a:pt x="319" y="641"/>
                      <a:pt x="319" y="641"/>
                    </a:cubicBezTo>
                    <a:cubicBezTo>
                      <a:pt x="318" y="641"/>
                      <a:pt x="318" y="641"/>
                      <a:pt x="318" y="641"/>
                    </a:cubicBezTo>
                    <a:cubicBezTo>
                      <a:pt x="318" y="641"/>
                      <a:pt x="318" y="641"/>
                      <a:pt x="318" y="641"/>
                    </a:cubicBezTo>
                    <a:cubicBezTo>
                      <a:pt x="318" y="641"/>
                      <a:pt x="318" y="641"/>
                      <a:pt x="318" y="641"/>
                    </a:cubicBezTo>
                    <a:cubicBezTo>
                      <a:pt x="318" y="641"/>
                      <a:pt x="318" y="641"/>
                      <a:pt x="318" y="641"/>
                    </a:cubicBezTo>
                    <a:cubicBezTo>
                      <a:pt x="317" y="641"/>
                      <a:pt x="317" y="641"/>
                      <a:pt x="317" y="641"/>
                    </a:cubicBezTo>
                    <a:cubicBezTo>
                      <a:pt x="317" y="641"/>
                      <a:pt x="317" y="641"/>
                      <a:pt x="317" y="641"/>
                    </a:cubicBezTo>
                    <a:cubicBezTo>
                      <a:pt x="317" y="641"/>
                      <a:pt x="317" y="641"/>
                      <a:pt x="317" y="641"/>
                    </a:cubicBezTo>
                    <a:cubicBezTo>
                      <a:pt x="317" y="641"/>
                      <a:pt x="317" y="641"/>
                      <a:pt x="317" y="641"/>
                    </a:cubicBezTo>
                    <a:cubicBezTo>
                      <a:pt x="316" y="641"/>
                      <a:pt x="316" y="641"/>
                      <a:pt x="316" y="641"/>
                    </a:cubicBezTo>
                    <a:cubicBezTo>
                      <a:pt x="316" y="641"/>
                      <a:pt x="316" y="641"/>
                      <a:pt x="316" y="641"/>
                    </a:cubicBezTo>
                    <a:cubicBezTo>
                      <a:pt x="316" y="641"/>
                      <a:pt x="316" y="641"/>
                      <a:pt x="316" y="641"/>
                    </a:cubicBezTo>
                    <a:cubicBezTo>
                      <a:pt x="316" y="641"/>
                      <a:pt x="316" y="641"/>
                      <a:pt x="316" y="641"/>
                    </a:cubicBezTo>
                    <a:cubicBezTo>
                      <a:pt x="307" y="649"/>
                      <a:pt x="307" y="649"/>
                      <a:pt x="307" y="649"/>
                    </a:cubicBezTo>
                    <a:cubicBezTo>
                      <a:pt x="307" y="649"/>
                      <a:pt x="307" y="649"/>
                      <a:pt x="307" y="649"/>
                    </a:cubicBezTo>
                    <a:cubicBezTo>
                      <a:pt x="306" y="650"/>
                      <a:pt x="306" y="650"/>
                      <a:pt x="306" y="650"/>
                    </a:cubicBezTo>
                    <a:cubicBezTo>
                      <a:pt x="306" y="650"/>
                      <a:pt x="306" y="650"/>
                      <a:pt x="306" y="650"/>
                    </a:cubicBezTo>
                    <a:cubicBezTo>
                      <a:pt x="306" y="650"/>
                      <a:pt x="306" y="650"/>
                      <a:pt x="306" y="650"/>
                    </a:cubicBezTo>
                    <a:cubicBezTo>
                      <a:pt x="306" y="650"/>
                      <a:pt x="306" y="650"/>
                      <a:pt x="306" y="650"/>
                    </a:cubicBezTo>
                    <a:cubicBezTo>
                      <a:pt x="306" y="651"/>
                      <a:pt x="306" y="651"/>
                      <a:pt x="306" y="651"/>
                    </a:cubicBezTo>
                    <a:cubicBezTo>
                      <a:pt x="306" y="651"/>
                      <a:pt x="306" y="651"/>
                      <a:pt x="306" y="651"/>
                    </a:cubicBezTo>
                    <a:cubicBezTo>
                      <a:pt x="306" y="651"/>
                      <a:pt x="306" y="651"/>
                      <a:pt x="306" y="651"/>
                    </a:cubicBezTo>
                    <a:cubicBezTo>
                      <a:pt x="306" y="651"/>
                      <a:pt x="306" y="651"/>
                      <a:pt x="306" y="651"/>
                    </a:cubicBezTo>
                    <a:cubicBezTo>
                      <a:pt x="306" y="652"/>
                      <a:pt x="306" y="652"/>
                      <a:pt x="306" y="652"/>
                    </a:cubicBezTo>
                    <a:cubicBezTo>
                      <a:pt x="306" y="652"/>
                      <a:pt x="306" y="652"/>
                      <a:pt x="306" y="652"/>
                    </a:cubicBezTo>
                    <a:cubicBezTo>
                      <a:pt x="306" y="652"/>
                      <a:pt x="306" y="652"/>
                      <a:pt x="306" y="652"/>
                    </a:cubicBezTo>
                    <a:cubicBezTo>
                      <a:pt x="306" y="652"/>
                      <a:pt x="306" y="652"/>
                      <a:pt x="306" y="652"/>
                    </a:cubicBezTo>
                    <a:cubicBezTo>
                      <a:pt x="306" y="653"/>
                      <a:pt x="306" y="653"/>
                      <a:pt x="306" y="653"/>
                    </a:cubicBezTo>
                    <a:cubicBezTo>
                      <a:pt x="306" y="653"/>
                      <a:pt x="306" y="653"/>
                      <a:pt x="306" y="653"/>
                    </a:cubicBezTo>
                    <a:cubicBezTo>
                      <a:pt x="307" y="653"/>
                      <a:pt x="307" y="653"/>
                      <a:pt x="307" y="653"/>
                    </a:cubicBezTo>
                    <a:cubicBezTo>
                      <a:pt x="307" y="653"/>
                      <a:pt x="307" y="653"/>
                      <a:pt x="307" y="653"/>
                    </a:cubicBezTo>
                    <a:cubicBezTo>
                      <a:pt x="308" y="653"/>
                      <a:pt x="308" y="653"/>
                      <a:pt x="308" y="653"/>
                    </a:cubicBezTo>
                    <a:cubicBezTo>
                      <a:pt x="308" y="653"/>
                      <a:pt x="308" y="653"/>
                      <a:pt x="308" y="653"/>
                    </a:cubicBezTo>
                    <a:cubicBezTo>
                      <a:pt x="310" y="652"/>
                      <a:pt x="310" y="652"/>
                      <a:pt x="310" y="652"/>
                    </a:cubicBezTo>
                    <a:cubicBezTo>
                      <a:pt x="310" y="652"/>
                      <a:pt x="310" y="652"/>
                      <a:pt x="310" y="652"/>
                    </a:cubicBezTo>
                    <a:cubicBezTo>
                      <a:pt x="311" y="650"/>
                      <a:pt x="311" y="650"/>
                      <a:pt x="311" y="650"/>
                    </a:cubicBezTo>
                    <a:cubicBezTo>
                      <a:pt x="311" y="650"/>
                      <a:pt x="311" y="650"/>
                      <a:pt x="311" y="650"/>
                    </a:cubicBezTo>
                    <a:cubicBezTo>
                      <a:pt x="312" y="649"/>
                      <a:pt x="312" y="649"/>
                      <a:pt x="312" y="649"/>
                    </a:cubicBezTo>
                    <a:cubicBezTo>
                      <a:pt x="312" y="649"/>
                      <a:pt x="312" y="649"/>
                      <a:pt x="312" y="649"/>
                    </a:cubicBezTo>
                    <a:cubicBezTo>
                      <a:pt x="314" y="649"/>
                      <a:pt x="314" y="649"/>
                      <a:pt x="314" y="649"/>
                    </a:cubicBezTo>
                    <a:cubicBezTo>
                      <a:pt x="314" y="649"/>
                      <a:pt x="314" y="649"/>
                      <a:pt x="314" y="649"/>
                    </a:cubicBezTo>
                    <a:cubicBezTo>
                      <a:pt x="315" y="648"/>
                      <a:pt x="315" y="648"/>
                      <a:pt x="315" y="648"/>
                    </a:cubicBezTo>
                    <a:cubicBezTo>
                      <a:pt x="315" y="648"/>
                      <a:pt x="315" y="648"/>
                      <a:pt x="315" y="648"/>
                    </a:cubicBezTo>
                    <a:cubicBezTo>
                      <a:pt x="317" y="648"/>
                      <a:pt x="317" y="648"/>
                      <a:pt x="317" y="648"/>
                    </a:cubicBezTo>
                    <a:cubicBezTo>
                      <a:pt x="317" y="648"/>
                      <a:pt x="317" y="648"/>
                      <a:pt x="317" y="648"/>
                    </a:cubicBezTo>
                    <a:cubicBezTo>
                      <a:pt x="319" y="648"/>
                      <a:pt x="319" y="648"/>
                      <a:pt x="319" y="648"/>
                    </a:cubicBezTo>
                    <a:cubicBezTo>
                      <a:pt x="319" y="648"/>
                      <a:pt x="319" y="648"/>
                      <a:pt x="319" y="648"/>
                    </a:cubicBezTo>
                    <a:cubicBezTo>
                      <a:pt x="320" y="648"/>
                      <a:pt x="320" y="648"/>
                      <a:pt x="320" y="648"/>
                    </a:cubicBezTo>
                    <a:cubicBezTo>
                      <a:pt x="320" y="648"/>
                      <a:pt x="320" y="648"/>
                      <a:pt x="320" y="648"/>
                    </a:cubicBezTo>
                    <a:cubicBezTo>
                      <a:pt x="320" y="649"/>
                      <a:pt x="320" y="649"/>
                      <a:pt x="320" y="649"/>
                    </a:cubicBezTo>
                    <a:cubicBezTo>
                      <a:pt x="320" y="649"/>
                      <a:pt x="320" y="649"/>
                      <a:pt x="320" y="649"/>
                    </a:cubicBezTo>
                    <a:cubicBezTo>
                      <a:pt x="321" y="649"/>
                      <a:pt x="321" y="649"/>
                      <a:pt x="321" y="649"/>
                    </a:cubicBezTo>
                    <a:cubicBezTo>
                      <a:pt x="321" y="649"/>
                      <a:pt x="321" y="649"/>
                      <a:pt x="321" y="649"/>
                    </a:cubicBezTo>
                    <a:cubicBezTo>
                      <a:pt x="321" y="650"/>
                      <a:pt x="321" y="650"/>
                      <a:pt x="321" y="650"/>
                    </a:cubicBezTo>
                    <a:cubicBezTo>
                      <a:pt x="321" y="650"/>
                      <a:pt x="321" y="650"/>
                      <a:pt x="321" y="650"/>
                    </a:cubicBezTo>
                    <a:cubicBezTo>
                      <a:pt x="321" y="651"/>
                      <a:pt x="321" y="651"/>
                      <a:pt x="321" y="651"/>
                    </a:cubicBezTo>
                    <a:cubicBezTo>
                      <a:pt x="321" y="651"/>
                      <a:pt x="321" y="651"/>
                      <a:pt x="321" y="651"/>
                    </a:cubicBezTo>
                    <a:cubicBezTo>
                      <a:pt x="321" y="651"/>
                      <a:pt x="321" y="651"/>
                      <a:pt x="321" y="651"/>
                    </a:cubicBezTo>
                    <a:cubicBezTo>
                      <a:pt x="321" y="651"/>
                      <a:pt x="321" y="651"/>
                      <a:pt x="321" y="651"/>
                    </a:cubicBezTo>
                    <a:cubicBezTo>
                      <a:pt x="321" y="652"/>
                      <a:pt x="321" y="652"/>
                      <a:pt x="321" y="652"/>
                    </a:cubicBezTo>
                    <a:cubicBezTo>
                      <a:pt x="321" y="652"/>
                      <a:pt x="321" y="652"/>
                      <a:pt x="321" y="652"/>
                    </a:cubicBezTo>
                    <a:cubicBezTo>
                      <a:pt x="322" y="653"/>
                      <a:pt x="322" y="653"/>
                      <a:pt x="322" y="653"/>
                    </a:cubicBezTo>
                    <a:cubicBezTo>
                      <a:pt x="322" y="653"/>
                      <a:pt x="322" y="653"/>
                      <a:pt x="322" y="653"/>
                    </a:cubicBezTo>
                    <a:cubicBezTo>
                      <a:pt x="315" y="659"/>
                      <a:pt x="315" y="659"/>
                      <a:pt x="315" y="659"/>
                    </a:cubicBezTo>
                    <a:cubicBezTo>
                      <a:pt x="315" y="659"/>
                      <a:pt x="315" y="659"/>
                      <a:pt x="315" y="659"/>
                    </a:cubicBezTo>
                    <a:cubicBezTo>
                      <a:pt x="309" y="664"/>
                      <a:pt x="309" y="664"/>
                      <a:pt x="309" y="664"/>
                    </a:cubicBezTo>
                    <a:cubicBezTo>
                      <a:pt x="309" y="664"/>
                      <a:pt x="309" y="664"/>
                      <a:pt x="309" y="664"/>
                    </a:cubicBezTo>
                    <a:cubicBezTo>
                      <a:pt x="304" y="669"/>
                      <a:pt x="304" y="669"/>
                      <a:pt x="304" y="669"/>
                    </a:cubicBezTo>
                    <a:cubicBezTo>
                      <a:pt x="304" y="669"/>
                      <a:pt x="304" y="669"/>
                      <a:pt x="304" y="669"/>
                    </a:cubicBezTo>
                    <a:cubicBezTo>
                      <a:pt x="303" y="676"/>
                      <a:pt x="303" y="676"/>
                      <a:pt x="303" y="676"/>
                    </a:cubicBezTo>
                    <a:cubicBezTo>
                      <a:pt x="303" y="676"/>
                      <a:pt x="303" y="676"/>
                      <a:pt x="303" y="676"/>
                    </a:cubicBezTo>
                    <a:cubicBezTo>
                      <a:pt x="304" y="676"/>
                      <a:pt x="304" y="676"/>
                      <a:pt x="304" y="676"/>
                    </a:cubicBezTo>
                    <a:cubicBezTo>
                      <a:pt x="304" y="676"/>
                      <a:pt x="304" y="676"/>
                      <a:pt x="304" y="676"/>
                    </a:cubicBezTo>
                    <a:cubicBezTo>
                      <a:pt x="305" y="676"/>
                      <a:pt x="305" y="676"/>
                      <a:pt x="305" y="676"/>
                    </a:cubicBezTo>
                    <a:cubicBezTo>
                      <a:pt x="305" y="676"/>
                      <a:pt x="305" y="676"/>
                      <a:pt x="305" y="676"/>
                    </a:cubicBezTo>
                    <a:cubicBezTo>
                      <a:pt x="305" y="676"/>
                      <a:pt x="305" y="676"/>
                      <a:pt x="305" y="676"/>
                    </a:cubicBezTo>
                    <a:cubicBezTo>
                      <a:pt x="305" y="676"/>
                      <a:pt x="305" y="676"/>
                      <a:pt x="305" y="676"/>
                    </a:cubicBezTo>
                    <a:cubicBezTo>
                      <a:pt x="306" y="676"/>
                      <a:pt x="306" y="676"/>
                      <a:pt x="306" y="676"/>
                    </a:cubicBezTo>
                    <a:cubicBezTo>
                      <a:pt x="306" y="676"/>
                      <a:pt x="306" y="676"/>
                      <a:pt x="306" y="676"/>
                    </a:cubicBezTo>
                    <a:cubicBezTo>
                      <a:pt x="306" y="675"/>
                      <a:pt x="306" y="675"/>
                      <a:pt x="306" y="675"/>
                    </a:cubicBezTo>
                    <a:cubicBezTo>
                      <a:pt x="306" y="675"/>
                      <a:pt x="306" y="675"/>
                      <a:pt x="306" y="675"/>
                    </a:cubicBezTo>
                    <a:cubicBezTo>
                      <a:pt x="307" y="674"/>
                      <a:pt x="307" y="674"/>
                      <a:pt x="307" y="674"/>
                    </a:cubicBezTo>
                    <a:cubicBezTo>
                      <a:pt x="307" y="674"/>
                      <a:pt x="307" y="674"/>
                      <a:pt x="307" y="674"/>
                    </a:cubicBezTo>
                    <a:cubicBezTo>
                      <a:pt x="307" y="674"/>
                      <a:pt x="307" y="674"/>
                      <a:pt x="307" y="674"/>
                    </a:cubicBezTo>
                    <a:cubicBezTo>
                      <a:pt x="307" y="674"/>
                      <a:pt x="307" y="674"/>
                      <a:pt x="307" y="674"/>
                    </a:cubicBezTo>
                    <a:cubicBezTo>
                      <a:pt x="308" y="673"/>
                      <a:pt x="308" y="673"/>
                      <a:pt x="308" y="673"/>
                    </a:cubicBezTo>
                    <a:cubicBezTo>
                      <a:pt x="308" y="673"/>
                      <a:pt x="308" y="673"/>
                      <a:pt x="308" y="673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1"/>
                      <a:pt x="308" y="671"/>
                      <a:pt x="308" y="671"/>
                    </a:cubicBezTo>
                    <a:cubicBezTo>
                      <a:pt x="308" y="671"/>
                      <a:pt x="308" y="671"/>
                      <a:pt x="308" y="671"/>
                    </a:cubicBezTo>
                    <a:cubicBezTo>
                      <a:pt x="308" y="671"/>
                      <a:pt x="308" y="671"/>
                      <a:pt x="308" y="671"/>
                    </a:cubicBezTo>
                    <a:cubicBezTo>
                      <a:pt x="308" y="671"/>
                      <a:pt x="308" y="671"/>
                      <a:pt x="308" y="671"/>
                    </a:cubicBezTo>
                    <a:cubicBezTo>
                      <a:pt x="308" y="670"/>
                      <a:pt x="308" y="670"/>
                      <a:pt x="308" y="670"/>
                    </a:cubicBezTo>
                    <a:cubicBezTo>
                      <a:pt x="308" y="670"/>
                      <a:pt x="308" y="670"/>
                      <a:pt x="308" y="670"/>
                    </a:cubicBezTo>
                    <a:cubicBezTo>
                      <a:pt x="308" y="670"/>
                      <a:pt x="308" y="670"/>
                      <a:pt x="308" y="670"/>
                    </a:cubicBezTo>
                    <a:cubicBezTo>
                      <a:pt x="308" y="670"/>
                      <a:pt x="308" y="670"/>
                      <a:pt x="308" y="670"/>
                    </a:cubicBezTo>
                    <a:cubicBezTo>
                      <a:pt x="308" y="670"/>
                      <a:pt x="308" y="670"/>
                      <a:pt x="308" y="670"/>
                    </a:cubicBezTo>
                    <a:cubicBezTo>
                      <a:pt x="308" y="670"/>
                      <a:pt x="308" y="670"/>
                      <a:pt x="308" y="670"/>
                    </a:cubicBezTo>
                    <a:cubicBezTo>
                      <a:pt x="309" y="670"/>
                      <a:pt x="309" y="670"/>
                      <a:pt x="309" y="670"/>
                    </a:cubicBezTo>
                    <a:cubicBezTo>
                      <a:pt x="309" y="670"/>
                      <a:pt x="309" y="670"/>
                      <a:pt x="309" y="670"/>
                    </a:cubicBezTo>
                    <a:cubicBezTo>
                      <a:pt x="309" y="671"/>
                      <a:pt x="309" y="671"/>
                      <a:pt x="309" y="671"/>
                    </a:cubicBezTo>
                    <a:cubicBezTo>
                      <a:pt x="309" y="671"/>
                      <a:pt x="309" y="671"/>
                      <a:pt x="309" y="671"/>
                    </a:cubicBezTo>
                    <a:cubicBezTo>
                      <a:pt x="309" y="672"/>
                      <a:pt x="309" y="672"/>
                      <a:pt x="309" y="672"/>
                    </a:cubicBezTo>
                    <a:cubicBezTo>
                      <a:pt x="309" y="672"/>
                      <a:pt x="309" y="672"/>
                      <a:pt x="309" y="672"/>
                    </a:cubicBezTo>
                    <a:cubicBezTo>
                      <a:pt x="309" y="673"/>
                      <a:pt x="309" y="673"/>
                      <a:pt x="309" y="673"/>
                    </a:cubicBezTo>
                    <a:cubicBezTo>
                      <a:pt x="309" y="673"/>
                      <a:pt x="309" y="673"/>
                      <a:pt x="309" y="673"/>
                    </a:cubicBezTo>
                    <a:cubicBezTo>
                      <a:pt x="309" y="674"/>
                      <a:pt x="309" y="674"/>
                      <a:pt x="309" y="674"/>
                    </a:cubicBezTo>
                    <a:cubicBezTo>
                      <a:pt x="309" y="674"/>
                      <a:pt x="309" y="674"/>
                      <a:pt x="309" y="674"/>
                    </a:cubicBezTo>
                    <a:cubicBezTo>
                      <a:pt x="309" y="675"/>
                      <a:pt x="309" y="675"/>
                      <a:pt x="309" y="675"/>
                    </a:cubicBezTo>
                    <a:cubicBezTo>
                      <a:pt x="309" y="675"/>
                      <a:pt x="309" y="675"/>
                      <a:pt x="309" y="675"/>
                    </a:cubicBezTo>
                    <a:cubicBezTo>
                      <a:pt x="309" y="676"/>
                      <a:pt x="309" y="676"/>
                      <a:pt x="309" y="676"/>
                    </a:cubicBezTo>
                    <a:cubicBezTo>
                      <a:pt x="309" y="676"/>
                      <a:pt x="309" y="676"/>
                      <a:pt x="309" y="676"/>
                    </a:cubicBezTo>
                    <a:cubicBezTo>
                      <a:pt x="308" y="676"/>
                      <a:pt x="308" y="676"/>
                      <a:pt x="308" y="676"/>
                    </a:cubicBezTo>
                    <a:cubicBezTo>
                      <a:pt x="308" y="676"/>
                      <a:pt x="308" y="676"/>
                      <a:pt x="308" y="676"/>
                    </a:cubicBezTo>
                    <a:cubicBezTo>
                      <a:pt x="308" y="677"/>
                      <a:pt x="308" y="677"/>
                      <a:pt x="308" y="677"/>
                    </a:cubicBezTo>
                    <a:cubicBezTo>
                      <a:pt x="308" y="677"/>
                      <a:pt x="308" y="677"/>
                      <a:pt x="308" y="677"/>
                    </a:cubicBezTo>
                    <a:cubicBezTo>
                      <a:pt x="304" y="681"/>
                      <a:pt x="304" y="681"/>
                      <a:pt x="304" y="681"/>
                    </a:cubicBezTo>
                    <a:cubicBezTo>
                      <a:pt x="304" y="681"/>
                      <a:pt x="304" y="681"/>
                      <a:pt x="304" y="681"/>
                    </a:cubicBezTo>
                    <a:cubicBezTo>
                      <a:pt x="304" y="685"/>
                      <a:pt x="304" y="685"/>
                      <a:pt x="304" y="685"/>
                    </a:cubicBezTo>
                    <a:cubicBezTo>
                      <a:pt x="304" y="685"/>
                      <a:pt x="304" y="685"/>
                      <a:pt x="304" y="685"/>
                    </a:cubicBezTo>
                    <a:cubicBezTo>
                      <a:pt x="304" y="688"/>
                      <a:pt x="304" y="688"/>
                      <a:pt x="304" y="688"/>
                    </a:cubicBezTo>
                    <a:cubicBezTo>
                      <a:pt x="304" y="688"/>
                      <a:pt x="304" y="688"/>
                      <a:pt x="304" y="688"/>
                    </a:cubicBezTo>
                    <a:cubicBezTo>
                      <a:pt x="304" y="692"/>
                      <a:pt x="304" y="692"/>
                      <a:pt x="304" y="692"/>
                    </a:cubicBezTo>
                    <a:cubicBezTo>
                      <a:pt x="304" y="692"/>
                      <a:pt x="304" y="692"/>
                      <a:pt x="304" y="692"/>
                    </a:cubicBezTo>
                    <a:cubicBezTo>
                      <a:pt x="305" y="696"/>
                      <a:pt x="305" y="696"/>
                      <a:pt x="305" y="696"/>
                    </a:cubicBezTo>
                    <a:cubicBezTo>
                      <a:pt x="305" y="696"/>
                      <a:pt x="305" y="696"/>
                      <a:pt x="305" y="696"/>
                    </a:cubicBezTo>
                    <a:cubicBezTo>
                      <a:pt x="305" y="701"/>
                      <a:pt x="305" y="701"/>
                      <a:pt x="305" y="701"/>
                    </a:cubicBezTo>
                    <a:cubicBezTo>
                      <a:pt x="305" y="701"/>
                      <a:pt x="305" y="701"/>
                      <a:pt x="305" y="701"/>
                    </a:cubicBezTo>
                    <a:cubicBezTo>
                      <a:pt x="306" y="704"/>
                      <a:pt x="306" y="704"/>
                      <a:pt x="306" y="704"/>
                    </a:cubicBezTo>
                    <a:cubicBezTo>
                      <a:pt x="306" y="704"/>
                      <a:pt x="306" y="704"/>
                      <a:pt x="306" y="704"/>
                    </a:cubicBezTo>
                    <a:cubicBezTo>
                      <a:pt x="306" y="708"/>
                      <a:pt x="306" y="708"/>
                      <a:pt x="306" y="708"/>
                    </a:cubicBezTo>
                    <a:cubicBezTo>
                      <a:pt x="306" y="708"/>
                      <a:pt x="306" y="708"/>
                      <a:pt x="306" y="708"/>
                    </a:cubicBezTo>
                    <a:cubicBezTo>
                      <a:pt x="306" y="712"/>
                      <a:pt x="306" y="712"/>
                      <a:pt x="306" y="712"/>
                    </a:cubicBezTo>
                    <a:cubicBezTo>
                      <a:pt x="306" y="712"/>
                      <a:pt x="306" y="712"/>
                      <a:pt x="306" y="712"/>
                    </a:cubicBezTo>
                    <a:cubicBezTo>
                      <a:pt x="306" y="713"/>
                      <a:pt x="306" y="713"/>
                      <a:pt x="306" y="713"/>
                    </a:cubicBezTo>
                    <a:cubicBezTo>
                      <a:pt x="306" y="713"/>
                      <a:pt x="306" y="713"/>
                      <a:pt x="306" y="713"/>
                    </a:cubicBezTo>
                    <a:cubicBezTo>
                      <a:pt x="306" y="713"/>
                      <a:pt x="306" y="713"/>
                      <a:pt x="306" y="713"/>
                    </a:cubicBezTo>
                    <a:cubicBezTo>
                      <a:pt x="306" y="713"/>
                      <a:pt x="306" y="713"/>
                      <a:pt x="306" y="713"/>
                    </a:cubicBezTo>
                    <a:cubicBezTo>
                      <a:pt x="306" y="713"/>
                      <a:pt x="306" y="713"/>
                      <a:pt x="306" y="713"/>
                    </a:cubicBezTo>
                    <a:cubicBezTo>
                      <a:pt x="306" y="713"/>
                      <a:pt x="306" y="713"/>
                      <a:pt x="306" y="713"/>
                    </a:cubicBezTo>
                    <a:cubicBezTo>
                      <a:pt x="305" y="713"/>
                      <a:pt x="305" y="713"/>
                      <a:pt x="305" y="713"/>
                    </a:cubicBezTo>
                    <a:cubicBezTo>
                      <a:pt x="305" y="713"/>
                      <a:pt x="305" y="713"/>
                      <a:pt x="305" y="713"/>
                    </a:cubicBezTo>
                    <a:cubicBezTo>
                      <a:pt x="305" y="713"/>
                      <a:pt x="305" y="713"/>
                      <a:pt x="305" y="713"/>
                    </a:cubicBezTo>
                    <a:cubicBezTo>
                      <a:pt x="305" y="713"/>
                      <a:pt x="305" y="713"/>
                      <a:pt x="305" y="713"/>
                    </a:cubicBezTo>
                    <a:cubicBezTo>
                      <a:pt x="305" y="713"/>
                      <a:pt x="305" y="713"/>
                      <a:pt x="305" y="713"/>
                    </a:cubicBezTo>
                    <a:cubicBezTo>
                      <a:pt x="305" y="713"/>
                      <a:pt x="305" y="713"/>
                      <a:pt x="305" y="713"/>
                    </a:cubicBezTo>
                    <a:cubicBezTo>
                      <a:pt x="304" y="713"/>
                      <a:pt x="304" y="713"/>
                      <a:pt x="304" y="713"/>
                    </a:cubicBezTo>
                    <a:cubicBezTo>
                      <a:pt x="304" y="713"/>
                      <a:pt x="304" y="713"/>
                      <a:pt x="304" y="713"/>
                    </a:cubicBezTo>
                    <a:cubicBezTo>
                      <a:pt x="304" y="713"/>
                      <a:pt x="304" y="713"/>
                      <a:pt x="304" y="713"/>
                    </a:cubicBezTo>
                    <a:close/>
                    <a:moveTo>
                      <a:pt x="506" y="712"/>
                    </a:moveTo>
                    <a:cubicBezTo>
                      <a:pt x="506" y="710"/>
                      <a:pt x="506" y="710"/>
                      <a:pt x="506" y="710"/>
                    </a:cubicBezTo>
                    <a:cubicBezTo>
                      <a:pt x="506" y="710"/>
                      <a:pt x="506" y="710"/>
                      <a:pt x="506" y="710"/>
                    </a:cubicBezTo>
                    <a:cubicBezTo>
                      <a:pt x="507" y="710"/>
                      <a:pt x="507" y="710"/>
                      <a:pt x="507" y="710"/>
                    </a:cubicBezTo>
                    <a:cubicBezTo>
                      <a:pt x="507" y="710"/>
                      <a:pt x="507" y="710"/>
                      <a:pt x="507" y="710"/>
                    </a:cubicBezTo>
                    <a:cubicBezTo>
                      <a:pt x="509" y="709"/>
                      <a:pt x="509" y="709"/>
                      <a:pt x="509" y="709"/>
                    </a:cubicBezTo>
                    <a:cubicBezTo>
                      <a:pt x="509" y="709"/>
                      <a:pt x="509" y="709"/>
                      <a:pt x="509" y="709"/>
                    </a:cubicBezTo>
                    <a:cubicBezTo>
                      <a:pt x="511" y="708"/>
                      <a:pt x="511" y="708"/>
                      <a:pt x="511" y="708"/>
                    </a:cubicBezTo>
                    <a:cubicBezTo>
                      <a:pt x="511" y="708"/>
                      <a:pt x="511" y="708"/>
                      <a:pt x="511" y="708"/>
                    </a:cubicBezTo>
                    <a:cubicBezTo>
                      <a:pt x="512" y="708"/>
                      <a:pt x="512" y="708"/>
                      <a:pt x="512" y="708"/>
                    </a:cubicBezTo>
                    <a:cubicBezTo>
                      <a:pt x="512" y="708"/>
                      <a:pt x="512" y="708"/>
                      <a:pt x="512" y="708"/>
                    </a:cubicBezTo>
                    <a:cubicBezTo>
                      <a:pt x="514" y="707"/>
                      <a:pt x="514" y="707"/>
                      <a:pt x="514" y="707"/>
                    </a:cubicBezTo>
                    <a:cubicBezTo>
                      <a:pt x="514" y="707"/>
                      <a:pt x="514" y="707"/>
                      <a:pt x="514" y="707"/>
                    </a:cubicBezTo>
                    <a:cubicBezTo>
                      <a:pt x="516" y="706"/>
                      <a:pt x="516" y="706"/>
                      <a:pt x="516" y="706"/>
                    </a:cubicBezTo>
                    <a:cubicBezTo>
                      <a:pt x="516" y="706"/>
                      <a:pt x="516" y="706"/>
                      <a:pt x="516" y="706"/>
                    </a:cubicBezTo>
                    <a:cubicBezTo>
                      <a:pt x="517" y="705"/>
                      <a:pt x="517" y="705"/>
                      <a:pt x="517" y="705"/>
                    </a:cubicBezTo>
                    <a:cubicBezTo>
                      <a:pt x="517" y="705"/>
                      <a:pt x="517" y="705"/>
                      <a:pt x="517" y="705"/>
                    </a:cubicBezTo>
                    <a:cubicBezTo>
                      <a:pt x="520" y="703"/>
                      <a:pt x="520" y="703"/>
                      <a:pt x="520" y="703"/>
                    </a:cubicBezTo>
                    <a:cubicBezTo>
                      <a:pt x="520" y="703"/>
                      <a:pt x="520" y="703"/>
                      <a:pt x="520" y="703"/>
                    </a:cubicBezTo>
                    <a:cubicBezTo>
                      <a:pt x="522" y="701"/>
                      <a:pt x="522" y="701"/>
                      <a:pt x="522" y="701"/>
                    </a:cubicBezTo>
                    <a:cubicBezTo>
                      <a:pt x="522" y="701"/>
                      <a:pt x="522" y="701"/>
                      <a:pt x="522" y="701"/>
                    </a:cubicBezTo>
                    <a:cubicBezTo>
                      <a:pt x="525" y="699"/>
                      <a:pt x="525" y="699"/>
                      <a:pt x="525" y="699"/>
                    </a:cubicBezTo>
                    <a:cubicBezTo>
                      <a:pt x="525" y="699"/>
                      <a:pt x="525" y="699"/>
                      <a:pt x="525" y="699"/>
                    </a:cubicBezTo>
                    <a:cubicBezTo>
                      <a:pt x="527" y="696"/>
                      <a:pt x="527" y="696"/>
                      <a:pt x="527" y="696"/>
                    </a:cubicBezTo>
                    <a:cubicBezTo>
                      <a:pt x="527" y="696"/>
                      <a:pt x="527" y="696"/>
                      <a:pt x="527" y="696"/>
                    </a:cubicBezTo>
                    <a:cubicBezTo>
                      <a:pt x="528" y="693"/>
                      <a:pt x="528" y="693"/>
                      <a:pt x="528" y="693"/>
                    </a:cubicBezTo>
                    <a:cubicBezTo>
                      <a:pt x="528" y="693"/>
                      <a:pt x="528" y="693"/>
                      <a:pt x="528" y="693"/>
                    </a:cubicBezTo>
                    <a:cubicBezTo>
                      <a:pt x="530" y="690"/>
                      <a:pt x="530" y="690"/>
                      <a:pt x="530" y="690"/>
                    </a:cubicBezTo>
                    <a:cubicBezTo>
                      <a:pt x="530" y="690"/>
                      <a:pt x="530" y="690"/>
                      <a:pt x="530" y="690"/>
                    </a:cubicBezTo>
                    <a:cubicBezTo>
                      <a:pt x="531" y="687"/>
                      <a:pt x="531" y="687"/>
                      <a:pt x="531" y="687"/>
                    </a:cubicBezTo>
                    <a:cubicBezTo>
                      <a:pt x="531" y="687"/>
                      <a:pt x="531" y="687"/>
                      <a:pt x="531" y="687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2" y="682"/>
                      <a:pt x="532" y="682"/>
                      <a:pt x="532" y="682"/>
                    </a:cubicBezTo>
                    <a:cubicBezTo>
                      <a:pt x="532" y="682"/>
                      <a:pt x="532" y="682"/>
                      <a:pt x="532" y="682"/>
                    </a:cubicBezTo>
                    <a:cubicBezTo>
                      <a:pt x="532" y="682"/>
                      <a:pt x="532" y="682"/>
                      <a:pt x="532" y="682"/>
                    </a:cubicBezTo>
                    <a:cubicBezTo>
                      <a:pt x="532" y="682"/>
                      <a:pt x="532" y="682"/>
                      <a:pt x="532" y="682"/>
                    </a:cubicBezTo>
                    <a:cubicBezTo>
                      <a:pt x="532" y="682"/>
                      <a:pt x="532" y="682"/>
                      <a:pt x="532" y="682"/>
                    </a:cubicBezTo>
                    <a:cubicBezTo>
                      <a:pt x="532" y="682"/>
                      <a:pt x="532" y="682"/>
                      <a:pt x="532" y="682"/>
                    </a:cubicBezTo>
                    <a:cubicBezTo>
                      <a:pt x="532" y="681"/>
                      <a:pt x="532" y="681"/>
                      <a:pt x="532" y="681"/>
                    </a:cubicBezTo>
                    <a:cubicBezTo>
                      <a:pt x="532" y="681"/>
                      <a:pt x="532" y="681"/>
                      <a:pt x="532" y="681"/>
                    </a:cubicBezTo>
                    <a:cubicBezTo>
                      <a:pt x="529" y="682"/>
                      <a:pt x="529" y="682"/>
                      <a:pt x="529" y="682"/>
                    </a:cubicBezTo>
                    <a:cubicBezTo>
                      <a:pt x="529" y="682"/>
                      <a:pt x="529" y="682"/>
                      <a:pt x="529" y="682"/>
                    </a:cubicBezTo>
                    <a:cubicBezTo>
                      <a:pt x="526" y="682"/>
                      <a:pt x="526" y="682"/>
                      <a:pt x="526" y="682"/>
                    </a:cubicBezTo>
                    <a:cubicBezTo>
                      <a:pt x="526" y="682"/>
                      <a:pt x="526" y="682"/>
                      <a:pt x="526" y="682"/>
                    </a:cubicBezTo>
                    <a:cubicBezTo>
                      <a:pt x="523" y="684"/>
                      <a:pt x="523" y="684"/>
                      <a:pt x="523" y="684"/>
                    </a:cubicBezTo>
                    <a:cubicBezTo>
                      <a:pt x="523" y="684"/>
                      <a:pt x="523" y="684"/>
                      <a:pt x="523" y="684"/>
                    </a:cubicBezTo>
                    <a:cubicBezTo>
                      <a:pt x="520" y="685"/>
                      <a:pt x="520" y="685"/>
                      <a:pt x="520" y="685"/>
                    </a:cubicBezTo>
                    <a:cubicBezTo>
                      <a:pt x="520" y="685"/>
                      <a:pt x="520" y="685"/>
                      <a:pt x="520" y="685"/>
                    </a:cubicBezTo>
                    <a:cubicBezTo>
                      <a:pt x="517" y="686"/>
                      <a:pt x="517" y="686"/>
                      <a:pt x="517" y="686"/>
                    </a:cubicBezTo>
                    <a:cubicBezTo>
                      <a:pt x="517" y="686"/>
                      <a:pt x="517" y="686"/>
                      <a:pt x="517" y="686"/>
                    </a:cubicBezTo>
                    <a:cubicBezTo>
                      <a:pt x="514" y="688"/>
                      <a:pt x="514" y="688"/>
                      <a:pt x="514" y="688"/>
                    </a:cubicBezTo>
                    <a:cubicBezTo>
                      <a:pt x="514" y="688"/>
                      <a:pt x="514" y="688"/>
                      <a:pt x="514" y="688"/>
                    </a:cubicBezTo>
                    <a:cubicBezTo>
                      <a:pt x="511" y="689"/>
                      <a:pt x="511" y="689"/>
                      <a:pt x="511" y="689"/>
                    </a:cubicBezTo>
                    <a:cubicBezTo>
                      <a:pt x="511" y="689"/>
                      <a:pt x="511" y="689"/>
                      <a:pt x="511" y="689"/>
                    </a:cubicBezTo>
                    <a:cubicBezTo>
                      <a:pt x="508" y="690"/>
                      <a:pt x="508" y="690"/>
                      <a:pt x="508" y="690"/>
                    </a:cubicBezTo>
                    <a:cubicBezTo>
                      <a:pt x="508" y="690"/>
                      <a:pt x="508" y="690"/>
                      <a:pt x="508" y="690"/>
                    </a:cubicBezTo>
                    <a:cubicBezTo>
                      <a:pt x="501" y="694"/>
                      <a:pt x="501" y="694"/>
                      <a:pt x="501" y="694"/>
                    </a:cubicBezTo>
                    <a:cubicBezTo>
                      <a:pt x="501" y="694"/>
                      <a:pt x="501" y="694"/>
                      <a:pt x="501" y="694"/>
                    </a:cubicBezTo>
                    <a:cubicBezTo>
                      <a:pt x="500" y="694"/>
                      <a:pt x="500" y="694"/>
                      <a:pt x="500" y="694"/>
                    </a:cubicBezTo>
                    <a:cubicBezTo>
                      <a:pt x="500" y="694"/>
                      <a:pt x="500" y="694"/>
                      <a:pt x="500" y="694"/>
                    </a:cubicBezTo>
                    <a:cubicBezTo>
                      <a:pt x="499" y="695"/>
                      <a:pt x="499" y="695"/>
                      <a:pt x="499" y="695"/>
                    </a:cubicBezTo>
                    <a:cubicBezTo>
                      <a:pt x="499" y="695"/>
                      <a:pt x="499" y="695"/>
                      <a:pt x="499" y="695"/>
                    </a:cubicBezTo>
                    <a:cubicBezTo>
                      <a:pt x="498" y="695"/>
                      <a:pt x="498" y="695"/>
                      <a:pt x="498" y="695"/>
                    </a:cubicBezTo>
                    <a:cubicBezTo>
                      <a:pt x="498" y="695"/>
                      <a:pt x="498" y="695"/>
                      <a:pt x="498" y="695"/>
                    </a:cubicBezTo>
                    <a:cubicBezTo>
                      <a:pt x="498" y="695"/>
                      <a:pt x="498" y="695"/>
                      <a:pt x="498" y="695"/>
                    </a:cubicBezTo>
                    <a:cubicBezTo>
                      <a:pt x="498" y="695"/>
                      <a:pt x="498" y="695"/>
                      <a:pt x="498" y="695"/>
                    </a:cubicBezTo>
                    <a:cubicBezTo>
                      <a:pt x="497" y="696"/>
                      <a:pt x="497" y="696"/>
                      <a:pt x="497" y="696"/>
                    </a:cubicBezTo>
                    <a:cubicBezTo>
                      <a:pt x="497" y="696"/>
                      <a:pt x="497" y="696"/>
                      <a:pt x="497" y="696"/>
                    </a:cubicBezTo>
                    <a:cubicBezTo>
                      <a:pt x="496" y="696"/>
                      <a:pt x="496" y="696"/>
                      <a:pt x="496" y="696"/>
                    </a:cubicBezTo>
                    <a:cubicBezTo>
                      <a:pt x="496" y="696"/>
                      <a:pt x="496" y="696"/>
                      <a:pt x="496" y="696"/>
                    </a:cubicBezTo>
                    <a:cubicBezTo>
                      <a:pt x="495" y="696"/>
                      <a:pt x="495" y="696"/>
                      <a:pt x="495" y="696"/>
                    </a:cubicBezTo>
                    <a:cubicBezTo>
                      <a:pt x="495" y="696"/>
                      <a:pt x="495" y="696"/>
                      <a:pt x="495" y="696"/>
                    </a:cubicBezTo>
                    <a:cubicBezTo>
                      <a:pt x="494" y="695"/>
                      <a:pt x="494" y="695"/>
                      <a:pt x="494" y="695"/>
                    </a:cubicBezTo>
                    <a:cubicBezTo>
                      <a:pt x="494" y="695"/>
                      <a:pt x="494" y="695"/>
                      <a:pt x="494" y="695"/>
                    </a:cubicBezTo>
                    <a:cubicBezTo>
                      <a:pt x="487" y="690"/>
                      <a:pt x="487" y="690"/>
                      <a:pt x="487" y="690"/>
                    </a:cubicBezTo>
                    <a:cubicBezTo>
                      <a:pt x="487" y="690"/>
                      <a:pt x="487" y="690"/>
                      <a:pt x="487" y="690"/>
                    </a:cubicBezTo>
                    <a:cubicBezTo>
                      <a:pt x="490" y="690"/>
                      <a:pt x="490" y="690"/>
                      <a:pt x="490" y="690"/>
                    </a:cubicBezTo>
                    <a:cubicBezTo>
                      <a:pt x="490" y="690"/>
                      <a:pt x="490" y="690"/>
                      <a:pt x="490" y="690"/>
                    </a:cubicBezTo>
                    <a:cubicBezTo>
                      <a:pt x="493" y="689"/>
                      <a:pt x="493" y="689"/>
                      <a:pt x="493" y="689"/>
                    </a:cubicBezTo>
                    <a:cubicBezTo>
                      <a:pt x="493" y="689"/>
                      <a:pt x="493" y="689"/>
                      <a:pt x="493" y="689"/>
                    </a:cubicBezTo>
                    <a:cubicBezTo>
                      <a:pt x="496" y="688"/>
                      <a:pt x="496" y="688"/>
                      <a:pt x="496" y="688"/>
                    </a:cubicBezTo>
                    <a:cubicBezTo>
                      <a:pt x="496" y="688"/>
                      <a:pt x="496" y="688"/>
                      <a:pt x="496" y="688"/>
                    </a:cubicBezTo>
                    <a:cubicBezTo>
                      <a:pt x="499" y="686"/>
                      <a:pt x="499" y="686"/>
                      <a:pt x="499" y="686"/>
                    </a:cubicBezTo>
                    <a:cubicBezTo>
                      <a:pt x="499" y="686"/>
                      <a:pt x="499" y="686"/>
                      <a:pt x="499" y="686"/>
                    </a:cubicBezTo>
                    <a:cubicBezTo>
                      <a:pt x="502" y="685"/>
                      <a:pt x="502" y="685"/>
                      <a:pt x="502" y="685"/>
                    </a:cubicBezTo>
                    <a:cubicBezTo>
                      <a:pt x="502" y="685"/>
                      <a:pt x="502" y="685"/>
                      <a:pt x="502" y="685"/>
                    </a:cubicBezTo>
                    <a:cubicBezTo>
                      <a:pt x="506" y="684"/>
                      <a:pt x="506" y="684"/>
                      <a:pt x="506" y="684"/>
                    </a:cubicBezTo>
                    <a:cubicBezTo>
                      <a:pt x="506" y="684"/>
                      <a:pt x="506" y="684"/>
                      <a:pt x="506" y="684"/>
                    </a:cubicBezTo>
                    <a:cubicBezTo>
                      <a:pt x="509" y="683"/>
                      <a:pt x="509" y="683"/>
                      <a:pt x="509" y="683"/>
                    </a:cubicBezTo>
                    <a:cubicBezTo>
                      <a:pt x="509" y="683"/>
                      <a:pt x="509" y="683"/>
                      <a:pt x="509" y="683"/>
                    </a:cubicBezTo>
                    <a:cubicBezTo>
                      <a:pt x="512" y="683"/>
                      <a:pt x="512" y="683"/>
                      <a:pt x="512" y="683"/>
                    </a:cubicBezTo>
                    <a:cubicBezTo>
                      <a:pt x="512" y="683"/>
                      <a:pt x="512" y="683"/>
                      <a:pt x="512" y="683"/>
                    </a:cubicBezTo>
                    <a:cubicBezTo>
                      <a:pt x="522" y="679"/>
                      <a:pt x="522" y="679"/>
                      <a:pt x="522" y="679"/>
                    </a:cubicBezTo>
                    <a:cubicBezTo>
                      <a:pt x="522" y="679"/>
                      <a:pt x="522" y="679"/>
                      <a:pt x="522" y="679"/>
                    </a:cubicBezTo>
                    <a:cubicBezTo>
                      <a:pt x="533" y="677"/>
                      <a:pt x="533" y="677"/>
                      <a:pt x="533" y="677"/>
                    </a:cubicBezTo>
                    <a:cubicBezTo>
                      <a:pt x="533" y="677"/>
                      <a:pt x="533" y="677"/>
                      <a:pt x="533" y="677"/>
                    </a:cubicBezTo>
                    <a:cubicBezTo>
                      <a:pt x="534" y="674"/>
                      <a:pt x="534" y="674"/>
                      <a:pt x="534" y="674"/>
                    </a:cubicBezTo>
                    <a:cubicBezTo>
                      <a:pt x="534" y="674"/>
                      <a:pt x="534" y="674"/>
                      <a:pt x="534" y="674"/>
                    </a:cubicBezTo>
                    <a:cubicBezTo>
                      <a:pt x="536" y="671"/>
                      <a:pt x="536" y="671"/>
                      <a:pt x="536" y="671"/>
                    </a:cubicBezTo>
                    <a:cubicBezTo>
                      <a:pt x="536" y="671"/>
                      <a:pt x="536" y="671"/>
                      <a:pt x="536" y="671"/>
                    </a:cubicBezTo>
                    <a:cubicBezTo>
                      <a:pt x="536" y="668"/>
                      <a:pt x="536" y="668"/>
                      <a:pt x="536" y="668"/>
                    </a:cubicBezTo>
                    <a:cubicBezTo>
                      <a:pt x="536" y="668"/>
                      <a:pt x="536" y="668"/>
                      <a:pt x="536" y="668"/>
                    </a:cubicBezTo>
                    <a:cubicBezTo>
                      <a:pt x="536" y="664"/>
                      <a:pt x="536" y="664"/>
                      <a:pt x="536" y="664"/>
                    </a:cubicBezTo>
                    <a:cubicBezTo>
                      <a:pt x="536" y="664"/>
                      <a:pt x="536" y="664"/>
                      <a:pt x="536" y="664"/>
                    </a:cubicBezTo>
                    <a:cubicBezTo>
                      <a:pt x="536" y="661"/>
                      <a:pt x="536" y="661"/>
                      <a:pt x="536" y="661"/>
                    </a:cubicBezTo>
                    <a:cubicBezTo>
                      <a:pt x="536" y="661"/>
                      <a:pt x="536" y="661"/>
                      <a:pt x="536" y="661"/>
                    </a:cubicBezTo>
                    <a:cubicBezTo>
                      <a:pt x="536" y="657"/>
                      <a:pt x="536" y="657"/>
                      <a:pt x="536" y="657"/>
                    </a:cubicBezTo>
                    <a:cubicBezTo>
                      <a:pt x="536" y="657"/>
                      <a:pt x="536" y="657"/>
                      <a:pt x="536" y="657"/>
                    </a:cubicBezTo>
                    <a:cubicBezTo>
                      <a:pt x="536" y="654"/>
                      <a:pt x="536" y="654"/>
                      <a:pt x="536" y="654"/>
                    </a:cubicBezTo>
                    <a:cubicBezTo>
                      <a:pt x="536" y="654"/>
                      <a:pt x="536" y="654"/>
                      <a:pt x="536" y="654"/>
                    </a:cubicBezTo>
                    <a:cubicBezTo>
                      <a:pt x="536" y="650"/>
                      <a:pt x="536" y="650"/>
                      <a:pt x="535" y="647"/>
                    </a:cubicBezTo>
                    <a:cubicBezTo>
                      <a:pt x="535" y="647"/>
                      <a:pt x="535" y="647"/>
                      <a:pt x="535" y="647"/>
                    </a:cubicBezTo>
                    <a:cubicBezTo>
                      <a:pt x="535" y="645"/>
                      <a:pt x="534" y="644"/>
                      <a:pt x="534" y="643"/>
                    </a:cubicBezTo>
                    <a:cubicBezTo>
                      <a:pt x="534" y="643"/>
                      <a:pt x="534" y="643"/>
                      <a:pt x="534" y="643"/>
                    </a:cubicBezTo>
                    <a:cubicBezTo>
                      <a:pt x="534" y="641"/>
                      <a:pt x="534" y="641"/>
                      <a:pt x="534" y="641"/>
                    </a:cubicBezTo>
                    <a:cubicBezTo>
                      <a:pt x="534" y="641"/>
                      <a:pt x="534" y="641"/>
                      <a:pt x="534" y="641"/>
                    </a:cubicBezTo>
                    <a:cubicBezTo>
                      <a:pt x="533" y="639"/>
                      <a:pt x="533" y="639"/>
                      <a:pt x="533" y="639"/>
                    </a:cubicBezTo>
                    <a:cubicBezTo>
                      <a:pt x="533" y="639"/>
                      <a:pt x="533" y="639"/>
                      <a:pt x="533" y="639"/>
                    </a:cubicBezTo>
                    <a:cubicBezTo>
                      <a:pt x="532" y="637"/>
                      <a:pt x="532" y="637"/>
                      <a:pt x="532" y="637"/>
                    </a:cubicBezTo>
                    <a:cubicBezTo>
                      <a:pt x="532" y="637"/>
                      <a:pt x="532" y="637"/>
                      <a:pt x="532" y="637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2" y="635"/>
                      <a:pt x="532" y="635"/>
                      <a:pt x="532" y="635"/>
                    </a:cubicBezTo>
                    <a:cubicBezTo>
                      <a:pt x="532" y="635"/>
                      <a:pt x="532" y="635"/>
                      <a:pt x="532" y="635"/>
                    </a:cubicBezTo>
                    <a:cubicBezTo>
                      <a:pt x="533" y="635"/>
                      <a:pt x="533" y="635"/>
                      <a:pt x="533" y="635"/>
                    </a:cubicBezTo>
                    <a:cubicBezTo>
                      <a:pt x="533" y="635"/>
                      <a:pt x="533" y="635"/>
                      <a:pt x="533" y="635"/>
                    </a:cubicBezTo>
                    <a:cubicBezTo>
                      <a:pt x="533" y="635"/>
                      <a:pt x="533" y="635"/>
                      <a:pt x="533" y="635"/>
                    </a:cubicBezTo>
                    <a:cubicBezTo>
                      <a:pt x="533" y="635"/>
                      <a:pt x="533" y="635"/>
                      <a:pt x="533" y="635"/>
                    </a:cubicBezTo>
                    <a:cubicBezTo>
                      <a:pt x="534" y="635"/>
                      <a:pt x="534" y="635"/>
                      <a:pt x="534" y="635"/>
                    </a:cubicBezTo>
                    <a:cubicBezTo>
                      <a:pt x="534" y="635"/>
                      <a:pt x="534" y="635"/>
                      <a:pt x="534" y="635"/>
                    </a:cubicBezTo>
                    <a:cubicBezTo>
                      <a:pt x="534" y="635"/>
                      <a:pt x="534" y="635"/>
                      <a:pt x="534" y="635"/>
                    </a:cubicBezTo>
                    <a:cubicBezTo>
                      <a:pt x="534" y="635"/>
                      <a:pt x="534" y="635"/>
                      <a:pt x="534" y="635"/>
                    </a:cubicBezTo>
                    <a:cubicBezTo>
                      <a:pt x="536" y="637"/>
                      <a:pt x="536" y="637"/>
                      <a:pt x="536" y="637"/>
                    </a:cubicBezTo>
                    <a:cubicBezTo>
                      <a:pt x="536" y="637"/>
                      <a:pt x="536" y="637"/>
                      <a:pt x="536" y="637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40" y="640"/>
                      <a:pt x="540" y="640"/>
                      <a:pt x="540" y="640"/>
                    </a:cubicBezTo>
                    <a:cubicBezTo>
                      <a:pt x="540" y="640"/>
                      <a:pt x="540" y="640"/>
                      <a:pt x="540" y="640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2" y="642"/>
                      <a:pt x="542" y="642"/>
                      <a:pt x="543" y="643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4" y="645"/>
                      <a:pt x="544" y="645"/>
                      <a:pt x="544" y="647"/>
                    </a:cubicBezTo>
                    <a:cubicBezTo>
                      <a:pt x="544" y="647"/>
                      <a:pt x="544" y="647"/>
                      <a:pt x="544" y="647"/>
                    </a:cubicBezTo>
                    <a:cubicBezTo>
                      <a:pt x="544" y="648"/>
                      <a:pt x="544" y="648"/>
                      <a:pt x="544" y="649"/>
                    </a:cubicBezTo>
                    <a:cubicBezTo>
                      <a:pt x="544" y="649"/>
                      <a:pt x="544" y="649"/>
                      <a:pt x="544" y="649"/>
                    </a:cubicBezTo>
                    <a:cubicBezTo>
                      <a:pt x="539" y="675"/>
                      <a:pt x="539" y="675"/>
                      <a:pt x="539" y="675"/>
                    </a:cubicBezTo>
                    <a:cubicBezTo>
                      <a:pt x="540" y="675"/>
                      <a:pt x="540" y="675"/>
                      <a:pt x="540" y="675"/>
                    </a:cubicBezTo>
                    <a:cubicBezTo>
                      <a:pt x="543" y="674"/>
                      <a:pt x="543" y="674"/>
                      <a:pt x="543" y="674"/>
                    </a:cubicBezTo>
                    <a:cubicBezTo>
                      <a:pt x="543" y="674"/>
                      <a:pt x="543" y="674"/>
                      <a:pt x="543" y="674"/>
                    </a:cubicBezTo>
                    <a:cubicBezTo>
                      <a:pt x="545" y="674"/>
                      <a:pt x="545" y="674"/>
                      <a:pt x="545" y="674"/>
                    </a:cubicBezTo>
                    <a:cubicBezTo>
                      <a:pt x="545" y="674"/>
                      <a:pt x="545" y="674"/>
                      <a:pt x="545" y="674"/>
                    </a:cubicBezTo>
                    <a:cubicBezTo>
                      <a:pt x="548" y="672"/>
                      <a:pt x="548" y="672"/>
                      <a:pt x="548" y="672"/>
                    </a:cubicBezTo>
                    <a:cubicBezTo>
                      <a:pt x="548" y="672"/>
                      <a:pt x="548" y="672"/>
                      <a:pt x="548" y="672"/>
                    </a:cubicBezTo>
                    <a:cubicBezTo>
                      <a:pt x="551" y="671"/>
                      <a:pt x="551" y="671"/>
                      <a:pt x="551" y="671"/>
                    </a:cubicBezTo>
                    <a:cubicBezTo>
                      <a:pt x="551" y="671"/>
                      <a:pt x="551" y="671"/>
                      <a:pt x="551" y="671"/>
                    </a:cubicBezTo>
                    <a:cubicBezTo>
                      <a:pt x="553" y="670"/>
                      <a:pt x="553" y="670"/>
                      <a:pt x="553" y="670"/>
                    </a:cubicBezTo>
                    <a:cubicBezTo>
                      <a:pt x="553" y="670"/>
                      <a:pt x="553" y="670"/>
                      <a:pt x="553" y="670"/>
                    </a:cubicBezTo>
                    <a:cubicBezTo>
                      <a:pt x="555" y="668"/>
                      <a:pt x="555" y="668"/>
                      <a:pt x="555" y="668"/>
                    </a:cubicBezTo>
                    <a:cubicBezTo>
                      <a:pt x="555" y="668"/>
                      <a:pt x="555" y="668"/>
                      <a:pt x="555" y="668"/>
                    </a:cubicBezTo>
                    <a:cubicBezTo>
                      <a:pt x="557" y="666"/>
                      <a:pt x="557" y="666"/>
                      <a:pt x="557" y="666"/>
                    </a:cubicBezTo>
                    <a:cubicBezTo>
                      <a:pt x="557" y="666"/>
                      <a:pt x="557" y="666"/>
                      <a:pt x="557" y="666"/>
                    </a:cubicBezTo>
                    <a:cubicBezTo>
                      <a:pt x="559" y="664"/>
                      <a:pt x="559" y="664"/>
                      <a:pt x="559" y="664"/>
                    </a:cubicBezTo>
                    <a:cubicBezTo>
                      <a:pt x="559" y="664"/>
                      <a:pt x="559" y="664"/>
                      <a:pt x="559" y="664"/>
                    </a:cubicBezTo>
                    <a:cubicBezTo>
                      <a:pt x="560" y="665"/>
                      <a:pt x="560" y="665"/>
                      <a:pt x="560" y="665"/>
                    </a:cubicBezTo>
                    <a:cubicBezTo>
                      <a:pt x="560" y="665"/>
                      <a:pt x="560" y="665"/>
                      <a:pt x="560" y="665"/>
                    </a:cubicBezTo>
                    <a:cubicBezTo>
                      <a:pt x="561" y="665"/>
                      <a:pt x="561" y="665"/>
                      <a:pt x="561" y="665"/>
                    </a:cubicBezTo>
                    <a:cubicBezTo>
                      <a:pt x="561" y="665"/>
                      <a:pt x="561" y="665"/>
                      <a:pt x="561" y="665"/>
                    </a:cubicBezTo>
                    <a:cubicBezTo>
                      <a:pt x="561" y="665"/>
                      <a:pt x="561" y="665"/>
                      <a:pt x="561" y="665"/>
                    </a:cubicBezTo>
                    <a:cubicBezTo>
                      <a:pt x="561" y="665"/>
                      <a:pt x="561" y="665"/>
                      <a:pt x="561" y="665"/>
                    </a:cubicBezTo>
                    <a:cubicBezTo>
                      <a:pt x="562" y="665"/>
                      <a:pt x="562" y="665"/>
                      <a:pt x="562" y="665"/>
                    </a:cubicBezTo>
                    <a:cubicBezTo>
                      <a:pt x="562" y="665"/>
                      <a:pt x="562" y="665"/>
                      <a:pt x="562" y="665"/>
                    </a:cubicBezTo>
                    <a:cubicBezTo>
                      <a:pt x="563" y="666"/>
                      <a:pt x="563" y="666"/>
                      <a:pt x="563" y="666"/>
                    </a:cubicBezTo>
                    <a:cubicBezTo>
                      <a:pt x="563" y="666"/>
                      <a:pt x="563" y="666"/>
                      <a:pt x="563" y="666"/>
                    </a:cubicBezTo>
                    <a:cubicBezTo>
                      <a:pt x="564" y="666"/>
                      <a:pt x="564" y="666"/>
                      <a:pt x="564" y="666"/>
                    </a:cubicBezTo>
                    <a:cubicBezTo>
                      <a:pt x="564" y="666"/>
                      <a:pt x="564" y="666"/>
                      <a:pt x="564" y="666"/>
                    </a:cubicBezTo>
                    <a:cubicBezTo>
                      <a:pt x="564" y="667"/>
                      <a:pt x="564" y="667"/>
                      <a:pt x="564" y="667"/>
                    </a:cubicBezTo>
                    <a:cubicBezTo>
                      <a:pt x="564" y="667"/>
                      <a:pt x="564" y="667"/>
                      <a:pt x="564" y="667"/>
                    </a:cubicBezTo>
                    <a:cubicBezTo>
                      <a:pt x="565" y="667"/>
                      <a:pt x="565" y="667"/>
                      <a:pt x="565" y="667"/>
                    </a:cubicBezTo>
                    <a:cubicBezTo>
                      <a:pt x="565" y="667"/>
                      <a:pt x="565" y="667"/>
                      <a:pt x="565" y="667"/>
                    </a:cubicBezTo>
                    <a:cubicBezTo>
                      <a:pt x="547" y="676"/>
                      <a:pt x="547" y="676"/>
                      <a:pt x="547" y="676"/>
                    </a:cubicBezTo>
                    <a:cubicBezTo>
                      <a:pt x="547" y="676"/>
                      <a:pt x="547" y="676"/>
                      <a:pt x="547" y="676"/>
                    </a:cubicBezTo>
                    <a:cubicBezTo>
                      <a:pt x="546" y="676"/>
                      <a:pt x="546" y="676"/>
                      <a:pt x="546" y="676"/>
                    </a:cubicBezTo>
                    <a:cubicBezTo>
                      <a:pt x="546" y="676"/>
                      <a:pt x="546" y="676"/>
                      <a:pt x="546" y="676"/>
                    </a:cubicBezTo>
                    <a:cubicBezTo>
                      <a:pt x="545" y="676"/>
                      <a:pt x="545" y="676"/>
                      <a:pt x="545" y="676"/>
                    </a:cubicBezTo>
                    <a:cubicBezTo>
                      <a:pt x="545" y="676"/>
                      <a:pt x="545" y="676"/>
                      <a:pt x="545" y="676"/>
                    </a:cubicBezTo>
                    <a:cubicBezTo>
                      <a:pt x="545" y="676"/>
                      <a:pt x="545" y="676"/>
                      <a:pt x="545" y="676"/>
                    </a:cubicBezTo>
                    <a:cubicBezTo>
                      <a:pt x="545" y="676"/>
                      <a:pt x="545" y="676"/>
                      <a:pt x="545" y="676"/>
                    </a:cubicBezTo>
                    <a:cubicBezTo>
                      <a:pt x="544" y="676"/>
                      <a:pt x="544" y="676"/>
                      <a:pt x="544" y="676"/>
                    </a:cubicBezTo>
                    <a:cubicBezTo>
                      <a:pt x="544" y="676"/>
                      <a:pt x="544" y="676"/>
                      <a:pt x="544" y="676"/>
                    </a:cubicBezTo>
                    <a:cubicBezTo>
                      <a:pt x="544" y="677"/>
                      <a:pt x="544" y="677"/>
                      <a:pt x="544" y="677"/>
                    </a:cubicBezTo>
                    <a:cubicBezTo>
                      <a:pt x="544" y="677"/>
                      <a:pt x="544" y="677"/>
                      <a:pt x="544" y="677"/>
                    </a:cubicBezTo>
                    <a:cubicBezTo>
                      <a:pt x="543" y="677"/>
                      <a:pt x="543" y="677"/>
                      <a:pt x="543" y="677"/>
                    </a:cubicBezTo>
                    <a:cubicBezTo>
                      <a:pt x="543" y="677"/>
                      <a:pt x="543" y="677"/>
                      <a:pt x="543" y="677"/>
                    </a:cubicBezTo>
                    <a:cubicBezTo>
                      <a:pt x="543" y="677"/>
                      <a:pt x="543" y="677"/>
                      <a:pt x="543" y="677"/>
                    </a:cubicBezTo>
                    <a:cubicBezTo>
                      <a:pt x="543" y="677"/>
                      <a:pt x="543" y="677"/>
                      <a:pt x="543" y="677"/>
                    </a:cubicBezTo>
                    <a:cubicBezTo>
                      <a:pt x="543" y="677"/>
                      <a:pt x="543" y="677"/>
                      <a:pt x="543" y="677"/>
                    </a:cubicBezTo>
                    <a:cubicBezTo>
                      <a:pt x="543" y="677"/>
                      <a:pt x="543" y="677"/>
                      <a:pt x="543" y="677"/>
                    </a:cubicBezTo>
                    <a:cubicBezTo>
                      <a:pt x="542" y="678"/>
                      <a:pt x="542" y="678"/>
                      <a:pt x="542" y="678"/>
                    </a:cubicBezTo>
                    <a:cubicBezTo>
                      <a:pt x="542" y="678"/>
                      <a:pt x="542" y="678"/>
                      <a:pt x="542" y="678"/>
                    </a:cubicBezTo>
                    <a:cubicBezTo>
                      <a:pt x="542" y="678"/>
                      <a:pt x="542" y="678"/>
                      <a:pt x="542" y="678"/>
                    </a:cubicBezTo>
                    <a:cubicBezTo>
                      <a:pt x="542" y="678"/>
                      <a:pt x="542" y="678"/>
                      <a:pt x="542" y="678"/>
                    </a:cubicBezTo>
                    <a:cubicBezTo>
                      <a:pt x="541" y="678"/>
                      <a:pt x="541" y="678"/>
                      <a:pt x="541" y="678"/>
                    </a:cubicBezTo>
                    <a:cubicBezTo>
                      <a:pt x="541" y="678"/>
                      <a:pt x="541" y="678"/>
                      <a:pt x="541" y="678"/>
                    </a:cubicBezTo>
                    <a:cubicBezTo>
                      <a:pt x="540" y="678"/>
                      <a:pt x="540" y="678"/>
                      <a:pt x="540" y="678"/>
                    </a:cubicBezTo>
                    <a:cubicBezTo>
                      <a:pt x="540" y="678"/>
                      <a:pt x="540" y="678"/>
                      <a:pt x="540" y="678"/>
                    </a:cubicBezTo>
                    <a:cubicBezTo>
                      <a:pt x="540" y="679"/>
                      <a:pt x="540" y="679"/>
                      <a:pt x="540" y="679"/>
                    </a:cubicBezTo>
                    <a:cubicBezTo>
                      <a:pt x="540" y="679"/>
                      <a:pt x="540" y="679"/>
                      <a:pt x="540" y="679"/>
                    </a:cubicBezTo>
                    <a:cubicBezTo>
                      <a:pt x="539" y="679"/>
                      <a:pt x="539" y="679"/>
                      <a:pt x="539" y="679"/>
                    </a:cubicBezTo>
                    <a:cubicBezTo>
                      <a:pt x="539" y="679"/>
                      <a:pt x="539" y="679"/>
                      <a:pt x="539" y="679"/>
                    </a:cubicBezTo>
                    <a:cubicBezTo>
                      <a:pt x="539" y="679"/>
                      <a:pt x="539" y="679"/>
                      <a:pt x="539" y="679"/>
                    </a:cubicBezTo>
                    <a:cubicBezTo>
                      <a:pt x="539" y="679"/>
                      <a:pt x="539" y="679"/>
                      <a:pt x="539" y="679"/>
                    </a:cubicBezTo>
                    <a:cubicBezTo>
                      <a:pt x="538" y="679"/>
                      <a:pt x="538" y="679"/>
                      <a:pt x="538" y="679"/>
                    </a:cubicBezTo>
                    <a:cubicBezTo>
                      <a:pt x="538" y="679"/>
                      <a:pt x="538" y="679"/>
                      <a:pt x="538" y="679"/>
                    </a:cubicBezTo>
                    <a:cubicBezTo>
                      <a:pt x="535" y="690"/>
                      <a:pt x="535" y="690"/>
                      <a:pt x="535" y="690"/>
                    </a:cubicBezTo>
                    <a:cubicBezTo>
                      <a:pt x="535" y="690"/>
                      <a:pt x="535" y="690"/>
                      <a:pt x="535" y="690"/>
                    </a:cubicBezTo>
                    <a:cubicBezTo>
                      <a:pt x="531" y="698"/>
                      <a:pt x="531" y="698"/>
                      <a:pt x="531" y="698"/>
                    </a:cubicBezTo>
                    <a:cubicBezTo>
                      <a:pt x="531" y="698"/>
                      <a:pt x="531" y="698"/>
                      <a:pt x="531" y="698"/>
                    </a:cubicBezTo>
                    <a:cubicBezTo>
                      <a:pt x="530" y="699"/>
                      <a:pt x="530" y="699"/>
                      <a:pt x="530" y="699"/>
                    </a:cubicBezTo>
                    <a:cubicBezTo>
                      <a:pt x="530" y="699"/>
                      <a:pt x="530" y="699"/>
                      <a:pt x="530" y="699"/>
                    </a:cubicBezTo>
                    <a:cubicBezTo>
                      <a:pt x="529" y="700"/>
                      <a:pt x="529" y="700"/>
                      <a:pt x="529" y="700"/>
                    </a:cubicBezTo>
                    <a:cubicBezTo>
                      <a:pt x="529" y="700"/>
                      <a:pt x="529" y="700"/>
                      <a:pt x="529" y="700"/>
                    </a:cubicBezTo>
                    <a:cubicBezTo>
                      <a:pt x="528" y="701"/>
                      <a:pt x="528" y="701"/>
                      <a:pt x="528" y="701"/>
                    </a:cubicBezTo>
                    <a:cubicBezTo>
                      <a:pt x="528" y="701"/>
                      <a:pt x="528" y="701"/>
                      <a:pt x="528" y="701"/>
                    </a:cubicBezTo>
                    <a:cubicBezTo>
                      <a:pt x="527" y="702"/>
                      <a:pt x="527" y="702"/>
                      <a:pt x="527" y="702"/>
                    </a:cubicBezTo>
                    <a:cubicBezTo>
                      <a:pt x="527" y="702"/>
                      <a:pt x="527" y="702"/>
                      <a:pt x="527" y="702"/>
                    </a:cubicBezTo>
                    <a:cubicBezTo>
                      <a:pt x="526" y="703"/>
                      <a:pt x="526" y="703"/>
                      <a:pt x="526" y="703"/>
                    </a:cubicBezTo>
                    <a:cubicBezTo>
                      <a:pt x="526" y="703"/>
                      <a:pt x="526" y="703"/>
                      <a:pt x="526" y="703"/>
                    </a:cubicBezTo>
                    <a:cubicBezTo>
                      <a:pt x="525" y="704"/>
                      <a:pt x="525" y="704"/>
                      <a:pt x="525" y="704"/>
                    </a:cubicBezTo>
                    <a:cubicBezTo>
                      <a:pt x="525" y="704"/>
                      <a:pt x="525" y="704"/>
                      <a:pt x="525" y="704"/>
                    </a:cubicBezTo>
                    <a:cubicBezTo>
                      <a:pt x="523" y="705"/>
                      <a:pt x="523" y="705"/>
                      <a:pt x="523" y="705"/>
                    </a:cubicBezTo>
                    <a:cubicBezTo>
                      <a:pt x="523" y="705"/>
                      <a:pt x="523" y="705"/>
                      <a:pt x="523" y="705"/>
                    </a:cubicBezTo>
                    <a:cubicBezTo>
                      <a:pt x="521" y="705"/>
                      <a:pt x="521" y="705"/>
                      <a:pt x="521" y="705"/>
                    </a:cubicBezTo>
                    <a:cubicBezTo>
                      <a:pt x="521" y="705"/>
                      <a:pt x="521" y="705"/>
                      <a:pt x="521" y="705"/>
                    </a:cubicBezTo>
                    <a:cubicBezTo>
                      <a:pt x="515" y="708"/>
                      <a:pt x="515" y="708"/>
                      <a:pt x="515" y="708"/>
                    </a:cubicBezTo>
                    <a:cubicBezTo>
                      <a:pt x="515" y="708"/>
                      <a:pt x="515" y="708"/>
                      <a:pt x="515" y="708"/>
                    </a:cubicBezTo>
                    <a:cubicBezTo>
                      <a:pt x="515" y="709"/>
                      <a:pt x="515" y="709"/>
                      <a:pt x="515" y="709"/>
                    </a:cubicBezTo>
                    <a:cubicBezTo>
                      <a:pt x="515" y="709"/>
                      <a:pt x="515" y="709"/>
                      <a:pt x="515" y="709"/>
                    </a:cubicBezTo>
                    <a:cubicBezTo>
                      <a:pt x="514" y="709"/>
                      <a:pt x="514" y="709"/>
                      <a:pt x="514" y="709"/>
                    </a:cubicBezTo>
                    <a:cubicBezTo>
                      <a:pt x="514" y="709"/>
                      <a:pt x="514" y="709"/>
                      <a:pt x="514" y="709"/>
                    </a:cubicBezTo>
                    <a:cubicBezTo>
                      <a:pt x="514" y="709"/>
                      <a:pt x="514" y="709"/>
                      <a:pt x="514" y="709"/>
                    </a:cubicBezTo>
                    <a:cubicBezTo>
                      <a:pt x="514" y="709"/>
                      <a:pt x="514" y="709"/>
                      <a:pt x="514" y="709"/>
                    </a:cubicBezTo>
                    <a:cubicBezTo>
                      <a:pt x="514" y="709"/>
                      <a:pt x="514" y="709"/>
                      <a:pt x="514" y="709"/>
                    </a:cubicBezTo>
                    <a:cubicBezTo>
                      <a:pt x="514" y="709"/>
                      <a:pt x="514" y="709"/>
                      <a:pt x="514" y="709"/>
                    </a:cubicBezTo>
                    <a:cubicBezTo>
                      <a:pt x="513" y="709"/>
                      <a:pt x="513" y="709"/>
                      <a:pt x="513" y="709"/>
                    </a:cubicBezTo>
                    <a:cubicBezTo>
                      <a:pt x="513" y="709"/>
                      <a:pt x="513" y="709"/>
                      <a:pt x="513" y="709"/>
                    </a:cubicBezTo>
                    <a:cubicBezTo>
                      <a:pt x="513" y="710"/>
                      <a:pt x="513" y="710"/>
                      <a:pt x="513" y="710"/>
                    </a:cubicBezTo>
                    <a:cubicBezTo>
                      <a:pt x="513" y="710"/>
                      <a:pt x="513" y="710"/>
                      <a:pt x="513" y="710"/>
                    </a:cubicBezTo>
                    <a:cubicBezTo>
                      <a:pt x="512" y="710"/>
                      <a:pt x="512" y="710"/>
                      <a:pt x="512" y="710"/>
                    </a:cubicBezTo>
                    <a:cubicBezTo>
                      <a:pt x="512" y="710"/>
                      <a:pt x="512" y="710"/>
                      <a:pt x="512" y="710"/>
                    </a:cubicBezTo>
                    <a:cubicBezTo>
                      <a:pt x="512" y="710"/>
                      <a:pt x="512" y="710"/>
                      <a:pt x="512" y="710"/>
                    </a:cubicBezTo>
                    <a:cubicBezTo>
                      <a:pt x="512" y="710"/>
                      <a:pt x="512" y="710"/>
                      <a:pt x="512" y="710"/>
                    </a:cubicBezTo>
                    <a:cubicBezTo>
                      <a:pt x="507" y="712"/>
                      <a:pt x="507" y="712"/>
                      <a:pt x="507" y="712"/>
                    </a:cubicBezTo>
                    <a:lnTo>
                      <a:pt x="506" y="712"/>
                    </a:lnTo>
                    <a:close/>
                    <a:moveTo>
                      <a:pt x="242" y="710"/>
                    </a:move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0" y="710"/>
                      <a:pt x="240" y="710"/>
                      <a:pt x="240" y="710"/>
                    </a:cubicBezTo>
                    <a:cubicBezTo>
                      <a:pt x="240" y="710"/>
                      <a:pt x="240" y="710"/>
                      <a:pt x="240" y="710"/>
                    </a:cubicBezTo>
                    <a:cubicBezTo>
                      <a:pt x="240" y="710"/>
                      <a:pt x="240" y="710"/>
                      <a:pt x="240" y="710"/>
                    </a:cubicBezTo>
                    <a:cubicBezTo>
                      <a:pt x="240" y="710"/>
                      <a:pt x="240" y="710"/>
                      <a:pt x="240" y="710"/>
                    </a:cubicBezTo>
                    <a:cubicBezTo>
                      <a:pt x="240" y="709"/>
                      <a:pt x="240" y="709"/>
                      <a:pt x="240" y="709"/>
                    </a:cubicBezTo>
                    <a:cubicBezTo>
                      <a:pt x="240" y="709"/>
                      <a:pt x="240" y="709"/>
                      <a:pt x="240" y="709"/>
                    </a:cubicBezTo>
                    <a:cubicBezTo>
                      <a:pt x="240" y="709"/>
                      <a:pt x="240" y="709"/>
                      <a:pt x="240" y="709"/>
                    </a:cubicBezTo>
                    <a:cubicBezTo>
                      <a:pt x="240" y="709"/>
                      <a:pt x="240" y="709"/>
                      <a:pt x="240" y="709"/>
                    </a:cubicBezTo>
                    <a:cubicBezTo>
                      <a:pt x="240" y="708"/>
                      <a:pt x="240" y="708"/>
                      <a:pt x="240" y="708"/>
                    </a:cubicBezTo>
                    <a:cubicBezTo>
                      <a:pt x="240" y="708"/>
                      <a:pt x="240" y="708"/>
                      <a:pt x="240" y="708"/>
                    </a:cubicBezTo>
                    <a:cubicBezTo>
                      <a:pt x="240" y="706"/>
                      <a:pt x="240" y="706"/>
                      <a:pt x="240" y="706"/>
                    </a:cubicBezTo>
                    <a:cubicBezTo>
                      <a:pt x="240" y="706"/>
                      <a:pt x="240" y="706"/>
                      <a:pt x="240" y="706"/>
                    </a:cubicBezTo>
                    <a:cubicBezTo>
                      <a:pt x="239" y="705"/>
                      <a:pt x="239" y="705"/>
                      <a:pt x="239" y="705"/>
                    </a:cubicBezTo>
                    <a:cubicBezTo>
                      <a:pt x="239" y="705"/>
                      <a:pt x="239" y="705"/>
                      <a:pt x="239" y="705"/>
                    </a:cubicBezTo>
                    <a:cubicBezTo>
                      <a:pt x="239" y="704"/>
                      <a:pt x="239" y="704"/>
                      <a:pt x="239" y="704"/>
                    </a:cubicBezTo>
                    <a:cubicBezTo>
                      <a:pt x="239" y="704"/>
                      <a:pt x="239" y="704"/>
                      <a:pt x="239" y="704"/>
                    </a:cubicBezTo>
                    <a:cubicBezTo>
                      <a:pt x="238" y="703"/>
                      <a:pt x="238" y="703"/>
                      <a:pt x="238" y="703"/>
                    </a:cubicBezTo>
                    <a:cubicBezTo>
                      <a:pt x="238" y="703"/>
                      <a:pt x="238" y="703"/>
                      <a:pt x="238" y="703"/>
                    </a:cubicBezTo>
                    <a:cubicBezTo>
                      <a:pt x="237" y="702"/>
                      <a:pt x="237" y="702"/>
                      <a:pt x="237" y="702"/>
                    </a:cubicBezTo>
                    <a:cubicBezTo>
                      <a:pt x="237" y="702"/>
                      <a:pt x="237" y="702"/>
                      <a:pt x="237" y="702"/>
                    </a:cubicBezTo>
                    <a:cubicBezTo>
                      <a:pt x="236" y="701"/>
                      <a:pt x="236" y="701"/>
                      <a:pt x="236" y="701"/>
                    </a:cubicBezTo>
                    <a:cubicBezTo>
                      <a:pt x="236" y="701"/>
                      <a:pt x="236" y="701"/>
                      <a:pt x="236" y="701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699"/>
                      <a:pt x="235" y="699"/>
                      <a:pt x="235" y="699"/>
                    </a:cubicBezTo>
                    <a:cubicBezTo>
                      <a:pt x="235" y="699"/>
                      <a:pt x="235" y="699"/>
                      <a:pt x="235" y="699"/>
                    </a:cubicBezTo>
                    <a:cubicBezTo>
                      <a:pt x="236" y="699"/>
                      <a:pt x="236" y="699"/>
                      <a:pt x="236" y="699"/>
                    </a:cubicBezTo>
                    <a:cubicBezTo>
                      <a:pt x="236" y="699"/>
                      <a:pt x="236" y="699"/>
                      <a:pt x="236" y="699"/>
                    </a:cubicBezTo>
                    <a:cubicBezTo>
                      <a:pt x="236" y="699"/>
                      <a:pt x="236" y="699"/>
                      <a:pt x="236" y="699"/>
                    </a:cubicBezTo>
                    <a:cubicBezTo>
                      <a:pt x="236" y="699"/>
                      <a:pt x="236" y="699"/>
                      <a:pt x="236" y="699"/>
                    </a:cubicBezTo>
                    <a:cubicBezTo>
                      <a:pt x="236" y="699"/>
                      <a:pt x="236" y="699"/>
                      <a:pt x="236" y="699"/>
                    </a:cubicBezTo>
                    <a:cubicBezTo>
                      <a:pt x="236" y="699"/>
                      <a:pt x="236" y="699"/>
                      <a:pt x="236" y="699"/>
                    </a:cubicBezTo>
                    <a:cubicBezTo>
                      <a:pt x="237" y="699"/>
                      <a:pt x="237" y="699"/>
                      <a:pt x="237" y="699"/>
                    </a:cubicBezTo>
                    <a:cubicBezTo>
                      <a:pt x="237" y="699"/>
                      <a:pt x="237" y="699"/>
                      <a:pt x="237" y="699"/>
                    </a:cubicBezTo>
                    <a:cubicBezTo>
                      <a:pt x="238" y="699"/>
                      <a:pt x="238" y="699"/>
                      <a:pt x="238" y="699"/>
                    </a:cubicBezTo>
                    <a:cubicBezTo>
                      <a:pt x="238" y="699"/>
                      <a:pt x="238" y="699"/>
                      <a:pt x="238" y="699"/>
                    </a:cubicBezTo>
                    <a:cubicBezTo>
                      <a:pt x="239" y="700"/>
                      <a:pt x="239" y="700"/>
                      <a:pt x="239" y="700"/>
                    </a:cubicBezTo>
                    <a:cubicBezTo>
                      <a:pt x="239" y="700"/>
                      <a:pt x="239" y="700"/>
                      <a:pt x="239" y="700"/>
                    </a:cubicBezTo>
                    <a:cubicBezTo>
                      <a:pt x="241" y="701"/>
                      <a:pt x="241" y="701"/>
                      <a:pt x="241" y="701"/>
                    </a:cubicBezTo>
                    <a:cubicBezTo>
                      <a:pt x="241" y="701"/>
                      <a:pt x="241" y="701"/>
                      <a:pt x="241" y="701"/>
                    </a:cubicBezTo>
                    <a:cubicBezTo>
                      <a:pt x="242" y="702"/>
                      <a:pt x="242" y="702"/>
                      <a:pt x="242" y="702"/>
                    </a:cubicBezTo>
                    <a:cubicBezTo>
                      <a:pt x="242" y="702"/>
                      <a:pt x="242" y="702"/>
                      <a:pt x="242" y="702"/>
                    </a:cubicBezTo>
                    <a:cubicBezTo>
                      <a:pt x="244" y="703"/>
                      <a:pt x="244" y="703"/>
                      <a:pt x="244" y="703"/>
                    </a:cubicBezTo>
                    <a:cubicBezTo>
                      <a:pt x="244" y="703"/>
                      <a:pt x="244" y="703"/>
                      <a:pt x="244" y="703"/>
                    </a:cubicBezTo>
                    <a:cubicBezTo>
                      <a:pt x="245" y="704"/>
                      <a:pt x="245" y="704"/>
                      <a:pt x="245" y="704"/>
                    </a:cubicBezTo>
                    <a:cubicBezTo>
                      <a:pt x="245" y="704"/>
                      <a:pt x="245" y="704"/>
                      <a:pt x="245" y="704"/>
                    </a:cubicBezTo>
                    <a:cubicBezTo>
                      <a:pt x="246" y="705"/>
                      <a:pt x="246" y="705"/>
                      <a:pt x="246" y="705"/>
                    </a:cubicBezTo>
                    <a:cubicBezTo>
                      <a:pt x="246" y="705"/>
                      <a:pt x="246" y="705"/>
                      <a:pt x="246" y="705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7"/>
                      <a:pt x="247" y="707"/>
                      <a:pt x="247" y="707"/>
                    </a:cubicBezTo>
                    <a:cubicBezTo>
                      <a:pt x="247" y="707"/>
                      <a:pt x="247" y="707"/>
                      <a:pt x="247" y="707"/>
                    </a:cubicBezTo>
                    <a:cubicBezTo>
                      <a:pt x="247" y="707"/>
                      <a:pt x="247" y="707"/>
                      <a:pt x="247" y="707"/>
                    </a:cubicBezTo>
                    <a:cubicBezTo>
                      <a:pt x="247" y="707"/>
                      <a:pt x="247" y="707"/>
                      <a:pt x="247" y="707"/>
                    </a:cubicBezTo>
                    <a:cubicBezTo>
                      <a:pt x="247" y="707"/>
                      <a:pt x="247" y="707"/>
                      <a:pt x="247" y="707"/>
                    </a:cubicBezTo>
                    <a:cubicBezTo>
                      <a:pt x="247" y="707"/>
                      <a:pt x="247" y="707"/>
                      <a:pt x="247" y="707"/>
                    </a:cubicBezTo>
                    <a:cubicBezTo>
                      <a:pt x="247" y="708"/>
                      <a:pt x="247" y="708"/>
                      <a:pt x="247" y="708"/>
                    </a:cubicBezTo>
                    <a:cubicBezTo>
                      <a:pt x="247" y="708"/>
                      <a:pt x="247" y="708"/>
                      <a:pt x="247" y="708"/>
                    </a:cubicBezTo>
                    <a:cubicBezTo>
                      <a:pt x="247" y="708"/>
                      <a:pt x="247" y="708"/>
                      <a:pt x="247" y="708"/>
                    </a:cubicBezTo>
                    <a:cubicBezTo>
                      <a:pt x="247" y="708"/>
                      <a:pt x="247" y="708"/>
                      <a:pt x="247" y="708"/>
                    </a:cubicBezTo>
                    <a:cubicBezTo>
                      <a:pt x="247" y="708"/>
                      <a:pt x="247" y="708"/>
                      <a:pt x="247" y="708"/>
                    </a:cubicBezTo>
                    <a:cubicBezTo>
                      <a:pt x="247" y="708"/>
                      <a:pt x="247" y="708"/>
                      <a:pt x="247" y="708"/>
                    </a:cubicBezTo>
                    <a:cubicBezTo>
                      <a:pt x="246" y="709"/>
                      <a:pt x="246" y="709"/>
                      <a:pt x="246" y="709"/>
                    </a:cubicBezTo>
                    <a:cubicBezTo>
                      <a:pt x="246" y="709"/>
                      <a:pt x="246" y="709"/>
                      <a:pt x="246" y="709"/>
                    </a:cubicBezTo>
                    <a:cubicBezTo>
                      <a:pt x="246" y="709"/>
                      <a:pt x="246" y="709"/>
                      <a:pt x="246" y="709"/>
                    </a:cubicBezTo>
                    <a:cubicBezTo>
                      <a:pt x="246" y="709"/>
                      <a:pt x="246" y="709"/>
                      <a:pt x="246" y="709"/>
                    </a:cubicBezTo>
                    <a:cubicBezTo>
                      <a:pt x="245" y="709"/>
                      <a:pt x="245" y="709"/>
                      <a:pt x="245" y="709"/>
                    </a:cubicBezTo>
                    <a:cubicBezTo>
                      <a:pt x="245" y="709"/>
                      <a:pt x="245" y="709"/>
                      <a:pt x="245" y="709"/>
                    </a:cubicBezTo>
                    <a:cubicBezTo>
                      <a:pt x="245" y="710"/>
                      <a:pt x="245" y="710"/>
                      <a:pt x="245" y="710"/>
                    </a:cubicBezTo>
                    <a:cubicBezTo>
                      <a:pt x="245" y="710"/>
                      <a:pt x="245" y="710"/>
                      <a:pt x="245" y="710"/>
                    </a:cubicBezTo>
                    <a:cubicBezTo>
                      <a:pt x="244" y="710"/>
                      <a:pt x="244" y="710"/>
                      <a:pt x="244" y="710"/>
                    </a:cubicBezTo>
                    <a:cubicBezTo>
                      <a:pt x="244" y="710"/>
                      <a:pt x="244" y="710"/>
                      <a:pt x="244" y="710"/>
                    </a:cubicBezTo>
                    <a:cubicBezTo>
                      <a:pt x="244" y="710"/>
                      <a:pt x="244" y="710"/>
                      <a:pt x="244" y="710"/>
                    </a:cubicBezTo>
                    <a:cubicBezTo>
                      <a:pt x="244" y="710"/>
                      <a:pt x="244" y="710"/>
                      <a:pt x="244" y="710"/>
                    </a:cubicBezTo>
                    <a:cubicBezTo>
                      <a:pt x="244" y="710"/>
                      <a:pt x="244" y="710"/>
                      <a:pt x="244" y="710"/>
                    </a:cubicBezTo>
                    <a:cubicBezTo>
                      <a:pt x="244" y="710"/>
                      <a:pt x="244" y="710"/>
                      <a:pt x="244" y="710"/>
                    </a:cubicBezTo>
                    <a:cubicBezTo>
                      <a:pt x="242" y="710"/>
                      <a:pt x="242" y="710"/>
                      <a:pt x="242" y="710"/>
                    </a:cubicBezTo>
                    <a:close/>
                    <a:moveTo>
                      <a:pt x="468" y="708"/>
                    </a:moveTo>
                    <a:cubicBezTo>
                      <a:pt x="467" y="707"/>
                      <a:pt x="467" y="707"/>
                      <a:pt x="467" y="707"/>
                    </a:cubicBezTo>
                    <a:cubicBezTo>
                      <a:pt x="467" y="707"/>
                      <a:pt x="467" y="707"/>
                      <a:pt x="467" y="707"/>
                    </a:cubicBezTo>
                    <a:cubicBezTo>
                      <a:pt x="466" y="706"/>
                      <a:pt x="466" y="706"/>
                      <a:pt x="466" y="706"/>
                    </a:cubicBezTo>
                    <a:cubicBezTo>
                      <a:pt x="466" y="706"/>
                      <a:pt x="466" y="706"/>
                      <a:pt x="466" y="706"/>
                    </a:cubicBezTo>
                    <a:cubicBezTo>
                      <a:pt x="465" y="705"/>
                      <a:pt x="465" y="705"/>
                      <a:pt x="465" y="705"/>
                    </a:cubicBezTo>
                    <a:cubicBezTo>
                      <a:pt x="465" y="705"/>
                      <a:pt x="465" y="705"/>
                      <a:pt x="465" y="705"/>
                    </a:cubicBezTo>
                    <a:cubicBezTo>
                      <a:pt x="464" y="704"/>
                      <a:pt x="464" y="704"/>
                      <a:pt x="464" y="704"/>
                    </a:cubicBezTo>
                    <a:cubicBezTo>
                      <a:pt x="464" y="704"/>
                      <a:pt x="464" y="704"/>
                      <a:pt x="464" y="704"/>
                    </a:cubicBezTo>
                    <a:cubicBezTo>
                      <a:pt x="463" y="703"/>
                      <a:pt x="463" y="703"/>
                      <a:pt x="463" y="703"/>
                    </a:cubicBezTo>
                    <a:cubicBezTo>
                      <a:pt x="463" y="703"/>
                      <a:pt x="463" y="703"/>
                      <a:pt x="463" y="703"/>
                    </a:cubicBezTo>
                    <a:cubicBezTo>
                      <a:pt x="461" y="702"/>
                      <a:pt x="461" y="702"/>
                      <a:pt x="461" y="702"/>
                    </a:cubicBezTo>
                    <a:cubicBezTo>
                      <a:pt x="461" y="702"/>
                      <a:pt x="461" y="702"/>
                      <a:pt x="461" y="702"/>
                    </a:cubicBezTo>
                    <a:cubicBezTo>
                      <a:pt x="460" y="701"/>
                      <a:pt x="460" y="701"/>
                      <a:pt x="460" y="701"/>
                    </a:cubicBezTo>
                    <a:cubicBezTo>
                      <a:pt x="460" y="701"/>
                      <a:pt x="460" y="701"/>
                      <a:pt x="460" y="701"/>
                    </a:cubicBezTo>
                    <a:cubicBezTo>
                      <a:pt x="459" y="701"/>
                      <a:pt x="459" y="701"/>
                      <a:pt x="459" y="701"/>
                    </a:cubicBezTo>
                    <a:cubicBezTo>
                      <a:pt x="459" y="701"/>
                      <a:pt x="459" y="701"/>
                      <a:pt x="459" y="701"/>
                    </a:cubicBezTo>
                    <a:cubicBezTo>
                      <a:pt x="459" y="699"/>
                      <a:pt x="459" y="699"/>
                      <a:pt x="459" y="699"/>
                    </a:cubicBezTo>
                    <a:cubicBezTo>
                      <a:pt x="459" y="699"/>
                      <a:pt x="459" y="699"/>
                      <a:pt x="459" y="699"/>
                    </a:cubicBezTo>
                    <a:cubicBezTo>
                      <a:pt x="459" y="699"/>
                      <a:pt x="459" y="699"/>
                      <a:pt x="459" y="699"/>
                    </a:cubicBezTo>
                    <a:cubicBezTo>
                      <a:pt x="459" y="699"/>
                      <a:pt x="459" y="699"/>
                      <a:pt x="459" y="699"/>
                    </a:cubicBezTo>
                    <a:cubicBezTo>
                      <a:pt x="461" y="699"/>
                      <a:pt x="461" y="699"/>
                      <a:pt x="461" y="699"/>
                    </a:cubicBezTo>
                    <a:cubicBezTo>
                      <a:pt x="461" y="699"/>
                      <a:pt x="461" y="699"/>
                      <a:pt x="461" y="699"/>
                    </a:cubicBezTo>
                    <a:cubicBezTo>
                      <a:pt x="461" y="699"/>
                      <a:pt x="461" y="699"/>
                      <a:pt x="461" y="699"/>
                    </a:cubicBezTo>
                    <a:cubicBezTo>
                      <a:pt x="461" y="699"/>
                      <a:pt x="461" y="699"/>
                      <a:pt x="461" y="699"/>
                    </a:cubicBezTo>
                    <a:cubicBezTo>
                      <a:pt x="463" y="699"/>
                      <a:pt x="463" y="699"/>
                      <a:pt x="463" y="699"/>
                    </a:cubicBezTo>
                    <a:cubicBezTo>
                      <a:pt x="463" y="699"/>
                      <a:pt x="463" y="699"/>
                      <a:pt x="463" y="699"/>
                    </a:cubicBezTo>
                    <a:cubicBezTo>
                      <a:pt x="464" y="699"/>
                      <a:pt x="464" y="699"/>
                      <a:pt x="464" y="699"/>
                    </a:cubicBezTo>
                    <a:cubicBezTo>
                      <a:pt x="464" y="699"/>
                      <a:pt x="464" y="699"/>
                      <a:pt x="464" y="699"/>
                    </a:cubicBezTo>
                    <a:cubicBezTo>
                      <a:pt x="465" y="699"/>
                      <a:pt x="465" y="699"/>
                      <a:pt x="465" y="699"/>
                    </a:cubicBezTo>
                    <a:cubicBezTo>
                      <a:pt x="465" y="699"/>
                      <a:pt x="465" y="699"/>
                      <a:pt x="465" y="699"/>
                    </a:cubicBezTo>
                    <a:cubicBezTo>
                      <a:pt x="466" y="699"/>
                      <a:pt x="466" y="699"/>
                      <a:pt x="466" y="699"/>
                    </a:cubicBezTo>
                    <a:cubicBezTo>
                      <a:pt x="466" y="699"/>
                      <a:pt x="466" y="699"/>
                      <a:pt x="466" y="699"/>
                    </a:cubicBezTo>
                    <a:cubicBezTo>
                      <a:pt x="467" y="699"/>
                      <a:pt x="467" y="699"/>
                      <a:pt x="467" y="699"/>
                    </a:cubicBezTo>
                    <a:cubicBezTo>
                      <a:pt x="467" y="699"/>
                      <a:pt x="467" y="699"/>
                      <a:pt x="467" y="699"/>
                    </a:cubicBezTo>
                    <a:cubicBezTo>
                      <a:pt x="468" y="700"/>
                      <a:pt x="468" y="700"/>
                      <a:pt x="468" y="700"/>
                    </a:cubicBezTo>
                    <a:cubicBezTo>
                      <a:pt x="468" y="700"/>
                      <a:pt x="468" y="700"/>
                      <a:pt x="468" y="700"/>
                    </a:cubicBezTo>
                    <a:cubicBezTo>
                      <a:pt x="468" y="700"/>
                      <a:pt x="468" y="700"/>
                      <a:pt x="468" y="700"/>
                    </a:cubicBezTo>
                    <a:cubicBezTo>
                      <a:pt x="468" y="700"/>
                      <a:pt x="468" y="700"/>
                      <a:pt x="468" y="700"/>
                    </a:cubicBezTo>
                    <a:cubicBezTo>
                      <a:pt x="469" y="700"/>
                      <a:pt x="469" y="700"/>
                      <a:pt x="469" y="700"/>
                    </a:cubicBezTo>
                    <a:cubicBezTo>
                      <a:pt x="469" y="700"/>
                      <a:pt x="469" y="700"/>
                      <a:pt x="469" y="700"/>
                    </a:cubicBezTo>
                    <a:cubicBezTo>
                      <a:pt x="469" y="701"/>
                      <a:pt x="469" y="701"/>
                      <a:pt x="469" y="701"/>
                    </a:cubicBezTo>
                    <a:cubicBezTo>
                      <a:pt x="469" y="701"/>
                      <a:pt x="469" y="701"/>
                      <a:pt x="469" y="701"/>
                    </a:cubicBezTo>
                    <a:cubicBezTo>
                      <a:pt x="469" y="701"/>
                      <a:pt x="469" y="701"/>
                      <a:pt x="469" y="701"/>
                    </a:cubicBezTo>
                    <a:cubicBezTo>
                      <a:pt x="469" y="701"/>
                      <a:pt x="469" y="701"/>
                      <a:pt x="469" y="701"/>
                    </a:cubicBezTo>
                    <a:cubicBezTo>
                      <a:pt x="470" y="702"/>
                      <a:pt x="470" y="702"/>
                      <a:pt x="470" y="702"/>
                    </a:cubicBezTo>
                    <a:cubicBezTo>
                      <a:pt x="470" y="702"/>
                      <a:pt x="470" y="702"/>
                      <a:pt x="470" y="702"/>
                    </a:cubicBezTo>
                    <a:cubicBezTo>
                      <a:pt x="470" y="702"/>
                      <a:pt x="470" y="702"/>
                      <a:pt x="470" y="702"/>
                    </a:cubicBezTo>
                    <a:cubicBezTo>
                      <a:pt x="470" y="702"/>
                      <a:pt x="470" y="702"/>
                      <a:pt x="470" y="702"/>
                    </a:cubicBezTo>
                    <a:cubicBezTo>
                      <a:pt x="471" y="703"/>
                      <a:pt x="471" y="703"/>
                      <a:pt x="471" y="703"/>
                    </a:cubicBezTo>
                    <a:cubicBezTo>
                      <a:pt x="471" y="703"/>
                      <a:pt x="471" y="703"/>
                      <a:pt x="471" y="703"/>
                    </a:cubicBezTo>
                    <a:cubicBezTo>
                      <a:pt x="471" y="703"/>
                      <a:pt x="471" y="703"/>
                      <a:pt x="471" y="703"/>
                    </a:cubicBezTo>
                    <a:cubicBezTo>
                      <a:pt x="471" y="703"/>
                      <a:pt x="471" y="703"/>
                      <a:pt x="471" y="703"/>
                    </a:cubicBezTo>
                    <a:cubicBezTo>
                      <a:pt x="471" y="704"/>
                      <a:pt x="471" y="704"/>
                      <a:pt x="471" y="704"/>
                    </a:cubicBezTo>
                    <a:cubicBezTo>
                      <a:pt x="471" y="704"/>
                      <a:pt x="471" y="704"/>
                      <a:pt x="471" y="704"/>
                    </a:cubicBezTo>
                    <a:cubicBezTo>
                      <a:pt x="471" y="705"/>
                      <a:pt x="471" y="705"/>
                      <a:pt x="471" y="705"/>
                    </a:cubicBezTo>
                    <a:cubicBezTo>
                      <a:pt x="471" y="705"/>
                      <a:pt x="471" y="705"/>
                      <a:pt x="471" y="705"/>
                    </a:cubicBezTo>
                    <a:cubicBezTo>
                      <a:pt x="471" y="705"/>
                      <a:pt x="471" y="705"/>
                      <a:pt x="471" y="705"/>
                    </a:cubicBezTo>
                    <a:cubicBezTo>
                      <a:pt x="471" y="705"/>
                      <a:pt x="471" y="705"/>
                      <a:pt x="471" y="705"/>
                    </a:cubicBezTo>
                    <a:cubicBezTo>
                      <a:pt x="470" y="706"/>
                      <a:pt x="470" y="706"/>
                      <a:pt x="470" y="706"/>
                    </a:cubicBezTo>
                    <a:cubicBezTo>
                      <a:pt x="470" y="706"/>
                      <a:pt x="470" y="706"/>
                      <a:pt x="470" y="706"/>
                    </a:cubicBezTo>
                    <a:cubicBezTo>
                      <a:pt x="470" y="706"/>
                      <a:pt x="470" y="706"/>
                      <a:pt x="470" y="706"/>
                    </a:cubicBezTo>
                    <a:cubicBezTo>
                      <a:pt x="470" y="706"/>
                      <a:pt x="470" y="706"/>
                      <a:pt x="470" y="706"/>
                    </a:cubicBezTo>
                    <a:cubicBezTo>
                      <a:pt x="470" y="707"/>
                      <a:pt x="470" y="707"/>
                      <a:pt x="470" y="707"/>
                    </a:cubicBezTo>
                    <a:cubicBezTo>
                      <a:pt x="470" y="707"/>
                      <a:pt x="470" y="707"/>
                      <a:pt x="470" y="707"/>
                    </a:cubicBezTo>
                    <a:cubicBezTo>
                      <a:pt x="469" y="707"/>
                      <a:pt x="469" y="707"/>
                      <a:pt x="469" y="707"/>
                    </a:cubicBezTo>
                    <a:cubicBezTo>
                      <a:pt x="469" y="707"/>
                      <a:pt x="469" y="707"/>
                      <a:pt x="469" y="707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lose/>
                    <a:moveTo>
                      <a:pt x="445" y="707"/>
                    </a:move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3" y="707"/>
                      <a:pt x="443" y="707"/>
                      <a:pt x="443" y="707"/>
                    </a:cubicBezTo>
                    <a:cubicBezTo>
                      <a:pt x="443" y="707"/>
                      <a:pt x="443" y="707"/>
                      <a:pt x="443" y="707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5"/>
                      <a:pt x="443" y="705"/>
                      <a:pt x="443" y="705"/>
                    </a:cubicBezTo>
                    <a:cubicBezTo>
                      <a:pt x="443" y="705"/>
                      <a:pt x="443" y="705"/>
                      <a:pt x="443" y="705"/>
                    </a:cubicBezTo>
                    <a:cubicBezTo>
                      <a:pt x="443" y="705"/>
                      <a:pt x="443" y="705"/>
                      <a:pt x="443" y="705"/>
                    </a:cubicBezTo>
                    <a:cubicBezTo>
                      <a:pt x="443" y="705"/>
                      <a:pt x="443" y="705"/>
                      <a:pt x="443" y="705"/>
                    </a:cubicBezTo>
                    <a:cubicBezTo>
                      <a:pt x="444" y="704"/>
                      <a:pt x="444" y="704"/>
                      <a:pt x="444" y="704"/>
                    </a:cubicBezTo>
                    <a:cubicBezTo>
                      <a:pt x="444" y="704"/>
                      <a:pt x="444" y="704"/>
                      <a:pt x="444" y="704"/>
                    </a:cubicBezTo>
                    <a:cubicBezTo>
                      <a:pt x="444" y="704"/>
                      <a:pt x="444" y="704"/>
                      <a:pt x="444" y="704"/>
                    </a:cubicBezTo>
                    <a:cubicBezTo>
                      <a:pt x="444" y="704"/>
                      <a:pt x="444" y="704"/>
                      <a:pt x="444" y="704"/>
                    </a:cubicBezTo>
                    <a:cubicBezTo>
                      <a:pt x="445" y="704"/>
                      <a:pt x="445" y="704"/>
                      <a:pt x="445" y="704"/>
                    </a:cubicBezTo>
                    <a:cubicBezTo>
                      <a:pt x="445" y="704"/>
                      <a:pt x="445" y="704"/>
                      <a:pt x="445" y="704"/>
                    </a:cubicBezTo>
                    <a:cubicBezTo>
                      <a:pt x="445" y="703"/>
                      <a:pt x="445" y="703"/>
                      <a:pt x="445" y="703"/>
                    </a:cubicBezTo>
                    <a:cubicBezTo>
                      <a:pt x="445" y="703"/>
                      <a:pt x="445" y="703"/>
                      <a:pt x="445" y="703"/>
                    </a:cubicBezTo>
                    <a:cubicBezTo>
                      <a:pt x="446" y="702"/>
                      <a:pt x="446" y="702"/>
                      <a:pt x="446" y="702"/>
                    </a:cubicBezTo>
                    <a:cubicBezTo>
                      <a:pt x="446" y="702"/>
                      <a:pt x="446" y="702"/>
                      <a:pt x="446" y="702"/>
                    </a:cubicBezTo>
                    <a:cubicBezTo>
                      <a:pt x="447" y="703"/>
                      <a:pt x="447" y="703"/>
                      <a:pt x="447" y="703"/>
                    </a:cubicBezTo>
                    <a:cubicBezTo>
                      <a:pt x="447" y="703"/>
                      <a:pt x="447" y="703"/>
                      <a:pt x="447" y="703"/>
                    </a:cubicBezTo>
                    <a:cubicBezTo>
                      <a:pt x="447" y="703"/>
                      <a:pt x="447" y="703"/>
                      <a:pt x="447" y="703"/>
                    </a:cubicBezTo>
                    <a:cubicBezTo>
                      <a:pt x="447" y="703"/>
                      <a:pt x="447" y="703"/>
                      <a:pt x="447" y="703"/>
                    </a:cubicBezTo>
                    <a:cubicBezTo>
                      <a:pt x="447" y="703"/>
                      <a:pt x="447" y="703"/>
                      <a:pt x="447" y="703"/>
                    </a:cubicBezTo>
                    <a:cubicBezTo>
                      <a:pt x="447" y="703"/>
                      <a:pt x="447" y="703"/>
                      <a:pt x="447" y="703"/>
                    </a:cubicBezTo>
                    <a:cubicBezTo>
                      <a:pt x="447" y="704"/>
                      <a:pt x="447" y="704"/>
                      <a:pt x="447" y="704"/>
                    </a:cubicBezTo>
                    <a:cubicBezTo>
                      <a:pt x="447" y="704"/>
                      <a:pt x="447" y="704"/>
                      <a:pt x="447" y="704"/>
                    </a:cubicBezTo>
                    <a:cubicBezTo>
                      <a:pt x="447" y="704"/>
                      <a:pt x="447" y="704"/>
                      <a:pt x="447" y="704"/>
                    </a:cubicBezTo>
                    <a:cubicBezTo>
                      <a:pt x="447" y="704"/>
                      <a:pt x="447" y="704"/>
                      <a:pt x="447" y="704"/>
                    </a:cubicBezTo>
                    <a:cubicBezTo>
                      <a:pt x="447" y="705"/>
                      <a:pt x="447" y="705"/>
                      <a:pt x="447" y="705"/>
                    </a:cubicBezTo>
                    <a:cubicBezTo>
                      <a:pt x="447" y="705"/>
                      <a:pt x="447" y="705"/>
                      <a:pt x="447" y="705"/>
                    </a:cubicBezTo>
                    <a:cubicBezTo>
                      <a:pt x="447" y="705"/>
                      <a:pt x="447" y="705"/>
                      <a:pt x="447" y="705"/>
                    </a:cubicBezTo>
                    <a:cubicBezTo>
                      <a:pt x="447" y="705"/>
                      <a:pt x="447" y="705"/>
                      <a:pt x="447" y="705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6" y="707"/>
                      <a:pt x="446" y="707"/>
                      <a:pt x="446" y="707"/>
                    </a:cubicBezTo>
                    <a:cubicBezTo>
                      <a:pt x="446" y="707"/>
                      <a:pt x="446" y="707"/>
                      <a:pt x="446" y="707"/>
                    </a:cubicBezTo>
                    <a:cubicBezTo>
                      <a:pt x="446" y="707"/>
                      <a:pt x="446" y="707"/>
                      <a:pt x="446" y="707"/>
                    </a:cubicBezTo>
                    <a:cubicBezTo>
                      <a:pt x="446" y="707"/>
                      <a:pt x="446" y="707"/>
                      <a:pt x="446" y="707"/>
                    </a:cubicBezTo>
                    <a:cubicBezTo>
                      <a:pt x="446" y="707"/>
                      <a:pt x="446" y="707"/>
                      <a:pt x="446" y="707"/>
                    </a:cubicBezTo>
                    <a:cubicBezTo>
                      <a:pt x="446" y="707"/>
                      <a:pt x="446" y="707"/>
                      <a:pt x="446" y="707"/>
                    </a:cubicBezTo>
                    <a:cubicBezTo>
                      <a:pt x="445" y="707"/>
                      <a:pt x="445" y="707"/>
                      <a:pt x="445" y="707"/>
                    </a:cubicBezTo>
                    <a:cubicBezTo>
                      <a:pt x="445" y="707"/>
                      <a:pt x="445" y="707"/>
                      <a:pt x="445" y="707"/>
                    </a:cubicBezTo>
                    <a:cubicBezTo>
                      <a:pt x="445" y="707"/>
                      <a:pt x="445" y="707"/>
                      <a:pt x="445" y="707"/>
                    </a:cubicBezTo>
                    <a:cubicBezTo>
                      <a:pt x="445" y="707"/>
                      <a:pt x="445" y="707"/>
                      <a:pt x="445" y="707"/>
                    </a:cubicBezTo>
                    <a:cubicBezTo>
                      <a:pt x="445" y="707"/>
                      <a:pt x="445" y="707"/>
                      <a:pt x="445" y="707"/>
                    </a:cubicBezTo>
                    <a:close/>
                    <a:moveTo>
                      <a:pt x="352" y="706"/>
                    </a:move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699"/>
                      <a:pt x="340" y="699"/>
                      <a:pt x="340" y="699"/>
                    </a:cubicBezTo>
                    <a:cubicBezTo>
                      <a:pt x="340" y="699"/>
                      <a:pt x="340" y="699"/>
                      <a:pt x="340" y="699"/>
                    </a:cubicBezTo>
                    <a:cubicBezTo>
                      <a:pt x="340" y="699"/>
                      <a:pt x="340" y="699"/>
                      <a:pt x="340" y="699"/>
                    </a:cubicBezTo>
                    <a:cubicBezTo>
                      <a:pt x="340" y="699"/>
                      <a:pt x="340" y="699"/>
                      <a:pt x="340" y="699"/>
                    </a:cubicBezTo>
                    <a:cubicBezTo>
                      <a:pt x="340" y="699"/>
                      <a:pt x="340" y="699"/>
                      <a:pt x="340" y="699"/>
                    </a:cubicBezTo>
                    <a:cubicBezTo>
                      <a:pt x="340" y="699"/>
                      <a:pt x="340" y="699"/>
                      <a:pt x="340" y="699"/>
                    </a:cubicBezTo>
                    <a:cubicBezTo>
                      <a:pt x="340" y="698"/>
                      <a:pt x="340" y="698"/>
                      <a:pt x="340" y="698"/>
                    </a:cubicBezTo>
                    <a:cubicBezTo>
                      <a:pt x="340" y="698"/>
                      <a:pt x="340" y="698"/>
                      <a:pt x="340" y="698"/>
                    </a:cubicBezTo>
                    <a:cubicBezTo>
                      <a:pt x="341" y="698"/>
                      <a:pt x="341" y="698"/>
                      <a:pt x="341" y="698"/>
                    </a:cubicBezTo>
                    <a:cubicBezTo>
                      <a:pt x="341" y="698"/>
                      <a:pt x="341" y="698"/>
                      <a:pt x="341" y="698"/>
                    </a:cubicBezTo>
                    <a:cubicBezTo>
                      <a:pt x="341" y="698"/>
                      <a:pt x="341" y="698"/>
                      <a:pt x="341" y="698"/>
                    </a:cubicBezTo>
                    <a:cubicBezTo>
                      <a:pt x="341" y="698"/>
                      <a:pt x="341" y="698"/>
                      <a:pt x="341" y="698"/>
                    </a:cubicBezTo>
                    <a:cubicBezTo>
                      <a:pt x="341" y="698"/>
                      <a:pt x="341" y="698"/>
                      <a:pt x="341" y="698"/>
                    </a:cubicBezTo>
                    <a:cubicBezTo>
                      <a:pt x="341" y="698"/>
                      <a:pt x="341" y="698"/>
                      <a:pt x="341" y="698"/>
                    </a:cubicBezTo>
                    <a:cubicBezTo>
                      <a:pt x="342" y="697"/>
                      <a:pt x="342" y="697"/>
                      <a:pt x="342" y="697"/>
                    </a:cubicBezTo>
                    <a:cubicBezTo>
                      <a:pt x="342" y="697"/>
                      <a:pt x="342" y="697"/>
                      <a:pt x="342" y="697"/>
                    </a:cubicBezTo>
                    <a:cubicBezTo>
                      <a:pt x="343" y="697"/>
                      <a:pt x="343" y="697"/>
                      <a:pt x="343" y="697"/>
                    </a:cubicBezTo>
                    <a:cubicBezTo>
                      <a:pt x="343" y="697"/>
                      <a:pt x="343" y="697"/>
                      <a:pt x="343" y="697"/>
                    </a:cubicBezTo>
                    <a:cubicBezTo>
                      <a:pt x="343" y="697"/>
                      <a:pt x="343" y="697"/>
                      <a:pt x="343" y="697"/>
                    </a:cubicBezTo>
                    <a:cubicBezTo>
                      <a:pt x="343" y="697"/>
                      <a:pt x="343" y="697"/>
                      <a:pt x="343" y="697"/>
                    </a:cubicBezTo>
                    <a:cubicBezTo>
                      <a:pt x="344" y="697"/>
                      <a:pt x="344" y="697"/>
                      <a:pt x="344" y="697"/>
                    </a:cubicBezTo>
                    <a:cubicBezTo>
                      <a:pt x="344" y="697"/>
                      <a:pt x="344" y="697"/>
                      <a:pt x="344" y="697"/>
                    </a:cubicBezTo>
                    <a:cubicBezTo>
                      <a:pt x="344" y="697"/>
                      <a:pt x="344" y="697"/>
                      <a:pt x="344" y="697"/>
                    </a:cubicBezTo>
                    <a:cubicBezTo>
                      <a:pt x="344" y="697"/>
                      <a:pt x="344" y="697"/>
                      <a:pt x="344" y="697"/>
                    </a:cubicBezTo>
                    <a:cubicBezTo>
                      <a:pt x="345" y="697"/>
                      <a:pt x="345" y="697"/>
                      <a:pt x="345" y="697"/>
                    </a:cubicBezTo>
                    <a:cubicBezTo>
                      <a:pt x="345" y="697"/>
                      <a:pt x="345" y="697"/>
                      <a:pt x="345" y="697"/>
                    </a:cubicBezTo>
                    <a:cubicBezTo>
                      <a:pt x="345" y="698"/>
                      <a:pt x="345" y="698"/>
                      <a:pt x="345" y="698"/>
                    </a:cubicBezTo>
                    <a:cubicBezTo>
                      <a:pt x="345" y="698"/>
                      <a:pt x="345" y="698"/>
                      <a:pt x="345" y="698"/>
                    </a:cubicBezTo>
                    <a:cubicBezTo>
                      <a:pt x="345" y="698"/>
                      <a:pt x="345" y="698"/>
                      <a:pt x="345" y="698"/>
                    </a:cubicBezTo>
                    <a:cubicBezTo>
                      <a:pt x="345" y="698"/>
                      <a:pt x="345" y="698"/>
                      <a:pt x="345" y="698"/>
                    </a:cubicBezTo>
                    <a:cubicBezTo>
                      <a:pt x="345" y="698"/>
                      <a:pt x="345" y="698"/>
                      <a:pt x="345" y="698"/>
                    </a:cubicBezTo>
                    <a:cubicBezTo>
                      <a:pt x="345" y="698"/>
                      <a:pt x="345" y="698"/>
                      <a:pt x="345" y="698"/>
                    </a:cubicBezTo>
                    <a:cubicBezTo>
                      <a:pt x="346" y="698"/>
                      <a:pt x="346" y="698"/>
                      <a:pt x="346" y="698"/>
                    </a:cubicBezTo>
                    <a:cubicBezTo>
                      <a:pt x="346" y="698"/>
                      <a:pt x="346" y="698"/>
                      <a:pt x="346" y="698"/>
                    </a:cubicBezTo>
                    <a:cubicBezTo>
                      <a:pt x="346" y="698"/>
                      <a:pt x="346" y="698"/>
                      <a:pt x="346" y="698"/>
                    </a:cubicBezTo>
                    <a:cubicBezTo>
                      <a:pt x="346" y="698"/>
                      <a:pt x="346" y="698"/>
                      <a:pt x="346" y="698"/>
                    </a:cubicBezTo>
                    <a:cubicBezTo>
                      <a:pt x="346" y="697"/>
                      <a:pt x="346" y="697"/>
                      <a:pt x="346" y="697"/>
                    </a:cubicBezTo>
                    <a:cubicBezTo>
                      <a:pt x="346" y="697"/>
                      <a:pt x="346" y="697"/>
                      <a:pt x="346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8" y="697"/>
                      <a:pt x="348" y="697"/>
                      <a:pt x="348" y="697"/>
                    </a:cubicBezTo>
                    <a:cubicBezTo>
                      <a:pt x="348" y="697"/>
                      <a:pt x="348" y="697"/>
                      <a:pt x="348" y="697"/>
                    </a:cubicBezTo>
                    <a:cubicBezTo>
                      <a:pt x="348" y="697"/>
                      <a:pt x="348" y="697"/>
                      <a:pt x="348" y="697"/>
                    </a:cubicBezTo>
                    <a:cubicBezTo>
                      <a:pt x="348" y="697"/>
                      <a:pt x="348" y="697"/>
                      <a:pt x="348" y="697"/>
                    </a:cubicBezTo>
                    <a:cubicBezTo>
                      <a:pt x="348" y="697"/>
                      <a:pt x="348" y="697"/>
                      <a:pt x="348" y="697"/>
                    </a:cubicBezTo>
                    <a:cubicBezTo>
                      <a:pt x="348" y="697"/>
                      <a:pt x="348" y="697"/>
                      <a:pt x="348" y="697"/>
                    </a:cubicBezTo>
                    <a:cubicBezTo>
                      <a:pt x="349" y="697"/>
                      <a:pt x="349" y="697"/>
                      <a:pt x="349" y="697"/>
                    </a:cubicBezTo>
                    <a:cubicBezTo>
                      <a:pt x="349" y="697"/>
                      <a:pt x="349" y="697"/>
                      <a:pt x="349" y="697"/>
                    </a:cubicBezTo>
                    <a:cubicBezTo>
                      <a:pt x="349" y="697"/>
                      <a:pt x="349" y="697"/>
                      <a:pt x="349" y="697"/>
                    </a:cubicBezTo>
                    <a:cubicBezTo>
                      <a:pt x="349" y="697"/>
                      <a:pt x="349" y="697"/>
                      <a:pt x="349" y="697"/>
                    </a:cubicBezTo>
                    <a:cubicBezTo>
                      <a:pt x="349" y="697"/>
                      <a:pt x="349" y="697"/>
                      <a:pt x="349" y="697"/>
                    </a:cubicBezTo>
                    <a:cubicBezTo>
                      <a:pt x="349" y="697"/>
                      <a:pt x="349" y="697"/>
                      <a:pt x="349" y="697"/>
                    </a:cubicBezTo>
                    <a:cubicBezTo>
                      <a:pt x="352" y="697"/>
                      <a:pt x="352" y="697"/>
                      <a:pt x="352" y="697"/>
                    </a:cubicBezTo>
                    <a:cubicBezTo>
                      <a:pt x="352" y="697"/>
                      <a:pt x="352" y="697"/>
                      <a:pt x="352" y="697"/>
                    </a:cubicBezTo>
                    <a:cubicBezTo>
                      <a:pt x="355" y="697"/>
                      <a:pt x="355" y="697"/>
                      <a:pt x="355" y="697"/>
                    </a:cubicBezTo>
                    <a:cubicBezTo>
                      <a:pt x="355" y="697"/>
                      <a:pt x="355" y="697"/>
                      <a:pt x="355" y="697"/>
                    </a:cubicBezTo>
                    <a:cubicBezTo>
                      <a:pt x="358" y="696"/>
                      <a:pt x="358" y="696"/>
                      <a:pt x="358" y="696"/>
                    </a:cubicBezTo>
                    <a:cubicBezTo>
                      <a:pt x="358" y="696"/>
                      <a:pt x="358" y="696"/>
                      <a:pt x="358" y="696"/>
                    </a:cubicBezTo>
                    <a:cubicBezTo>
                      <a:pt x="361" y="695"/>
                      <a:pt x="361" y="695"/>
                      <a:pt x="361" y="695"/>
                    </a:cubicBezTo>
                    <a:cubicBezTo>
                      <a:pt x="361" y="695"/>
                      <a:pt x="361" y="695"/>
                      <a:pt x="361" y="695"/>
                    </a:cubicBezTo>
                    <a:cubicBezTo>
                      <a:pt x="364" y="694"/>
                      <a:pt x="364" y="694"/>
                      <a:pt x="364" y="694"/>
                    </a:cubicBezTo>
                    <a:cubicBezTo>
                      <a:pt x="364" y="694"/>
                      <a:pt x="364" y="694"/>
                      <a:pt x="364" y="694"/>
                    </a:cubicBezTo>
                    <a:cubicBezTo>
                      <a:pt x="367" y="693"/>
                      <a:pt x="367" y="693"/>
                      <a:pt x="367" y="693"/>
                    </a:cubicBezTo>
                    <a:cubicBezTo>
                      <a:pt x="367" y="693"/>
                      <a:pt x="367" y="693"/>
                      <a:pt x="367" y="693"/>
                    </a:cubicBezTo>
                    <a:cubicBezTo>
                      <a:pt x="370" y="691"/>
                      <a:pt x="370" y="691"/>
                      <a:pt x="370" y="691"/>
                    </a:cubicBezTo>
                    <a:cubicBezTo>
                      <a:pt x="370" y="691"/>
                      <a:pt x="370" y="691"/>
                      <a:pt x="370" y="691"/>
                    </a:cubicBezTo>
                    <a:cubicBezTo>
                      <a:pt x="372" y="688"/>
                      <a:pt x="372" y="688"/>
                      <a:pt x="372" y="688"/>
                    </a:cubicBezTo>
                    <a:cubicBezTo>
                      <a:pt x="372" y="688"/>
                      <a:pt x="372" y="688"/>
                      <a:pt x="372" y="688"/>
                    </a:cubicBezTo>
                    <a:cubicBezTo>
                      <a:pt x="380" y="679"/>
                      <a:pt x="380" y="679"/>
                      <a:pt x="380" y="679"/>
                    </a:cubicBezTo>
                    <a:cubicBezTo>
                      <a:pt x="380" y="679"/>
                      <a:pt x="380" y="679"/>
                      <a:pt x="380" y="679"/>
                    </a:cubicBezTo>
                    <a:cubicBezTo>
                      <a:pt x="380" y="679"/>
                      <a:pt x="380" y="679"/>
                      <a:pt x="380" y="679"/>
                    </a:cubicBezTo>
                    <a:cubicBezTo>
                      <a:pt x="380" y="679"/>
                      <a:pt x="380" y="679"/>
                      <a:pt x="380" y="679"/>
                    </a:cubicBezTo>
                    <a:cubicBezTo>
                      <a:pt x="381" y="679"/>
                      <a:pt x="381" y="679"/>
                      <a:pt x="381" y="679"/>
                    </a:cubicBezTo>
                    <a:cubicBezTo>
                      <a:pt x="381" y="679"/>
                      <a:pt x="381" y="679"/>
                      <a:pt x="381" y="679"/>
                    </a:cubicBezTo>
                    <a:cubicBezTo>
                      <a:pt x="381" y="678"/>
                      <a:pt x="381" y="678"/>
                      <a:pt x="381" y="678"/>
                    </a:cubicBezTo>
                    <a:cubicBezTo>
                      <a:pt x="381" y="678"/>
                      <a:pt x="381" y="678"/>
                      <a:pt x="381" y="678"/>
                    </a:cubicBezTo>
                    <a:cubicBezTo>
                      <a:pt x="382" y="677"/>
                      <a:pt x="382" y="677"/>
                      <a:pt x="382" y="677"/>
                    </a:cubicBezTo>
                    <a:cubicBezTo>
                      <a:pt x="382" y="677"/>
                      <a:pt x="382" y="677"/>
                      <a:pt x="382" y="677"/>
                    </a:cubicBezTo>
                    <a:cubicBezTo>
                      <a:pt x="382" y="677"/>
                      <a:pt x="382" y="677"/>
                      <a:pt x="382" y="677"/>
                    </a:cubicBezTo>
                    <a:cubicBezTo>
                      <a:pt x="382" y="677"/>
                      <a:pt x="382" y="677"/>
                      <a:pt x="382" y="677"/>
                    </a:cubicBezTo>
                    <a:cubicBezTo>
                      <a:pt x="383" y="677"/>
                      <a:pt x="383" y="677"/>
                      <a:pt x="383" y="677"/>
                    </a:cubicBezTo>
                    <a:cubicBezTo>
                      <a:pt x="383" y="677"/>
                      <a:pt x="383" y="677"/>
                      <a:pt x="383" y="677"/>
                    </a:cubicBezTo>
                    <a:cubicBezTo>
                      <a:pt x="383" y="676"/>
                      <a:pt x="383" y="676"/>
                      <a:pt x="383" y="676"/>
                    </a:cubicBezTo>
                    <a:cubicBezTo>
                      <a:pt x="383" y="676"/>
                      <a:pt x="383" y="676"/>
                      <a:pt x="383" y="676"/>
                    </a:cubicBezTo>
                    <a:cubicBezTo>
                      <a:pt x="384" y="676"/>
                      <a:pt x="384" y="676"/>
                      <a:pt x="384" y="676"/>
                    </a:cubicBezTo>
                    <a:cubicBezTo>
                      <a:pt x="384" y="676"/>
                      <a:pt x="384" y="676"/>
                      <a:pt x="384" y="676"/>
                    </a:cubicBezTo>
                    <a:cubicBezTo>
                      <a:pt x="385" y="674"/>
                      <a:pt x="385" y="674"/>
                      <a:pt x="385" y="674"/>
                    </a:cubicBezTo>
                    <a:cubicBezTo>
                      <a:pt x="385" y="674"/>
                      <a:pt x="385" y="674"/>
                      <a:pt x="385" y="674"/>
                    </a:cubicBezTo>
                    <a:cubicBezTo>
                      <a:pt x="387" y="673"/>
                      <a:pt x="387" y="673"/>
                      <a:pt x="387" y="673"/>
                    </a:cubicBezTo>
                    <a:cubicBezTo>
                      <a:pt x="387" y="673"/>
                      <a:pt x="387" y="673"/>
                      <a:pt x="387" y="673"/>
                    </a:cubicBezTo>
                    <a:cubicBezTo>
                      <a:pt x="388" y="671"/>
                      <a:pt x="388" y="671"/>
                      <a:pt x="388" y="671"/>
                    </a:cubicBezTo>
                    <a:cubicBezTo>
                      <a:pt x="388" y="671"/>
                      <a:pt x="388" y="671"/>
                      <a:pt x="388" y="671"/>
                    </a:cubicBezTo>
                    <a:cubicBezTo>
                      <a:pt x="390" y="670"/>
                      <a:pt x="390" y="670"/>
                      <a:pt x="390" y="670"/>
                    </a:cubicBezTo>
                    <a:cubicBezTo>
                      <a:pt x="390" y="670"/>
                      <a:pt x="390" y="670"/>
                      <a:pt x="390" y="670"/>
                    </a:cubicBezTo>
                    <a:cubicBezTo>
                      <a:pt x="391" y="668"/>
                      <a:pt x="391" y="668"/>
                      <a:pt x="391" y="668"/>
                    </a:cubicBezTo>
                    <a:cubicBezTo>
                      <a:pt x="391" y="668"/>
                      <a:pt x="391" y="668"/>
                      <a:pt x="391" y="668"/>
                    </a:cubicBezTo>
                    <a:cubicBezTo>
                      <a:pt x="392" y="667"/>
                      <a:pt x="392" y="667"/>
                      <a:pt x="392" y="667"/>
                    </a:cubicBezTo>
                    <a:cubicBezTo>
                      <a:pt x="392" y="667"/>
                      <a:pt x="392" y="667"/>
                      <a:pt x="392" y="667"/>
                    </a:cubicBezTo>
                    <a:cubicBezTo>
                      <a:pt x="393" y="665"/>
                      <a:pt x="393" y="665"/>
                      <a:pt x="393" y="665"/>
                    </a:cubicBezTo>
                    <a:cubicBezTo>
                      <a:pt x="393" y="665"/>
                      <a:pt x="393" y="665"/>
                      <a:pt x="393" y="665"/>
                    </a:cubicBezTo>
                    <a:cubicBezTo>
                      <a:pt x="394" y="663"/>
                      <a:pt x="394" y="663"/>
                      <a:pt x="394" y="663"/>
                    </a:cubicBezTo>
                    <a:cubicBezTo>
                      <a:pt x="394" y="663"/>
                      <a:pt x="394" y="663"/>
                      <a:pt x="394" y="663"/>
                    </a:cubicBezTo>
                    <a:cubicBezTo>
                      <a:pt x="394" y="663"/>
                      <a:pt x="394" y="663"/>
                      <a:pt x="394" y="663"/>
                    </a:cubicBezTo>
                    <a:cubicBezTo>
                      <a:pt x="394" y="663"/>
                      <a:pt x="394" y="663"/>
                      <a:pt x="394" y="663"/>
                    </a:cubicBezTo>
                    <a:cubicBezTo>
                      <a:pt x="393" y="662"/>
                      <a:pt x="393" y="662"/>
                      <a:pt x="393" y="662"/>
                    </a:cubicBezTo>
                    <a:cubicBezTo>
                      <a:pt x="393" y="662"/>
                      <a:pt x="393" y="662"/>
                      <a:pt x="393" y="662"/>
                    </a:cubicBezTo>
                    <a:cubicBezTo>
                      <a:pt x="392" y="662"/>
                      <a:pt x="392" y="662"/>
                      <a:pt x="392" y="662"/>
                    </a:cubicBezTo>
                    <a:cubicBezTo>
                      <a:pt x="392" y="662"/>
                      <a:pt x="392" y="662"/>
                      <a:pt x="392" y="662"/>
                    </a:cubicBezTo>
                    <a:cubicBezTo>
                      <a:pt x="392" y="662"/>
                      <a:pt x="392" y="662"/>
                      <a:pt x="392" y="662"/>
                    </a:cubicBezTo>
                    <a:cubicBezTo>
                      <a:pt x="392" y="662"/>
                      <a:pt x="392" y="662"/>
                      <a:pt x="392" y="662"/>
                    </a:cubicBezTo>
                    <a:cubicBezTo>
                      <a:pt x="391" y="662"/>
                      <a:pt x="391" y="662"/>
                      <a:pt x="391" y="662"/>
                    </a:cubicBezTo>
                    <a:cubicBezTo>
                      <a:pt x="391" y="662"/>
                      <a:pt x="391" y="662"/>
                      <a:pt x="391" y="662"/>
                    </a:cubicBezTo>
                    <a:cubicBezTo>
                      <a:pt x="390" y="662"/>
                      <a:pt x="390" y="662"/>
                      <a:pt x="390" y="662"/>
                    </a:cubicBezTo>
                    <a:cubicBezTo>
                      <a:pt x="390" y="662"/>
                      <a:pt x="390" y="662"/>
                      <a:pt x="390" y="662"/>
                    </a:cubicBezTo>
                    <a:cubicBezTo>
                      <a:pt x="389" y="662"/>
                      <a:pt x="389" y="662"/>
                      <a:pt x="389" y="662"/>
                    </a:cubicBezTo>
                    <a:cubicBezTo>
                      <a:pt x="389" y="662"/>
                      <a:pt x="389" y="662"/>
                      <a:pt x="389" y="662"/>
                    </a:cubicBezTo>
                    <a:cubicBezTo>
                      <a:pt x="389" y="662"/>
                      <a:pt x="389" y="662"/>
                      <a:pt x="389" y="662"/>
                    </a:cubicBezTo>
                    <a:cubicBezTo>
                      <a:pt x="389" y="662"/>
                      <a:pt x="389" y="662"/>
                      <a:pt x="389" y="662"/>
                    </a:cubicBezTo>
                    <a:cubicBezTo>
                      <a:pt x="386" y="663"/>
                      <a:pt x="386" y="663"/>
                      <a:pt x="386" y="663"/>
                    </a:cubicBezTo>
                    <a:cubicBezTo>
                      <a:pt x="386" y="663"/>
                      <a:pt x="386" y="663"/>
                      <a:pt x="386" y="663"/>
                    </a:cubicBezTo>
                    <a:cubicBezTo>
                      <a:pt x="384" y="663"/>
                      <a:pt x="384" y="663"/>
                      <a:pt x="384" y="663"/>
                    </a:cubicBezTo>
                    <a:cubicBezTo>
                      <a:pt x="384" y="663"/>
                      <a:pt x="384" y="663"/>
                      <a:pt x="384" y="663"/>
                    </a:cubicBezTo>
                    <a:cubicBezTo>
                      <a:pt x="382" y="664"/>
                      <a:pt x="382" y="664"/>
                      <a:pt x="382" y="664"/>
                    </a:cubicBezTo>
                    <a:cubicBezTo>
                      <a:pt x="382" y="664"/>
                      <a:pt x="382" y="664"/>
                      <a:pt x="382" y="664"/>
                    </a:cubicBezTo>
                    <a:cubicBezTo>
                      <a:pt x="380" y="664"/>
                      <a:pt x="380" y="664"/>
                      <a:pt x="380" y="664"/>
                    </a:cubicBezTo>
                    <a:cubicBezTo>
                      <a:pt x="380" y="664"/>
                      <a:pt x="380" y="664"/>
                      <a:pt x="380" y="664"/>
                    </a:cubicBezTo>
                    <a:cubicBezTo>
                      <a:pt x="378" y="664"/>
                      <a:pt x="378" y="664"/>
                      <a:pt x="378" y="664"/>
                    </a:cubicBezTo>
                    <a:cubicBezTo>
                      <a:pt x="378" y="664"/>
                      <a:pt x="378" y="664"/>
                      <a:pt x="378" y="664"/>
                    </a:cubicBezTo>
                    <a:cubicBezTo>
                      <a:pt x="376" y="665"/>
                      <a:pt x="376" y="665"/>
                      <a:pt x="376" y="665"/>
                    </a:cubicBezTo>
                    <a:cubicBezTo>
                      <a:pt x="376" y="665"/>
                      <a:pt x="376" y="665"/>
                      <a:pt x="376" y="665"/>
                    </a:cubicBezTo>
                    <a:cubicBezTo>
                      <a:pt x="374" y="665"/>
                      <a:pt x="374" y="665"/>
                      <a:pt x="374" y="665"/>
                    </a:cubicBezTo>
                    <a:cubicBezTo>
                      <a:pt x="374" y="665"/>
                      <a:pt x="374" y="665"/>
                      <a:pt x="374" y="665"/>
                    </a:cubicBezTo>
                    <a:cubicBezTo>
                      <a:pt x="372" y="665"/>
                      <a:pt x="372" y="665"/>
                      <a:pt x="372" y="665"/>
                    </a:cubicBezTo>
                    <a:cubicBezTo>
                      <a:pt x="372" y="665"/>
                      <a:pt x="372" y="665"/>
                      <a:pt x="372" y="665"/>
                    </a:cubicBezTo>
                    <a:cubicBezTo>
                      <a:pt x="372" y="665"/>
                      <a:pt x="372" y="665"/>
                      <a:pt x="372" y="665"/>
                    </a:cubicBezTo>
                    <a:cubicBezTo>
                      <a:pt x="372" y="665"/>
                      <a:pt x="372" y="665"/>
                      <a:pt x="372" y="665"/>
                    </a:cubicBezTo>
                    <a:cubicBezTo>
                      <a:pt x="371" y="665"/>
                      <a:pt x="371" y="665"/>
                      <a:pt x="371" y="665"/>
                    </a:cubicBezTo>
                    <a:cubicBezTo>
                      <a:pt x="371" y="665"/>
                      <a:pt x="371" y="665"/>
                      <a:pt x="371" y="665"/>
                    </a:cubicBezTo>
                    <a:cubicBezTo>
                      <a:pt x="371" y="665"/>
                      <a:pt x="371" y="665"/>
                      <a:pt x="371" y="665"/>
                    </a:cubicBezTo>
                    <a:cubicBezTo>
                      <a:pt x="371" y="665"/>
                      <a:pt x="371" y="665"/>
                      <a:pt x="371" y="665"/>
                    </a:cubicBezTo>
                    <a:cubicBezTo>
                      <a:pt x="371" y="665"/>
                      <a:pt x="371" y="665"/>
                      <a:pt x="371" y="665"/>
                    </a:cubicBezTo>
                    <a:cubicBezTo>
                      <a:pt x="371" y="665"/>
                      <a:pt x="371" y="665"/>
                      <a:pt x="371" y="665"/>
                    </a:cubicBezTo>
                    <a:cubicBezTo>
                      <a:pt x="370" y="665"/>
                      <a:pt x="370" y="665"/>
                      <a:pt x="370" y="665"/>
                    </a:cubicBezTo>
                    <a:cubicBezTo>
                      <a:pt x="370" y="665"/>
                      <a:pt x="370" y="665"/>
                      <a:pt x="370" y="665"/>
                    </a:cubicBezTo>
                    <a:cubicBezTo>
                      <a:pt x="370" y="665"/>
                      <a:pt x="370" y="665"/>
                      <a:pt x="370" y="665"/>
                    </a:cubicBezTo>
                    <a:cubicBezTo>
                      <a:pt x="370" y="665"/>
                      <a:pt x="370" y="665"/>
                      <a:pt x="370" y="665"/>
                    </a:cubicBezTo>
                    <a:cubicBezTo>
                      <a:pt x="369" y="665"/>
                      <a:pt x="369" y="665"/>
                      <a:pt x="369" y="665"/>
                    </a:cubicBezTo>
                    <a:cubicBezTo>
                      <a:pt x="369" y="665"/>
                      <a:pt x="369" y="665"/>
                      <a:pt x="369" y="665"/>
                    </a:cubicBezTo>
                    <a:cubicBezTo>
                      <a:pt x="369" y="664"/>
                      <a:pt x="369" y="664"/>
                      <a:pt x="369" y="664"/>
                    </a:cubicBezTo>
                    <a:cubicBezTo>
                      <a:pt x="369" y="664"/>
                      <a:pt x="369" y="664"/>
                      <a:pt x="369" y="664"/>
                    </a:cubicBezTo>
                    <a:cubicBezTo>
                      <a:pt x="368" y="664"/>
                      <a:pt x="368" y="664"/>
                      <a:pt x="368" y="664"/>
                    </a:cubicBezTo>
                    <a:cubicBezTo>
                      <a:pt x="368" y="664"/>
                      <a:pt x="368" y="664"/>
                      <a:pt x="368" y="664"/>
                    </a:cubicBezTo>
                    <a:cubicBezTo>
                      <a:pt x="368" y="663"/>
                      <a:pt x="368" y="663"/>
                      <a:pt x="368" y="663"/>
                    </a:cubicBezTo>
                    <a:cubicBezTo>
                      <a:pt x="368" y="663"/>
                      <a:pt x="368" y="663"/>
                      <a:pt x="368" y="663"/>
                    </a:cubicBezTo>
                    <a:cubicBezTo>
                      <a:pt x="367" y="663"/>
                      <a:pt x="367" y="663"/>
                      <a:pt x="367" y="663"/>
                    </a:cubicBezTo>
                    <a:cubicBezTo>
                      <a:pt x="367" y="663"/>
                      <a:pt x="367" y="663"/>
                      <a:pt x="367" y="663"/>
                    </a:cubicBezTo>
                    <a:cubicBezTo>
                      <a:pt x="367" y="662"/>
                      <a:pt x="367" y="662"/>
                      <a:pt x="367" y="662"/>
                    </a:cubicBezTo>
                    <a:cubicBezTo>
                      <a:pt x="367" y="662"/>
                      <a:pt x="367" y="662"/>
                      <a:pt x="367" y="662"/>
                    </a:cubicBezTo>
                    <a:cubicBezTo>
                      <a:pt x="366" y="662"/>
                      <a:pt x="366" y="662"/>
                      <a:pt x="366" y="662"/>
                    </a:cubicBezTo>
                    <a:cubicBezTo>
                      <a:pt x="366" y="662"/>
                      <a:pt x="366" y="662"/>
                      <a:pt x="366" y="662"/>
                    </a:cubicBezTo>
                    <a:cubicBezTo>
                      <a:pt x="366" y="661"/>
                      <a:pt x="366" y="661"/>
                      <a:pt x="366" y="661"/>
                    </a:cubicBezTo>
                    <a:cubicBezTo>
                      <a:pt x="366" y="661"/>
                      <a:pt x="366" y="661"/>
                      <a:pt x="366" y="661"/>
                    </a:cubicBezTo>
                    <a:cubicBezTo>
                      <a:pt x="365" y="660"/>
                      <a:pt x="365" y="660"/>
                      <a:pt x="365" y="660"/>
                    </a:cubicBezTo>
                    <a:cubicBezTo>
                      <a:pt x="365" y="660"/>
                      <a:pt x="365" y="660"/>
                      <a:pt x="365" y="660"/>
                    </a:cubicBezTo>
                    <a:cubicBezTo>
                      <a:pt x="365" y="659"/>
                      <a:pt x="365" y="659"/>
                      <a:pt x="365" y="659"/>
                    </a:cubicBezTo>
                    <a:cubicBezTo>
                      <a:pt x="365" y="659"/>
                      <a:pt x="365" y="659"/>
                      <a:pt x="365" y="659"/>
                    </a:cubicBezTo>
                    <a:cubicBezTo>
                      <a:pt x="365" y="659"/>
                      <a:pt x="365" y="659"/>
                      <a:pt x="365" y="659"/>
                    </a:cubicBezTo>
                    <a:cubicBezTo>
                      <a:pt x="365" y="659"/>
                      <a:pt x="365" y="659"/>
                      <a:pt x="365" y="659"/>
                    </a:cubicBezTo>
                    <a:cubicBezTo>
                      <a:pt x="366" y="659"/>
                      <a:pt x="366" y="659"/>
                      <a:pt x="366" y="659"/>
                    </a:cubicBezTo>
                    <a:cubicBezTo>
                      <a:pt x="366" y="659"/>
                      <a:pt x="366" y="659"/>
                      <a:pt x="366" y="659"/>
                    </a:cubicBezTo>
                    <a:cubicBezTo>
                      <a:pt x="366" y="659"/>
                      <a:pt x="366" y="659"/>
                      <a:pt x="366" y="659"/>
                    </a:cubicBezTo>
                    <a:cubicBezTo>
                      <a:pt x="366" y="659"/>
                      <a:pt x="366" y="659"/>
                      <a:pt x="366" y="659"/>
                    </a:cubicBezTo>
                    <a:cubicBezTo>
                      <a:pt x="366" y="658"/>
                      <a:pt x="366" y="658"/>
                      <a:pt x="366" y="658"/>
                    </a:cubicBezTo>
                    <a:cubicBezTo>
                      <a:pt x="366" y="658"/>
                      <a:pt x="366" y="658"/>
                      <a:pt x="366" y="658"/>
                    </a:cubicBezTo>
                    <a:cubicBezTo>
                      <a:pt x="366" y="658"/>
                      <a:pt x="366" y="658"/>
                      <a:pt x="366" y="658"/>
                    </a:cubicBezTo>
                    <a:cubicBezTo>
                      <a:pt x="366" y="658"/>
                      <a:pt x="366" y="658"/>
                      <a:pt x="366" y="658"/>
                    </a:cubicBezTo>
                    <a:cubicBezTo>
                      <a:pt x="367" y="658"/>
                      <a:pt x="367" y="658"/>
                      <a:pt x="367" y="658"/>
                    </a:cubicBezTo>
                    <a:cubicBezTo>
                      <a:pt x="367" y="658"/>
                      <a:pt x="367" y="658"/>
                      <a:pt x="367" y="658"/>
                    </a:cubicBezTo>
                    <a:cubicBezTo>
                      <a:pt x="367" y="658"/>
                      <a:pt x="367" y="658"/>
                      <a:pt x="367" y="658"/>
                    </a:cubicBezTo>
                    <a:cubicBezTo>
                      <a:pt x="367" y="658"/>
                      <a:pt x="367" y="658"/>
                      <a:pt x="367" y="658"/>
                    </a:cubicBezTo>
                    <a:cubicBezTo>
                      <a:pt x="367" y="657"/>
                      <a:pt x="367" y="657"/>
                      <a:pt x="367" y="657"/>
                    </a:cubicBezTo>
                    <a:cubicBezTo>
                      <a:pt x="367" y="657"/>
                      <a:pt x="367" y="657"/>
                      <a:pt x="367" y="657"/>
                    </a:cubicBezTo>
                    <a:cubicBezTo>
                      <a:pt x="368" y="658"/>
                      <a:pt x="368" y="658"/>
                      <a:pt x="368" y="658"/>
                    </a:cubicBezTo>
                    <a:cubicBezTo>
                      <a:pt x="368" y="658"/>
                      <a:pt x="368" y="658"/>
                      <a:pt x="368" y="658"/>
                    </a:cubicBezTo>
                    <a:cubicBezTo>
                      <a:pt x="369" y="658"/>
                      <a:pt x="369" y="658"/>
                      <a:pt x="369" y="658"/>
                    </a:cubicBezTo>
                    <a:cubicBezTo>
                      <a:pt x="369" y="658"/>
                      <a:pt x="369" y="658"/>
                      <a:pt x="369" y="658"/>
                    </a:cubicBezTo>
                    <a:cubicBezTo>
                      <a:pt x="370" y="658"/>
                      <a:pt x="370" y="658"/>
                      <a:pt x="370" y="658"/>
                    </a:cubicBezTo>
                    <a:cubicBezTo>
                      <a:pt x="370" y="658"/>
                      <a:pt x="370" y="658"/>
                      <a:pt x="370" y="658"/>
                    </a:cubicBezTo>
                    <a:cubicBezTo>
                      <a:pt x="370" y="658"/>
                      <a:pt x="370" y="658"/>
                      <a:pt x="370" y="658"/>
                    </a:cubicBezTo>
                    <a:cubicBezTo>
                      <a:pt x="370" y="658"/>
                      <a:pt x="370" y="658"/>
                      <a:pt x="370" y="658"/>
                    </a:cubicBezTo>
                    <a:cubicBezTo>
                      <a:pt x="371" y="658"/>
                      <a:pt x="371" y="658"/>
                      <a:pt x="371" y="658"/>
                    </a:cubicBezTo>
                    <a:cubicBezTo>
                      <a:pt x="371" y="658"/>
                      <a:pt x="371" y="658"/>
                      <a:pt x="371" y="658"/>
                    </a:cubicBezTo>
                    <a:cubicBezTo>
                      <a:pt x="372" y="658"/>
                      <a:pt x="372" y="658"/>
                      <a:pt x="372" y="658"/>
                    </a:cubicBezTo>
                    <a:cubicBezTo>
                      <a:pt x="372" y="658"/>
                      <a:pt x="372" y="658"/>
                      <a:pt x="372" y="658"/>
                    </a:cubicBezTo>
                    <a:cubicBezTo>
                      <a:pt x="373" y="659"/>
                      <a:pt x="373" y="659"/>
                      <a:pt x="373" y="659"/>
                    </a:cubicBezTo>
                    <a:cubicBezTo>
                      <a:pt x="373" y="659"/>
                      <a:pt x="373" y="659"/>
                      <a:pt x="373" y="659"/>
                    </a:cubicBezTo>
                    <a:cubicBezTo>
                      <a:pt x="374" y="659"/>
                      <a:pt x="374" y="659"/>
                      <a:pt x="374" y="659"/>
                    </a:cubicBezTo>
                    <a:cubicBezTo>
                      <a:pt x="374" y="659"/>
                      <a:pt x="374" y="659"/>
                      <a:pt x="374" y="659"/>
                    </a:cubicBezTo>
                    <a:cubicBezTo>
                      <a:pt x="390" y="658"/>
                      <a:pt x="390" y="658"/>
                      <a:pt x="390" y="658"/>
                    </a:cubicBezTo>
                    <a:cubicBezTo>
                      <a:pt x="390" y="658"/>
                      <a:pt x="390" y="658"/>
                      <a:pt x="390" y="658"/>
                    </a:cubicBezTo>
                    <a:cubicBezTo>
                      <a:pt x="398" y="658"/>
                      <a:pt x="398" y="658"/>
                      <a:pt x="398" y="658"/>
                    </a:cubicBezTo>
                    <a:cubicBezTo>
                      <a:pt x="398" y="658"/>
                      <a:pt x="398" y="658"/>
                      <a:pt x="398" y="658"/>
                    </a:cubicBezTo>
                    <a:cubicBezTo>
                      <a:pt x="399" y="658"/>
                      <a:pt x="399" y="658"/>
                      <a:pt x="399" y="658"/>
                    </a:cubicBezTo>
                    <a:cubicBezTo>
                      <a:pt x="399" y="658"/>
                      <a:pt x="399" y="658"/>
                      <a:pt x="399" y="658"/>
                    </a:cubicBezTo>
                    <a:cubicBezTo>
                      <a:pt x="399" y="659"/>
                      <a:pt x="399" y="659"/>
                      <a:pt x="399" y="659"/>
                    </a:cubicBezTo>
                    <a:cubicBezTo>
                      <a:pt x="399" y="659"/>
                      <a:pt x="399" y="659"/>
                      <a:pt x="399" y="659"/>
                    </a:cubicBezTo>
                    <a:cubicBezTo>
                      <a:pt x="400" y="660"/>
                      <a:pt x="400" y="660"/>
                      <a:pt x="400" y="660"/>
                    </a:cubicBezTo>
                    <a:cubicBezTo>
                      <a:pt x="400" y="660"/>
                      <a:pt x="400" y="660"/>
                      <a:pt x="400" y="660"/>
                    </a:cubicBezTo>
                    <a:cubicBezTo>
                      <a:pt x="401" y="661"/>
                      <a:pt x="401" y="661"/>
                      <a:pt x="401" y="661"/>
                    </a:cubicBezTo>
                    <a:cubicBezTo>
                      <a:pt x="401" y="661"/>
                      <a:pt x="401" y="661"/>
                      <a:pt x="401" y="661"/>
                    </a:cubicBezTo>
                    <a:cubicBezTo>
                      <a:pt x="401" y="662"/>
                      <a:pt x="401" y="662"/>
                      <a:pt x="401" y="662"/>
                    </a:cubicBezTo>
                    <a:cubicBezTo>
                      <a:pt x="401" y="662"/>
                      <a:pt x="401" y="662"/>
                      <a:pt x="401" y="662"/>
                    </a:cubicBezTo>
                    <a:cubicBezTo>
                      <a:pt x="401" y="663"/>
                      <a:pt x="401" y="663"/>
                      <a:pt x="401" y="663"/>
                    </a:cubicBezTo>
                    <a:cubicBezTo>
                      <a:pt x="401" y="663"/>
                      <a:pt x="401" y="663"/>
                      <a:pt x="401" y="663"/>
                    </a:cubicBezTo>
                    <a:cubicBezTo>
                      <a:pt x="401" y="664"/>
                      <a:pt x="401" y="664"/>
                      <a:pt x="401" y="664"/>
                    </a:cubicBezTo>
                    <a:cubicBezTo>
                      <a:pt x="401" y="664"/>
                      <a:pt x="401" y="664"/>
                      <a:pt x="401" y="664"/>
                    </a:cubicBezTo>
                    <a:cubicBezTo>
                      <a:pt x="401" y="665"/>
                      <a:pt x="401" y="665"/>
                      <a:pt x="401" y="665"/>
                    </a:cubicBezTo>
                    <a:cubicBezTo>
                      <a:pt x="401" y="665"/>
                      <a:pt x="401" y="665"/>
                      <a:pt x="401" y="665"/>
                    </a:cubicBezTo>
                    <a:cubicBezTo>
                      <a:pt x="400" y="666"/>
                      <a:pt x="400" y="666"/>
                      <a:pt x="400" y="666"/>
                    </a:cubicBezTo>
                    <a:cubicBezTo>
                      <a:pt x="400" y="666"/>
                      <a:pt x="400" y="666"/>
                      <a:pt x="400" y="666"/>
                    </a:cubicBezTo>
                    <a:cubicBezTo>
                      <a:pt x="400" y="666"/>
                      <a:pt x="400" y="666"/>
                      <a:pt x="400" y="666"/>
                    </a:cubicBezTo>
                    <a:cubicBezTo>
                      <a:pt x="400" y="666"/>
                      <a:pt x="400" y="666"/>
                      <a:pt x="400" y="666"/>
                    </a:cubicBezTo>
                    <a:cubicBezTo>
                      <a:pt x="400" y="667"/>
                      <a:pt x="400" y="667"/>
                      <a:pt x="400" y="667"/>
                    </a:cubicBezTo>
                    <a:cubicBezTo>
                      <a:pt x="400" y="667"/>
                      <a:pt x="400" y="667"/>
                      <a:pt x="400" y="667"/>
                    </a:cubicBezTo>
                    <a:cubicBezTo>
                      <a:pt x="399" y="667"/>
                      <a:pt x="399" y="667"/>
                      <a:pt x="399" y="667"/>
                    </a:cubicBezTo>
                    <a:cubicBezTo>
                      <a:pt x="399" y="667"/>
                      <a:pt x="399" y="667"/>
                      <a:pt x="399" y="667"/>
                    </a:cubicBezTo>
                    <a:cubicBezTo>
                      <a:pt x="399" y="668"/>
                      <a:pt x="399" y="668"/>
                      <a:pt x="399" y="668"/>
                    </a:cubicBezTo>
                    <a:cubicBezTo>
                      <a:pt x="399" y="668"/>
                      <a:pt x="399" y="668"/>
                      <a:pt x="399" y="668"/>
                    </a:cubicBezTo>
                    <a:cubicBezTo>
                      <a:pt x="398" y="668"/>
                      <a:pt x="398" y="668"/>
                      <a:pt x="398" y="668"/>
                    </a:cubicBezTo>
                    <a:cubicBezTo>
                      <a:pt x="398" y="668"/>
                      <a:pt x="398" y="668"/>
                      <a:pt x="398" y="668"/>
                    </a:cubicBezTo>
                    <a:cubicBezTo>
                      <a:pt x="398" y="668"/>
                      <a:pt x="398" y="668"/>
                      <a:pt x="398" y="668"/>
                    </a:cubicBezTo>
                    <a:cubicBezTo>
                      <a:pt x="398" y="668"/>
                      <a:pt x="398" y="668"/>
                      <a:pt x="398" y="668"/>
                    </a:cubicBezTo>
                    <a:cubicBezTo>
                      <a:pt x="398" y="669"/>
                      <a:pt x="398" y="669"/>
                      <a:pt x="398" y="669"/>
                    </a:cubicBezTo>
                    <a:cubicBezTo>
                      <a:pt x="398" y="669"/>
                      <a:pt x="398" y="669"/>
                      <a:pt x="398" y="669"/>
                    </a:cubicBezTo>
                    <a:cubicBezTo>
                      <a:pt x="396" y="670"/>
                      <a:pt x="396" y="670"/>
                      <a:pt x="396" y="670"/>
                    </a:cubicBezTo>
                    <a:cubicBezTo>
                      <a:pt x="396" y="670"/>
                      <a:pt x="396" y="670"/>
                      <a:pt x="396" y="670"/>
                    </a:cubicBezTo>
                    <a:cubicBezTo>
                      <a:pt x="395" y="672"/>
                      <a:pt x="395" y="672"/>
                      <a:pt x="395" y="672"/>
                    </a:cubicBezTo>
                    <a:cubicBezTo>
                      <a:pt x="395" y="672"/>
                      <a:pt x="395" y="672"/>
                      <a:pt x="395" y="672"/>
                    </a:cubicBezTo>
                    <a:cubicBezTo>
                      <a:pt x="393" y="673"/>
                      <a:pt x="393" y="673"/>
                      <a:pt x="393" y="673"/>
                    </a:cubicBezTo>
                    <a:cubicBezTo>
                      <a:pt x="393" y="673"/>
                      <a:pt x="393" y="673"/>
                      <a:pt x="393" y="673"/>
                    </a:cubicBezTo>
                    <a:cubicBezTo>
                      <a:pt x="392" y="675"/>
                      <a:pt x="392" y="675"/>
                      <a:pt x="392" y="675"/>
                    </a:cubicBezTo>
                    <a:cubicBezTo>
                      <a:pt x="392" y="675"/>
                      <a:pt x="392" y="675"/>
                      <a:pt x="392" y="675"/>
                    </a:cubicBezTo>
                    <a:cubicBezTo>
                      <a:pt x="391" y="676"/>
                      <a:pt x="391" y="676"/>
                      <a:pt x="391" y="676"/>
                    </a:cubicBezTo>
                    <a:cubicBezTo>
                      <a:pt x="391" y="676"/>
                      <a:pt x="391" y="676"/>
                      <a:pt x="391" y="676"/>
                    </a:cubicBezTo>
                    <a:cubicBezTo>
                      <a:pt x="390" y="677"/>
                      <a:pt x="390" y="677"/>
                      <a:pt x="390" y="677"/>
                    </a:cubicBezTo>
                    <a:cubicBezTo>
                      <a:pt x="390" y="677"/>
                      <a:pt x="390" y="677"/>
                      <a:pt x="390" y="677"/>
                    </a:cubicBezTo>
                    <a:cubicBezTo>
                      <a:pt x="388" y="679"/>
                      <a:pt x="388" y="679"/>
                      <a:pt x="388" y="679"/>
                    </a:cubicBezTo>
                    <a:cubicBezTo>
                      <a:pt x="388" y="679"/>
                      <a:pt x="388" y="679"/>
                      <a:pt x="388" y="679"/>
                    </a:cubicBezTo>
                    <a:cubicBezTo>
                      <a:pt x="387" y="679"/>
                      <a:pt x="387" y="679"/>
                      <a:pt x="387" y="679"/>
                    </a:cubicBezTo>
                    <a:cubicBezTo>
                      <a:pt x="387" y="679"/>
                      <a:pt x="387" y="679"/>
                      <a:pt x="387" y="679"/>
                    </a:cubicBezTo>
                    <a:cubicBezTo>
                      <a:pt x="381" y="688"/>
                      <a:pt x="381" y="688"/>
                      <a:pt x="381" y="688"/>
                    </a:cubicBezTo>
                    <a:cubicBezTo>
                      <a:pt x="381" y="688"/>
                      <a:pt x="381" y="688"/>
                      <a:pt x="381" y="688"/>
                    </a:cubicBezTo>
                    <a:cubicBezTo>
                      <a:pt x="382" y="690"/>
                      <a:pt x="382" y="690"/>
                      <a:pt x="382" y="690"/>
                    </a:cubicBezTo>
                    <a:cubicBezTo>
                      <a:pt x="382" y="690"/>
                      <a:pt x="382" y="690"/>
                      <a:pt x="382" y="690"/>
                    </a:cubicBezTo>
                    <a:cubicBezTo>
                      <a:pt x="383" y="690"/>
                      <a:pt x="383" y="690"/>
                      <a:pt x="383" y="690"/>
                    </a:cubicBezTo>
                    <a:cubicBezTo>
                      <a:pt x="383" y="690"/>
                      <a:pt x="383" y="690"/>
                      <a:pt x="383" y="690"/>
                    </a:cubicBezTo>
                    <a:cubicBezTo>
                      <a:pt x="385" y="690"/>
                      <a:pt x="385" y="690"/>
                      <a:pt x="385" y="690"/>
                    </a:cubicBezTo>
                    <a:cubicBezTo>
                      <a:pt x="385" y="690"/>
                      <a:pt x="385" y="690"/>
                      <a:pt x="385" y="690"/>
                    </a:cubicBezTo>
                    <a:cubicBezTo>
                      <a:pt x="386" y="690"/>
                      <a:pt x="386" y="690"/>
                      <a:pt x="386" y="690"/>
                    </a:cubicBezTo>
                    <a:cubicBezTo>
                      <a:pt x="386" y="690"/>
                      <a:pt x="386" y="690"/>
                      <a:pt x="386" y="690"/>
                    </a:cubicBezTo>
                    <a:cubicBezTo>
                      <a:pt x="388" y="689"/>
                      <a:pt x="388" y="689"/>
                      <a:pt x="388" y="689"/>
                    </a:cubicBezTo>
                    <a:cubicBezTo>
                      <a:pt x="388" y="689"/>
                      <a:pt x="388" y="689"/>
                      <a:pt x="388" y="689"/>
                    </a:cubicBezTo>
                    <a:cubicBezTo>
                      <a:pt x="390" y="688"/>
                      <a:pt x="390" y="688"/>
                      <a:pt x="390" y="688"/>
                    </a:cubicBezTo>
                    <a:cubicBezTo>
                      <a:pt x="390" y="688"/>
                      <a:pt x="390" y="688"/>
                      <a:pt x="390" y="688"/>
                    </a:cubicBezTo>
                    <a:cubicBezTo>
                      <a:pt x="391" y="688"/>
                      <a:pt x="391" y="688"/>
                      <a:pt x="391" y="688"/>
                    </a:cubicBezTo>
                    <a:cubicBezTo>
                      <a:pt x="391" y="688"/>
                      <a:pt x="391" y="688"/>
                      <a:pt x="391" y="688"/>
                    </a:cubicBezTo>
                    <a:cubicBezTo>
                      <a:pt x="392" y="687"/>
                      <a:pt x="392" y="687"/>
                      <a:pt x="392" y="687"/>
                    </a:cubicBezTo>
                    <a:cubicBezTo>
                      <a:pt x="392" y="687"/>
                      <a:pt x="392" y="687"/>
                      <a:pt x="392" y="687"/>
                    </a:cubicBezTo>
                    <a:cubicBezTo>
                      <a:pt x="394" y="686"/>
                      <a:pt x="394" y="686"/>
                      <a:pt x="394" y="686"/>
                    </a:cubicBezTo>
                    <a:cubicBezTo>
                      <a:pt x="394" y="686"/>
                      <a:pt x="394" y="686"/>
                      <a:pt x="394" y="686"/>
                    </a:cubicBezTo>
                    <a:cubicBezTo>
                      <a:pt x="394" y="687"/>
                      <a:pt x="394" y="687"/>
                      <a:pt x="394" y="687"/>
                    </a:cubicBezTo>
                    <a:cubicBezTo>
                      <a:pt x="394" y="687"/>
                      <a:pt x="394" y="687"/>
                      <a:pt x="394" y="687"/>
                    </a:cubicBezTo>
                    <a:cubicBezTo>
                      <a:pt x="395" y="687"/>
                      <a:pt x="395" y="687"/>
                      <a:pt x="395" y="687"/>
                    </a:cubicBezTo>
                    <a:cubicBezTo>
                      <a:pt x="395" y="687"/>
                      <a:pt x="395" y="687"/>
                      <a:pt x="395" y="687"/>
                    </a:cubicBezTo>
                    <a:cubicBezTo>
                      <a:pt x="395" y="688"/>
                      <a:pt x="395" y="688"/>
                      <a:pt x="395" y="688"/>
                    </a:cubicBezTo>
                    <a:cubicBezTo>
                      <a:pt x="395" y="688"/>
                      <a:pt x="395" y="688"/>
                      <a:pt x="395" y="688"/>
                    </a:cubicBezTo>
                    <a:cubicBezTo>
                      <a:pt x="395" y="688"/>
                      <a:pt x="395" y="688"/>
                      <a:pt x="395" y="688"/>
                    </a:cubicBezTo>
                    <a:cubicBezTo>
                      <a:pt x="395" y="688"/>
                      <a:pt x="395" y="688"/>
                      <a:pt x="395" y="688"/>
                    </a:cubicBezTo>
                    <a:cubicBezTo>
                      <a:pt x="395" y="689"/>
                      <a:pt x="395" y="689"/>
                      <a:pt x="395" y="689"/>
                    </a:cubicBezTo>
                    <a:cubicBezTo>
                      <a:pt x="395" y="689"/>
                      <a:pt x="395" y="689"/>
                      <a:pt x="395" y="689"/>
                    </a:cubicBezTo>
                    <a:cubicBezTo>
                      <a:pt x="395" y="689"/>
                      <a:pt x="395" y="689"/>
                      <a:pt x="395" y="689"/>
                    </a:cubicBezTo>
                    <a:cubicBezTo>
                      <a:pt x="395" y="689"/>
                      <a:pt x="395" y="689"/>
                      <a:pt x="395" y="689"/>
                    </a:cubicBezTo>
                    <a:cubicBezTo>
                      <a:pt x="395" y="690"/>
                      <a:pt x="395" y="690"/>
                      <a:pt x="395" y="690"/>
                    </a:cubicBezTo>
                    <a:cubicBezTo>
                      <a:pt x="395" y="690"/>
                      <a:pt x="395" y="690"/>
                      <a:pt x="395" y="690"/>
                    </a:cubicBezTo>
                    <a:cubicBezTo>
                      <a:pt x="395" y="690"/>
                      <a:pt x="395" y="690"/>
                      <a:pt x="395" y="690"/>
                    </a:cubicBezTo>
                    <a:cubicBezTo>
                      <a:pt x="395" y="690"/>
                      <a:pt x="395" y="690"/>
                      <a:pt x="395" y="690"/>
                    </a:cubicBezTo>
                    <a:cubicBezTo>
                      <a:pt x="395" y="691"/>
                      <a:pt x="395" y="691"/>
                      <a:pt x="395" y="691"/>
                    </a:cubicBezTo>
                    <a:cubicBezTo>
                      <a:pt x="395" y="691"/>
                      <a:pt x="395" y="691"/>
                      <a:pt x="395" y="691"/>
                    </a:cubicBezTo>
                    <a:cubicBezTo>
                      <a:pt x="394" y="691"/>
                      <a:pt x="394" y="691"/>
                      <a:pt x="394" y="691"/>
                    </a:cubicBezTo>
                    <a:cubicBezTo>
                      <a:pt x="394" y="691"/>
                      <a:pt x="394" y="691"/>
                      <a:pt x="394" y="691"/>
                    </a:cubicBezTo>
                    <a:cubicBezTo>
                      <a:pt x="394" y="691"/>
                      <a:pt x="394" y="691"/>
                      <a:pt x="394" y="691"/>
                    </a:cubicBezTo>
                    <a:cubicBezTo>
                      <a:pt x="394" y="691"/>
                      <a:pt x="394" y="691"/>
                      <a:pt x="394" y="691"/>
                    </a:cubicBezTo>
                    <a:cubicBezTo>
                      <a:pt x="394" y="691"/>
                      <a:pt x="394" y="691"/>
                      <a:pt x="394" y="691"/>
                    </a:cubicBezTo>
                    <a:cubicBezTo>
                      <a:pt x="394" y="691"/>
                      <a:pt x="394" y="691"/>
                      <a:pt x="394" y="691"/>
                    </a:cubicBezTo>
                    <a:cubicBezTo>
                      <a:pt x="393" y="691"/>
                      <a:pt x="393" y="691"/>
                      <a:pt x="393" y="691"/>
                    </a:cubicBezTo>
                    <a:cubicBezTo>
                      <a:pt x="393" y="691"/>
                      <a:pt x="393" y="691"/>
                      <a:pt x="393" y="691"/>
                    </a:cubicBezTo>
                    <a:cubicBezTo>
                      <a:pt x="393" y="691"/>
                      <a:pt x="393" y="691"/>
                      <a:pt x="393" y="691"/>
                    </a:cubicBezTo>
                    <a:cubicBezTo>
                      <a:pt x="393" y="691"/>
                      <a:pt x="393" y="691"/>
                      <a:pt x="393" y="691"/>
                    </a:cubicBezTo>
                    <a:cubicBezTo>
                      <a:pt x="392" y="691"/>
                      <a:pt x="392" y="691"/>
                      <a:pt x="392" y="691"/>
                    </a:cubicBezTo>
                    <a:cubicBezTo>
                      <a:pt x="392" y="691"/>
                      <a:pt x="392" y="691"/>
                      <a:pt x="392" y="691"/>
                    </a:cubicBezTo>
                    <a:cubicBezTo>
                      <a:pt x="392" y="692"/>
                      <a:pt x="392" y="692"/>
                      <a:pt x="392" y="692"/>
                    </a:cubicBezTo>
                    <a:cubicBezTo>
                      <a:pt x="392" y="692"/>
                      <a:pt x="392" y="692"/>
                      <a:pt x="392" y="692"/>
                    </a:cubicBezTo>
                    <a:cubicBezTo>
                      <a:pt x="376" y="696"/>
                      <a:pt x="376" y="696"/>
                      <a:pt x="376" y="696"/>
                    </a:cubicBezTo>
                    <a:cubicBezTo>
                      <a:pt x="376" y="696"/>
                      <a:pt x="376" y="696"/>
                      <a:pt x="376" y="696"/>
                    </a:cubicBezTo>
                    <a:cubicBezTo>
                      <a:pt x="376" y="697"/>
                      <a:pt x="376" y="697"/>
                      <a:pt x="376" y="697"/>
                    </a:cubicBezTo>
                    <a:cubicBezTo>
                      <a:pt x="376" y="697"/>
                      <a:pt x="376" y="697"/>
                      <a:pt x="376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4" y="698"/>
                      <a:pt x="374" y="698"/>
                      <a:pt x="374" y="698"/>
                    </a:cubicBezTo>
                    <a:cubicBezTo>
                      <a:pt x="374" y="698"/>
                      <a:pt x="374" y="698"/>
                      <a:pt x="374" y="698"/>
                    </a:cubicBezTo>
                    <a:cubicBezTo>
                      <a:pt x="374" y="698"/>
                      <a:pt x="374" y="698"/>
                      <a:pt x="374" y="698"/>
                    </a:cubicBezTo>
                    <a:cubicBezTo>
                      <a:pt x="374" y="698"/>
                      <a:pt x="374" y="698"/>
                      <a:pt x="374" y="698"/>
                    </a:cubicBezTo>
                    <a:cubicBezTo>
                      <a:pt x="373" y="698"/>
                      <a:pt x="373" y="698"/>
                      <a:pt x="373" y="698"/>
                    </a:cubicBezTo>
                    <a:cubicBezTo>
                      <a:pt x="373" y="698"/>
                      <a:pt x="373" y="698"/>
                      <a:pt x="373" y="698"/>
                    </a:cubicBezTo>
                    <a:cubicBezTo>
                      <a:pt x="373" y="698"/>
                      <a:pt x="373" y="698"/>
                      <a:pt x="373" y="698"/>
                    </a:cubicBezTo>
                    <a:cubicBezTo>
                      <a:pt x="373" y="698"/>
                      <a:pt x="373" y="698"/>
                      <a:pt x="373" y="698"/>
                    </a:cubicBezTo>
                    <a:cubicBezTo>
                      <a:pt x="372" y="698"/>
                      <a:pt x="372" y="698"/>
                      <a:pt x="372" y="698"/>
                    </a:cubicBezTo>
                    <a:cubicBezTo>
                      <a:pt x="372" y="698"/>
                      <a:pt x="372" y="698"/>
                      <a:pt x="372" y="698"/>
                    </a:cubicBezTo>
                    <a:cubicBezTo>
                      <a:pt x="372" y="698"/>
                      <a:pt x="372" y="698"/>
                      <a:pt x="372" y="698"/>
                    </a:cubicBezTo>
                    <a:cubicBezTo>
                      <a:pt x="372" y="698"/>
                      <a:pt x="372" y="698"/>
                      <a:pt x="372" y="698"/>
                    </a:cubicBezTo>
                    <a:cubicBezTo>
                      <a:pt x="371" y="699"/>
                      <a:pt x="371" y="699"/>
                      <a:pt x="370" y="699"/>
                    </a:cubicBezTo>
                    <a:cubicBezTo>
                      <a:pt x="370" y="699"/>
                      <a:pt x="370" y="699"/>
                      <a:pt x="370" y="699"/>
                    </a:cubicBezTo>
                    <a:cubicBezTo>
                      <a:pt x="370" y="699"/>
                      <a:pt x="369" y="699"/>
                      <a:pt x="369" y="699"/>
                    </a:cubicBezTo>
                    <a:cubicBezTo>
                      <a:pt x="369" y="699"/>
                      <a:pt x="369" y="700"/>
                      <a:pt x="369" y="700"/>
                    </a:cubicBezTo>
                    <a:cubicBezTo>
                      <a:pt x="369" y="700"/>
                      <a:pt x="368" y="700"/>
                      <a:pt x="368" y="700"/>
                    </a:cubicBezTo>
                    <a:cubicBezTo>
                      <a:pt x="368" y="700"/>
                      <a:pt x="368" y="700"/>
                      <a:pt x="368" y="700"/>
                    </a:cubicBezTo>
                    <a:cubicBezTo>
                      <a:pt x="368" y="700"/>
                      <a:pt x="368" y="700"/>
                      <a:pt x="368" y="700"/>
                    </a:cubicBezTo>
                    <a:cubicBezTo>
                      <a:pt x="368" y="700"/>
                      <a:pt x="368" y="700"/>
                      <a:pt x="368" y="700"/>
                    </a:cubicBezTo>
                    <a:cubicBezTo>
                      <a:pt x="367" y="701"/>
                      <a:pt x="367" y="701"/>
                      <a:pt x="366" y="701"/>
                    </a:cubicBezTo>
                    <a:cubicBezTo>
                      <a:pt x="366" y="701"/>
                      <a:pt x="366" y="701"/>
                      <a:pt x="366" y="701"/>
                    </a:cubicBezTo>
                    <a:cubicBezTo>
                      <a:pt x="366" y="701"/>
                      <a:pt x="365" y="701"/>
                      <a:pt x="365" y="701"/>
                    </a:cubicBezTo>
                    <a:cubicBezTo>
                      <a:pt x="365" y="701"/>
                      <a:pt x="365" y="701"/>
                      <a:pt x="365" y="701"/>
                    </a:cubicBezTo>
                    <a:cubicBezTo>
                      <a:pt x="365" y="701"/>
                      <a:pt x="365" y="701"/>
                      <a:pt x="365" y="701"/>
                    </a:cubicBezTo>
                    <a:cubicBezTo>
                      <a:pt x="365" y="701"/>
                      <a:pt x="365" y="701"/>
                      <a:pt x="365" y="701"/>
                    </a:cubicBezTo>
                    <a:cubicBezTo>
                      <a:pt x="365" y="701"/>
                      <a:pt x="364" y="701"/>
                      <a:pt x="364" y="701"/>
                    </a:cubicBezTo>
                    <a:cubicBezTo>
                      <a:pt x="364" y="701"/>
                      <a:pt x="364" y="701"/>
                      <a:pt x="364" y="701"/>
                    </a:cubicBezTo>
                    <a:cubicBezTo>
                      <a:pt x="364" y="701"/>
                      <a:pt x="364" y="701"/>
                      <a:pt x="364" y="702"/>
                    </a:cubicBezTo>
                    <a:cubicBezTo>
                      <a:pt x="364" y="702"/>
                      <a:pt x="364" y="702"/>
                      <a:pt x="364" y="702"/>
                    </a:cubicBezTo>
                    <a:cubicBezTo>
                      <a:pt x="364" y="702"/>
                      <a:pt x="363" y="702"/>
                      <a:pt x="363" y="702"/>
                    </a:cubicBezTo>
                    <a:cubicBezTo>
                      <a:pt x="363" y="702"/>
                      <a:pt x="363" y="702"/>
                      <a:pt x="363" y="702"/>
                    </a:cubicBezTo>
                    <a:cubicBezTo>
                      <a:pt x="363" y="702"/>
                      <a:pt x="362" y="702"/>
                      <a:pt x="361" y="702"/>
                    </a:cubicBezTo>
                    <a:cubicBezTo>
                      <a:pt x="361" y="702"/>
                      <a:pt x="361" y="702"/>
                      <a:pt x="361" y="702"/>
                    </a:cubicBezTo>
                    <a:cubicBezTo>
                      <a:pt x="361" y="702"/>
                      <a:pt x="361" y="702"/>
                      <a:pt x="361" y="702"/>
                    </a:cubicBezTo>
                    <a:cubicBezTo>
                      <a:pt x="361" y="702"/>
                      <a:pt x="361" y="702"/>
                      <a:pt x="361" y="702"/>
                    </a:cubicBezTo>
                    <a:cubicBezTo>
                      <a:pt x="360" y="702"/>
                      <a:pt x="360" y="702"/>
                      <a:pt x="360" y="702"/>
                    </a:cubicBezTo>
                    <a:cubicBezTo>
                      <a:pt x="360" y="702"/>
                      <a:pt x="360" y="702"/>
                      <a:pt x="360" y="702"/>
                    </a:cubicBezTo>
                    <a:cubicBezTo>
                      <a:pt x="360" y="703"/>
                      <a:pt x="360" y="703"/>
                      <a:pt x="360" y="703"/>
                    </a:cubicBezTo>
                    <a:cubicBezTo>
                      <a:pt x="360" y="703"/>
                      <a:pt x="360" y="703"/>
                      <a:pt x="360" y="703"/>
                    </a:cubicBezTo>
                    <a:cubicBezTo>
                      <a:pt x="359" y="704"/>
                      <a:pt x="359" y="704"/>
                      <a:pt x="359" y="704"/>
                    </a:cubicBezTo>
                    <a:cubicBezTo>
                      <a:pt x="359" y="704"/>
                      <a:pt x="359" y="704"/>
                      <a:pt x="359" y="704"/>
                    </a:cubicBezTo>
                    <a:cubicBezTo>
                      <a:pt x="358" y="704"/>
                      <a:pt x="358" y="704"/>
                      <a:pt x="358" y="704"/>
                    </a:cubicBezTo>
                    <a:cubicBezTo>
                      <a:pt x="358" y="704"/>
                      <a:pt x="358" y="704"/>
                      <a:pt x="358" y="704"/>
                    </a:cubicBezTo>
                    <a:cubicBezTo>
                      <a:pt x="357" y="705"/>
                      <a:pt x="357" y="705"/>
                      <a:pt x="357" y="705"/>
                    </a:cubicBezTo>
                    <a:cubicBezTo>
                      <a:pt x="357" y="705"/>
                      <a:pt x="357" y="705"/>
                      <a:pt x="357" y="705"/>
                    </a:cubicBezTo>
                    <a:cubicBezTo>
                      <a:pt x="356" y="705"/>
                      <a:pt x="356" y="705"/>
                      <a:pt x="356" y="705"/>
                    </a:cubicBezTo>
                    <a:cubicBezTo>
                      <a:pt x="356" y="705"/>
                      <a:pt x="356" y="705"/>
                      <a:pt x="356" y="705"/>
                    </a:cubicBezTo>
                    <a:cubicBezTo>
                      <a:pt x="355" y="706"/>
                      <a:pt x="355" y="706"/>
                      <a:pt x="355" y="706"/>
                    </a:cubicBezTo>
                    <a:cubicBezTo>
                      <a:pt x="355" y="706"/>
                      <a:pt x="355" y="706"/>
                      <a:pt x="355" y="706"/>
                    </a:cubicBezTo>
                    <a:cubicBezTo>
                      <a:pt x="353" y="706"/>
                      <a:pt x="353" y="706"/>
                      <a:pt x="353" y="706"/>
                    </a:cubicBezTo>
                    <a:cubicBezTo>
                      <a:pt x="353" y="706"/>
                      <a:pt x="353" y="706"/>
                      <a:pt x="353" y="706"/>
                    </a:cubicBezTo>
                    <a:cubicBezTo>
                      <a:pt x="352" y="706"/>
                      <a:pt x="352" y="706"/>
                      <a:pt x="352" y="706"/>
                    </a:cubicBezTo>
                    <a:close/>
                    <a:moveTo>
                      <a:pt x="218" y="701"/>
                    </a:moveTo>
                    <a:cubicBezTo>
                      <a:pt x="217" y="699"/>
                      <a:pt x="217" y="699"/>
                      <a:pt x="217" y="699"/>
                    </a:cubicBezTo>
                    <a:cubicBezTo>
                      <a:pt x="217" y="699"/>
                      <a:pt x="217" y="699"/>
                      <a:pt x="217" y="699"/>
                    </a:cubicBezTo>
                    <a:cubicBezTo>
                      <a:pt x="217" y="699"/>
                      <a:pt x="216" y="698"/>
                      <a:pt x="216" y="697"/>
                    </a:cubicBezTo>
                    <a:cubicBezTo>
                      <a:pt x="216" y="697"/>
                      <a:pt x="216" y="697"/>
                      <a:pt x="216" y="697"/>
                    </a:cubicBezTo>
                    <a:cubicBezTo>
                      <a:pt x="216" y="697"/>
                      <a:pt x="216" y="696"/>
                      <a:pt x="215" y="696"/>
                    </a:cubicBezTo>
                    <a:cubicBezTo>
                      <a:pt x="215" y="696"/>
                      <a:pt x="215" y="696"/>
                      <a:pt x="215" y="696"/>
                    </a:cubicBezTo>
                    <a:cubicBezTo>
                      <a:pt x="215" y="695"/>
                      <a:pt x="215" y="695"/>
                      <a:pt x="215" y="694"/>
                    </a:cubicBezTo>
                    <a:cubicBezTo>
                      <a:pt x="215" y="694"/>
                      <a:pt x="215" y="694"/>
                      <a:pt x="215" y="694"/>
                    </a:cubicBezTo>
                    <a:cubicBezTo>
                      <a:pt x="215" y="694"/>
                      <a:pt x="215" y="693"/>
                      <a:pt x="215" y="692"/>
                    </a:cubicBezTo>
                    <a:cubicBezTo>
                      <a:pt x="215" y="692"/>
                      <a:pt x="215" y="692"/>
                      <a:pt x="215" y="692"/>
                    </a:cubicBezTo>
                    <a:cubicBezTo>
                      <a:pt x="215" y="692"/>
                      <a:pt x="215" y="691"/>
                      <a:pt x="215" y="691"/>
                    </a:cubicBezTo>
                    <a:cubicBezTo>
                      <a:pt x="215" y="691"/>
                      <a:pt x="215" y="691"/>
                      <a:pt x="215" y="691"/>
                    </a:cubicBezTo>
                    <a:cubicBezTo>
                      <a:pt x="216" y="690"/>
                      <a:pt x="216" y="689"/>
                      <a:pt x="216" y="689"/>
                    </a:cubicBezTo>
                    <a:cubicBezTo>
                      <a:pt x="216" y="689"/>
                      <a:pt x="216" y="689"/>
                      <a:pt x="216" y="689"/>
                    </a:cubicBezTo>
                    <a:cubicBezTo>
                      <a:pt x="216" y="688"/>
                      <a:pt x="216" y="688"/>
                      <a:pt x="216" y="687"/>
                    </a:cubicBezTo>
                    <a:cubicBezTo>
                      <a:pt x="216" y="687"/>
                      <a:pt x="216" y="687"/>
                      <a:pt x="216" y="687"/>
                    </a:cubicBezTo>
                    <a:cubicBezTo>
                      <a:pt x="216" y="687"/>
                      <a:pt x="217" y="686"/>
                      <a:pt x="217" y="686"/>
                    </a:cubicBezTo>
                    <a:cubicBezTo>
                      <a:pt x="217" y="686"/>
                      <a:pt x="217" y="686"/>
                      <a:pt x="217" y="686"/>
                    </a:cubicBezTo>
                    <a:cubicBezTo>
                      <a:pt x="217" y="686"/>
                      <a:pt x="217" y="685"/>
                      <a:pt x="218" y="685"/>
                    </a:cubicBezTo>
                    <a:cubicBezTo>
                      <a:pt x="218" y="685"/>
                      <a:pt x="218" y="685"/>
                      <a:pt x="218" y="685"/>
                    </a:cubicBezTo>
                    <a:cubicBezTo>
                      <a:pt x="218" y="685"/>
                      <a:pt x="218" y="685"/>
                      <a:pt x="218" y="685"/>
                    </a:cubicBezTo>
                    <a:cubicBezTo>
                      <a:pt x="218" y="685"/>
                      <a:pt x="218" y="685"/>
                      <a:pt x="218" y="685"/>
                    </a:cubicBezTo>
                    <a:cubicBezTo>
                      <a:pt x="219" y="683"/>
                      <a:pt x="219" y="683"/>
                      <a:pt x="219" y="683"/>
                    </a:cubicBezTo>
                    <a:cubicBezTo>
                      <a:pt x="219" y="683"/>
                      <a:pt x="219" y="683"/>
                      <a:pt x="219" y="683"/>
                    </a:cubicBezTo>
                    <a:cubicBezTo>
                      <a:pt x="220" y="683"/>
                      <a:pt x="220" y="683"/>
                      <a:pt x="220" y="683"/>
                    </a:cubicBezTo>
                    <a:cubicBezTo>
                      <a:pt x="220" y="683"/>
                      <a:pt x="220" y="683"/>
                      <a:pt x="220" y="683"/>
                    </a:cubicBezTo>
                    <a:cubicBezTo>
                      <a:pt x="221" y="682"/>
                      <a:pt x="221" y="682"/>
                      <a:pt x="221" y="682"/>
                    </a:cubicBezTo>
                    <a:cubicBezTo>
                      <a:pt x="221" y="682"/>
                      <a:pt x="221" y="682"/>
                      <a:pt x="221" y="682"/>
                    </a:cubicBezTo>
                    <a:cubicBezTo>
                      <a:pt x="221" y="681"/>
                      <a:pt x="221" y="681"/>
                      <a:pt x="221" y="681"/>
                    </a:cubicBezTo>
                    <a:cubicBezTo>
                      <a:pt x="221" y="681"/>
                      <a:pt x="221" y="681"/>
                      <a:pt x="221" y="681"/>
                    </a:cubicBezTo>
                    <a:cubicBezTo>
                      <a:pt x="221" y="679"/>
                      <a:pt x="221" y="679"/>
                      <a:pt x="221" y="679"/>
                    </a:cubicBezTo>
                    <a:cubicBezTo>
                      <a:pt x="221" y="679"/>
                      <a:pt x="221" y="679"/>
                      <a:pt x="221" y="679"/>
                    </a:cubicBezTo>
                    <a:cubicBezTo>
                      <a:pt x="226" y="674"/>
                      <a:pt x="226" y="674"/>
                      <a:pt x="226" y="674"/>
                    </a:cubicBezTo>
                    <a:cubicBezTo>
                      <a:pt x="226" y="674"/>
                      <a:pt x="226" y="674"/>
                      <a:pt x="226" y="674"/>
                    </a:cubicBezTo>
                    <a:cubicBezTo>
                      <a:pt x="228" y="674"/>
                      <a:pt x="228" y="674"/>
                      <a:pt x="228" y="674"/>
                    </a:cubicBezTo>
                    <a:cubicBezTo>
                      <a:pt x="228" y="674"/>
                      <a:pt x="228" y="674"/>
                      <a:pt x="228" y="674"/>
                    </a:cubicBezTo>
                    <a:cubicBezTo>
                      <a:pt x="228" y="674"/>
                      <a:pt x="228" y="674"/>
                      <a:pt x="228" y="674"/>
                    </a:cubicBezTo>
                    <a:cubicBezTo>
                      <a:pt x="228" y="674"/>
                      <a:pt x="228" y="674"/>
                      <a:pt x="228" y="674"/>
                    </a:cubicBezTo>
                    <a:cubicBezTo>
                      <a:pt x="228" y="675"/>
                      <a:pt x="228" y="675"/>
                      <a:pt x="228" y="675"/>
                    </a:cubicBezTo>
                    <a:cubicBezTo>
                      <a:pt x="228" y="675"/>
                      <a:pt x="228" y="675"/>
                      <a:pt x="228" y="675"/>
                    </a:cubicBezTo>
                    <a:cubicBezTo>
                      <a:pt x="229" y="676"/>
                      <a:pt x="229" y="676"/>
                      <a:pt x="229" y="676"/>
                    </a:cubicBezTo>
                    <a:cubicBezTo>
                      <a:pt x="229" y="676"/>
                      <a:pt x="229" y="676"/>
                      <a:pt x="229" y="676"/>
                    </a:cubicBezTo>
                    <a:cubicBezTo>
                      <a:pt x="229" y="676"/>
                      <a:pt x="229" y="676"/>
                      <a:pt x="229" y="676"/>
                    </a:cubicBezTo>
                    <a:cubicBezTo>
                      <a:pt x="229" y="676"/>
                      <a:pt x="229" y="676"/>
                      <a:pt x="229" y="676"/>
                    </a:cubicBezTo>
                    <a:cubicBezTo>
                      <a:pt x="229" y="677"/>
                      <a:pt x="229" y="677"/>
                      <a:pt x="229" y="677"/>
                    </a:cubicBezTo>
                    <a:cubicBezTo>
                      <a:pt x="229" y="677"/>
                      <a:pt x="229" y="677"/>
                      <a:pt x="229" y="677"/>
                    </a:cubicBezTo>
                    <a:cubicBezTo>
                      <a:pt x="229" y="678"/>
                      <a:pt x="229" y="678"/>
                      <a:pt x="229" y="678"/>
                    </a:cubicBezTo>
                    <a:cubicBezTo>
                      <a:pt x="229" y="678"/>
                      <a:pt x="229" y="678"/>
                      <a:pt x="229" y="678"/>
                    </a:cubicBezTo>
                    <a:cubicBezTo>
                      <a:pt x="229" y="679"/>
                      <a:pt x="229" y="679"/>
                      <a:pt x="229" y="679"/>
                    </a:cubicBezTo>
                    <a:cubicBezTo>
                      <a:pt x="229" y="679"/>
                      <a:pt x="229" y="679"/>
                      <a:pt x="229" y="679"/>
                    </a:cubicBezTo>
                    <a:cubicBezTo>
                      <a:pt x="230" y="679"/>
                      <a:pt x="230" y="679"/>
                      <a:pt x="230" y="679"/>
                    </a:cubicBezTo>
                    <a:cubicBezTo>
                      <a:pt x="230" y="679"/>
                      <a:pt x="230" y="679"/>
                      <a:pt x="230" y="679"/>
                    </a:cubicBezTo>
                    <a:cubicBezTo>
                      <a:pt x="229" y="681"/>
                      <a:pt x="229" y="681"/>
                      <a:pt x="229" y="681"/>
                    </a:cubicBezTo>
                    <a:cubicBezTo>
                      <a:pt x="229" y="681"/>
                      <a:pt x="229" y="681"/>
                      <a:pt x="229" y="681"/>
                    </a:cubicBezTo>
                    <a:cubicBezTo>
                      <a:pt x="228" y="681"/>
                      <a:pt x="228" y="681"/>
                      <a:pt x="228" y="681"/>
                    </a:cubicBezTo>
                    <a:cubicBezTo>
                      <a:pt x="228" y="681"/>
                      <a:pt x="228" y="681"/>
                      <a:pt x="228" y="681"/>
                    </a:cubicBezTo>
                    <a:cubicBezTo>
                      <a:pt x="226" y="682"/>
                      <a:pt x="226" y="682"/>
                      <a:pt x="226" y="682"/>
                    </a:cubicBezTo>
                    <a:cubicBezTo>
                      <a:pt x="226" y="682"/>
                      <a:pt x="226" y="682"/>
                      <a:pt x="226" y="682"/>
                    </a:cubicBezTo>
                    <a:cubicBezTo>
                      <a:pt x="225" y="683"/>
                      <a:pt x="225" y="683"/>
                      <a:pt x="225" y="683"/>
                    </a:cubicBezTo>
                    <a:cubicBezTo>
                      <a:pt x="225" y="683"/>
                      <a:pt x="225" y="683"/>
                      <a:pt x="225" y="683"/>
                    </a:cubicBezTo>
                    <a:cubicBezTo>
                      <a:pt x="224" y="683"/>
                      <a:pt x="224" y="683"/>
                      <a:pt x="224" y="683"/>
                    </a:cubicBezTo>
                    <a:cubicBezTo>
                      <a:pt x="224" y="683"/>
                      <a:pt x="224" y="683"/>
                      <a:pt x="224" y="683"/>
                    </a:cubicBezTo>
                    <a:cubicBezTo>
                      <a:pt x="223" y="684"/>
                      <a:pt x="223" y="684"/>
                      <a:pt x="223" y="684"/>
                    </a:cubicBezTo>
                    <a:cubicBezTo>
                      <a:pt x="223" y="684"/>
                      <a:pt x="223" y="684"/>
                      <a:pt x="223" y="684"/>
                    </a:cubicBezTo>
                    <a:cubicBezTo>
                      <a:pt x="221" y="684"/>
                      <a:pt x="221" y="684"/>
                      <a:pt x="221" y="684"/>
                    </a:cubicBezTo>
                    <a:cubicBezTo>
                      <a:pt x="221" y="684"/>
                      <a:pt x="221" y="684"/>
                      <a:pt x="221" y="684"/>
                    </a:cubicBezTo>
                    <a:cubicBezTo>
                      <a:pt x="220" y="685"/>
                      <a:pt x="220" y="685"/>
                      <a:pt x="220" y="685"/>
                    </a:cubicBezTo>
                    <a:cubicBezTo>
                      <a:pt x="220" y="685"/>
                      <a:pt x="220" y="685"/>
                      <a:pt x="220" y="685"/>
                    </a:cubicBezTo>
                    <a:cubicBezTo>
                      <a:pt x="220" y="685"/>
                      <a:pt x="219" y="685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7"/>
                      <a:pt x="219" y="687"/>
                      <a:pt x="219" y="687"/>
                    </a:cubicBezTo>
                    <a:cubicBezTo>
                      <a:pt x="219" y="687"/>
                      <a:pt x="219" y="687"/>
                      <a:pt x="219" y="687"/>
                    </a:cubicBezTo>
                    <a:cubicBezTo>
                      <a:pt x="219" y="687"/>
                      <a:pt x="219" y="687"/>
                      <a:pt x="219" y="687"/>
                    </a:cubicBezTo>
                    <a:cubicBezTo>
                      <a:pt x="219" y="687"/>
                      <a:pt x="219" y="687"/>
                      <a:pt x="219" y="687"/>
                    </a:cubicBezTo>
                    <a:cubicBezTo>
                      <a:pt x="219" y="687"/>
                      <a:pt x="220" y="687"/>
                      <a:pt x="220" y="687"/>
                    </a:cubicBezTo>
                    <a:cubicBezTo>
                      <a:pt x="220" y="687"/>
                      <a:pt x="220" y="687"/>
                      <a:pt x="220" y="687"/>
                    </a:cubicBezTo>
                    <a:cubicBezTo>
                      <a:pt x="220" y="687"/>
                      <a:pt x="220" y="687"/>
                      <a:pt x="220" y="687"/>
                    </a:cubicBezTo>
                    <a:cubicBezTo>
                      <a:pt x="220" y="687"/>
                      <a:pt x="220" y="687"/>
                      <a:pt x="220" y="687"/>
                    </a:cubicBezTo>
                    <a:cubicBezTo>
                      <a:pt x="226" y="685"/>
                      <a:pt x="226" y="685"/>
                      <a:pt x="226" y="685"/>
                    </a:cubicBezTo>
                    <a:cubicBezTo>
                      <a:pt x="226" y="685"/>
                      <a:pt x="226" y="685"/>
                      <a:pt x="226" y="685"/>
                    </a:cubicBezTo>
                    <a:cubicBezTo>
                      <a:pt x="226" y="686"/>
                      <a:pt x="226" y="686"/>
                      <a:pt x="226" y="686"/>
                    </a:cubicBezTo>
                    <a:cubicBezTo>
                      <a:pt x="226" y="686"/>
                      <a:pt x="226" y="686"/>
                      <a:pt x="226" y="686"/>
                    </a:cubicBezTo>
                    <a:cubicBezTo>
                      <a:pt x="226" y="686"/>
                      <a:pt x="226" y="686"/>
                      <a:pt x="226" y="686"/>
                    </a:cubicBezTo>
                    <a:cubicBezTo>
                      <a:pt x="226" y="686"/>
                      <a:pt x="226" y="686"/>
                      <a:pt x="226" y="686"/>
                    </a:cubicBezTo>
                    <a:cubicBezTo>
                      <a:pt x="225" y="686"/>
                      <a:pt x="225" y="686"/>
                      <a:pt x="225" y="686"/>
                    </a:cubicBezTo>
                    <a:cubicBezTo>
                      <a:pt x="225" y="686"/>
                      <a:pt x="225" y="686"/>
                      <a:pt x="225" y="686"/>
                    </a:cubicBezTo>
                    <a:cubicBezTo>
                      <a:pt x="225" y="687"/>
                      <a:pt x="225" y="687"/>
                      <a:pt x="225" y="687"/>
                    </a:cubicBezTo>
                    <a:cubicBezTo>
                      <a:pt x="225" y="687"/>
                      <a:pt x="225" y="687"/>
                      <a:pt x="225" y="687"/>
                    </a:cubicBezTo>
                    <a:cubicBezTo>
                      <a:pt x="225" y="687"/>
                      <a:pt x="225" y="687"/>
                      <a:pt x="225" y="687"/>
                    </a:cubicBezTo>
                    <a:cubicBezTo>
                      <a:pt x="225" y="687"/>
                      <a:pt x="225" y="687"/>
                      <a:pt x="225" y="687"/>
                    </a:cubicBezTo>
                    <a:cubicBezTo>
                      <a:pt x="225" y="688"/>
                      <a:pt x="225" y="688"/>
                      <a:pt x="225" y="688"/>
                    </a:cubicBezTo>
                    <a:cubicBezTo>
                      <a:pt x="225" y="688"/>
                      <a:pt x="225" y="688"/>
                      <a:pt x="225" y="688"/>
                    </a:cubicBezTo>
                    <a:cubicBezTo>
                      <a:pt x="225" y="688"/>
                      <a:pt x="225" y="688"/>
                      <a:pt x="224" y="688"/>
                    </a:cubicBezTo>
                    <a:cubicBezTo>
                      <a:pt x="224" y="688"/>
                      <a:pt x="224" y="688"/>
                      <a:pt x="224" y="688"/>
                    </a:cubicBezTo>
                    <a:cubicBezTo>
                      <a:pt x="224" y="688"/>
                      <a:pt x="224" y="689"/>
                      <a:pt x="224" y="689"/>
                    </a:cubicBezTo>
                    <a:cubicBezTo>
                      <a:pt x="224" y="689"/>
                      <a:pt x="224" y="689"/>
                      <a:pt x="224" y="689"/>
                    </a:cubicBezTo>
                    <a:cubicBezTo>
                      <a:pt x="224" y="689"/>
                      <a:pt x="224" y="689"/>
                      <a:pt x="224" y="689"/>
                    </a:cubicBezTo>
                    <a:cubicBezTo>
                      <a:pt x="224" y="689"/>
                      <a:pt x="224" y="689"/>
                      <a:pt x="224" y="689"/>
                    </a:cubicBezTo>
                    <a:cubicBezTo>
                      <a:pt x="224" y="689"/>
                      <a:pt x="224" y="689"/>
                      <a:pt x="224" y="689"/>
                    </a:cubicBezTo>
                    <a:cubicBezTo>
                      <a:pt x="224" y="689"/>
                      <a:pt x="224" y="689"/>
                      <a:pt x="224" y="689"/>
                    </a:cubicBezTo>
                    <a:cubicBezTo>
                      <a:pt x="223" y="689"/>
                      <a:pt x="223" y="689"/>
                      <a:pt x="223" y="690"/>
                    </a:cubicBezTo>
                    <a:cubicBezTo>
                      <a:pt x="223" y="690"/>
                      <a:pt x="223" y="690"/>
                      <a:pt x="223" y="690"/>
                    </a:cubicBezTo>
                    <a:cubicBezTo>
                      <a:pt x="223" y="690"/>
                      <a:pt x="223" y="690"/>
                      <a:pt x="223" y="690"/>
                    </a:cubicBezTo>
                    <a:cubicBezTo>
                      <a:pt x="223" y="690"/>
                      <a:pt x="223" y="690"/>
                      <a:pt x="223" y="690"/>
                    </a:cubicBezTo>
                    <a:cubicBezTo>
                      <a:pt x="222" y="690"/>
                      <a:pt x="222" y="690"/>
                      <a:pt x="222" y="690"/>
                    </a:cubicBezTo>
                    <a:cubicBezTo>
                      <a:pt x="222" y="690"/>
                      <a:pt x="222" y="690"/>
                      <a:pt x="222" y="690"/>
                    </a:cubicBezTo>
                    <a:cubicBezTo>
                      <a:pt x="222" y="690"/>
                      <a:pt x="222" y="690"/>
                      <a:pt x="222" y="690"/>
                    </a:cubicBezTo>
                    <a:cubicBezTo>
                      <a:pt x="222" y="690"/>
                      <a:pt x="222" y="690"/>
                      <a:pt x="222" y="690"/>
                    </a:cubicBezTo>
                    <a:cubicBezTo>
                      <a:pt x="221" y="690"/>
                      <a:pt x="221" y="690"/>
                      <a:pt x="221" y="690"/>
                    </a:cubicBezTo>
                    <a:cubicBezTo>
                      <a:pt x="221" y="690"/>
                      <a:pt x="221" y="690"/>
                      <a:pt x="221" y="690"/>
                    </a:cubicBezTo>
                    <a:cubicBezTo>
                      <a:pt x="221" y="690"/>
                      <a:pt x="221" y="690"/>
                      <a:pt x="221" y="690"/>
                    </a:cubicBezTo>
                    <a:cubicBezTo>
                      <a:pt x="221" y="690"/>
                      <a:pt x="221" y="690"/>
                      <a:pt x="221" y="690"/>
                    </a:cubicBezTo>
                    <a:cubicBezTo>
                      <a:pt x="221" y="691"/>
                      <a:pt x="221" y="691"/>
                      <a:pt x="221" y="691"/>
                    </a:cubicBezTo>
                    <a:cubicBezTo>
                      <a:pt x="221" y="691"/>
                      <a:pt x="221" y="691"/>
                      <a:pt x="221" y="691"/>
                    </a:cubicBezTo>
                    <a:cubicBezTo>
                      <a:pt x="221" y="691"/>
                      <a:pt x="221" y="691"/>
                      <a:pt x="221" y="691"/>
                    </a:cubicBezTo>
                    <a:cubicBezTo>
                      <a:pt x="221" y="691"/>
                      <a:pt x="221" y="691"/>
                      <a:pt x="221" y="691"/>
                    </a:cubicBezTo>
                    <a:cubicBezTo>
                      <a:pt x="221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2"/>
                      <a:pt x="220" y="692"/>
                    </a:cubicBezTo>
                    <a:cubicBezTo>
                      <a:pt x="220" y="692"/>
                      <a:pt x="220" y="692"/>
                      <a:pt x="220" y="692"/>
                    </a:cubicBezTo>
                    <a:cubicBezTo>
                      <a:pt x="220" y="692"/>
                      <a:pt x="220" y="692"/>
                      <a:pt x="220" y="692"/>
                    </a:cubicBezTo>
                    <a:cubicBezTo>
                      <a:pt x="220" y="692"/>
                      <a:pt x="220" y="692"/>
                      <a:pt x="220" y="692"/>
                    </a:cubicBezTo>
                    <a:cubicBezTo>
                      <a:pt x="220" y="692"/>
                      <a:pt x="220" y="692"/>
                      <a:pt x="220" y="693"/>
                    </a:cubicBezTo>
                    <a:cubicBezTo>
                      <a:pt x="220" y="693"/>
                      <a:pt x="220" y="693"/>
                      <a:pt x="220" y="693"/>
                    </a:cubicBezTo>
                    <a:cubicBezTo>
                      <a:pt x="220" y="693"/>
                      <a:pt x="220" y="693"/>
                      <a:pt x="220" y="693"/>
                    </a:cubicBezTo>
                    <a:cubicBezTo>
                      <a:pt x="220" y="693"/>
                      <a:pt x="220" y="693"/>
                      <a:pt x="220" y="693"/>
                    </a:cubicBezTo>
                    <a:cubicBezTo>
                      <a:pt x="221" y="693"/>
                      <a:pt x="221" y="693"/>
                      <a:pt x="221" y="693"/>
                    </a:cubicBezTo>
                    <a:cubicBezTo>
                      <a:pt x="221" y="693"/>
                      <a:pt x="221" y="693"/>
                      <a:pt x="221" y="693"/>
                    </a:cubicBezTo>
                    <a:cubicBezTo>
                      <a:pt x="221" y="693"/>
                      <a:pt x="221" y="693"/>
                      <a:pt x="221" y="693"/>
                    </a:cubicBezTo>
                    <a:cubicBezTo>
                      <a:pt x="221" y="693"/>
                      <a:pt x="221" y="693"/>
                      <a:pt x="221" y="693"/>
                    </a:cubicBezTo>
                    <a:cubicBezTo>
                      <a:pt x="222" y="693"/>
                      <a:pt x="222" y="692"/>
                      <a:pt x="222" y="692"/>
                    </a:cubicBezTo>
                    <a:cubicBezTo>
                      <a:pt x="222" y="692"/>
                      <a:pt x="222" y="692"/>
                      <a:pt x="222" y="692"/>
                    </a:cubicBezTo>
                    <a:cubicBezTo>
                      <a:pt x="222" y="692"/>
                      <a:pt x="222" y="692"/>
                      <a:pt x="223" y="692"/>
                    </a:cubicBezTo>
                    <a:cubicBezTo>
                      <a:pt x="223" y="692"/>
                      <a:pt x="223" y="692"/>
                      <a:pt x="223" y="692"/>
                    </a:cubicBezTo>
                    <a:cubicBezTo>
                      <a:pt x="223" y="692"/>
                      <a:pt x="223" y="692"/>
                      <a:pt x="223" y="692"/>
                    </a:cubicBezTo>
                    <a:cubicBezTo>
                      <a:pt x="223" y="692"/>
                      <a:pt x="223" y="692"/>
                      <a:pt x="223" y="692"/>
                    </a:cubicBezTo>
                    <a:cubicBezTo>
                      <a:pt x="223" y="692"/>
                      <a:pt x="224" y="692"/>
                      <a:pt x="224" y="692"/>
                    </a:cubicBezTo>
                    <a:cubicBezTo>
                      <a:pt x="224" y="692"/>
                      <a:pt x="224" y="692"/>
                      <a:pt x="224" y="692"/>
                    </a:cubicBezTo>
                    <a:cubicBezTo>
                      <a:pt x="224" y="692"/>
                      <a:pt x="224" y="692"/>
                      <a:pt x="224" y="692"/>
                    </a:cubicBezTo>
                    <a:cubicBezTo>
                      <a:pt x="224" y="692"/>
                      <a:pt x="224" y="692"/>
                      <a:pt x="224" y="692"/>
                    </a:cubicBezTo>
                    <a:cubicBezTo>
                      <a:pt x="224" y="692"/>
                      <a:pt x="224" y="692"/>
                      <a:pt x="224" y="693"/>
                    </a:cubicBezTo>
                    <a:cubicBezTo>
                      <a:pt x="224" y="693"/>
                      <a:pt x="224" y="693"/>
                      <a:pt x="224" y="693"/>
                    </a:cubicBezTo>
                    <a:cubicBezTo>
                      <a:pt x="225" y="693"/>
                      <a:pt x="225" y="693"/>
                      <a:pt x="225" y="693"/>
                    </a:cubicBezTo>
                    <a:cubicBezTo>
                      <a:pt x="225" y="693"/>
                      <a:pt x="225" y="693"/>
                      <a:pt x="225" y="693"/>
                    </a:cubicBezTo>
                    <a:cubicBezTo>
                      <a:pt x="225" y="694"/>
                      <a:pt x="225" y="694"/>
                      <a:pt x="224" y="694"/>
                    </a:cubicBezTo>
                    <a:cubicBezTo>
                      <a:pt x="224" y="694"/>
                      <a:pt x="224" y="694"/>
                      <a:pt x="224" y="694"/>
                    </a:cubicBezTo>
                    <a:cubicBezTo>
                      <a:pt x="224" y="694"/>
                      <a:pt x="224" y="694"/>
                      <a:pt x="224" y="695"/>
                    </a:cubicBezTo>
                    <a:cubicBezTo>
                      <a:pt x="224" y="695"/>
                      <a:pt x="224" y="695"/>
                      <a:pt x="224" y="695"/>
                    </a:cubicBezTo>
                    <a:cubicBezTo>
                      <a:pt x="224" y="695"/>
                      <a:pt x="224" y="695"/>
                      <a:pt x="224" y="695"/>
                    </a:cubicBezTo>
                    <a:cubicBezTo>
                      <a:pt x="224" y="695"/>
                      <a:pt x="224" y="695"/>
                      <a:pt x="224" y="695"/>
                    </a:cubicBezTo>
                    <a:cubicBezTo>
                      <a:pt x="224" y="695"/>
                      <a:pt x="224" y="696"/>
                      <a:pt x="224" y="696"/>
                    </a:cubicBezTo>
                    <a:cubicBezTo>
                      <a:pt x="224" y="696"/>
                      <a:pt x="224" y="696"/>
                      <a:pt x="224" y="696"/>
                    </a:cubicBezTo>
                    <a:cubicBezTo>
                      <a:pt x="224" y="696"/>
                      <a:pt x="224" y="696"/>
                      <a:pt x="224" y="697"/>
                    </a:cubicBezTo>
                    <a:cubicBezTo>
                      <a:pt x="224" y="697"/>
                      <a:pt x="224" y="697"/>
                      <a:pt x="224" y="697"/>
                    </a:cubicBezTo>
                    <a:cubicBezTo>
                      <a:pt x="224" y="697"/>
                      <a:pt x="224" y="697"/>
                      <a:pt x="224" y="697"/>
                    </a:cubicBezTo>
                    <a:cubicBezTo>
                      <a:pt x="224" y="697"/>
                      <a:pt x="224" y="697"/>
                      <a:pt x="224" y="697"/>
                    </a:cubicBezTo>
                    <a:cubicBezTo>
                      <a:pt x="224" y="697"/>
                      <a:pt x="224" y="698"/>
                      <a:pt x="223" y="698"/>
                    </a:cubicBezTo>
                    <a:cubicBezTo>
                      <a:pt x="223" y="698"/>
                      <a:pt x="223" y="698"/>
                      <a:pt x="223" y="698"/>
                    </a:cubicBezTo>
                    <a:cubicBezTo>
                      <a:pt x="223" y="699"/>
                      <a:pt x="223" y="699"/>
                      <a:pt x="223" y="699"/>
                    </a:cubicBezTo>
                    <a:cubicBezTo>
                      <a:pt x="223" y="699"/>
                      <a:pt x="223" y="699"/>
                      <a:pt x="223" y="699"/>
                    </a:cubicBezTo>
                    <a:cubicBezTo>
                      <a:pt x="222" y="699"/>
                      <a:pt x="222" y="699"/>
                      <a:pt x="222" y="699"/>
                    </a:cubicBezTo>
                    <a:cubicBezTo>
                      <a:pt x="222" y="699"/>
                      <a:pt x="222" y="699"/>
                      <a:pt x="222" y="699"/>
                    </a:cubicBezTo>
                    <a:cubicBezTo>
                      <a:pt x="221" y="700"/>
                      <a:pt x="221" y="700"/>
                      <a:pt x="221" y="700"/>
                    </a:cubicBezTo>
                    <a:cubicBezTo>
                      <a:pt x="221" y="700"/>
                      <a:pt x="221" y="700"/>
                      <a:pt x="221" y="700"/>
                    </a:cubicBezTo>
                    <a:cubicBezTo>
                      <a:pt x="220" y="700"/>
                      <a:pt x="220" y="700"/>
                      <a:pt x="220" y="700"/>
                    </a:cubicBezTo>
                    <a:cubicBezTo>
                      <a:pt x="220" y="700"/>
                      <a:pt x="220" y="700"/>
                      <a:pt x="220" y="700"/>
                    </a:cubicBezTo>
                    <a:cubicBezTo>
                      <a:pt x="220" y="701"/>
                      <a:pt x="220" y="701"/>
                      <a:pt x="220" y="701"/>
                    </a:cubicBezTo>
                    <a:cubicBezTo>
                      <a:pt x="220" y="701"/>
                      <a:pt x="220" y="701"/>
                      <a:pt x="220" y="701"/>
                    </a:cubicBezTo>
                    <a:cubicBezTo>
                      <a:pt x="219" y="701"/>
                      <a:pt x="219" y="701"/>
                      <a:pt x="219" y="701"/>
                    </a:cubicBezTo>
                    <a:cubicBezTo>
                      <a:pt x="219" y="701"/>
                      <a:pt x="219" y="701"/>
                      <a:pt x="219" y="701"/>
                    </a:cubicBezTo>
                    <a:cubicBezTo>
                      <a:pt x="218" y="701"/>
                      <a:pt x="218" y="701"/>
                      <a:pt x="218" y="701"/>
                    </a:cubicBezTo>
                    <a:close/>
                    <a:moveTo>
                      <a:pt x="318" y="698"/>
                    </a:moveTo>
                    <a:cubicBezTo>
                      <a:pt x="318" y="698"/>
                      <a:pt x="318" y="698"/>
                      <a:pt x="318" y="698"/>
                    </a:cubicBezTo>
                    <a:cubicBezTo>
                      <a:pt x="318" y="698"/>
                      <a:pt x="318" y="698"/>
                      <a:pt x="318" y="698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7" y="697"/>
                      <a:pt x="317" y="697"/>
                      <a:pt x="317" y="697"/>
                    </a:cubicBezTo>
                    <a:cubicBezTo>
                      <a:pt x="317" y="697"/>
                      <a:pt x="317" y="697"/>
                      <a:pt x="317" y="697"/>
                    </a:cubicBezTo>
                    <a:cubicBezTo>
                      <a:pt x="317" y="696"/>
                      <a:pt x="317" y="696"/>
                      <a:pt x="317" y="696"/>
                    </a:cubicBezTo>
                    <a:cubicBezTo>
                      <a:pt x="317" y="696"/>
                      <a:pt x="317" y="696"/>
                      <a:pt x="317" y="696"/>
                    </a:cubicBezTo>
                    <a:cubicBezTo>
                      <a:pt x="317" y="695"/>
                      <a:pt x="317" y="695"/>
                      <a:pt x="317" y="695"/>
                    </a:cubicBezTo>
                    <a:cubicBezTo>
                      <a:pt x="317" y="695"/>
                      <a:pt x="317" y="695"/>
                      <a:pt x="317" y="695"/>
                    </a:cubicBezTo>
                    <a:cubicBezTo>
                      <a:pt x="318" y="694"/>
                      <a:pt x="318" y="694"/>
                      <a:pt x="318" y="694"/>
                    </a:cubicBezTo>
                    <a:cubicBezTo>
                      <a:pt x="318" y="694"/>
                      <a:pt x="318" y="694"/>
                      <a:pt x="318" y="694"/>
                    </a:cubicBezTo>
                    <a:cubicBezTo>
                      <a:pt x="317" y="694"/>
                      <a:pt x="317" y="694"/>
                      <a:pt x="317" y="694"/>
                    </a:cubicBezTo>
                    <a:cubicBezTo>
                      <a:pt x="317" y="694"/>
                      <a:pt x="317" y="694"/>
                      <a:pt x="317" y="694"/>
                    </a:cubicBezTo>
                    <a:cubicBezTo>
                      <a:pt x="317" y="693"/>
                      <a:pt x="317" y="693"/>
                      <a:pt x="317" y="693"/>
                    </a:cubicBezTo>
                    <a:cubicBezTo>
                      <a:pt x="317" y="693"/>
                      <a:pt x="317" y="693"/>
                      <a:pt x="317" y="693"/>
                    </a:cubicBezTo>
                    <a:cubicBezTo>
                      <a:pt x="316" y="692"/>
                      <a:pt x="316" y="692"/>
                      <a:pt x="316" y="692"/>
                    </a:cubicBezTo>
                    <a:cubicBezTo>
                      <a:pt x="316" y="692"/>
                      <a:pt x="316" y="692"/>
                      <a:pt x="316" y="692"/>
                    </a:cubicBezTo>
                    <a:cubicBezTo>
                      <a:pt x="316" y="691"/>
                      <a:pt x="316" y="691"/>
                      <a:pt x="316" y="691"/>
                    </a:cubicBezTo>
                    <a:cubicBezTo>
                      <a:pt x="316" y="691"/>
                      <a:pt x="316" y="691"/>
                      <a:pt x="316" y="691"/>
                    </a:cubicBezTo>
                    <a:cubicBezTo>
                      <a:pt x="315" y="690"/>
                      <a:pt x="315" y="690"/>
                      <a:pt x="315" y="690"/>
                    </a:cubicBezTo>
                    <a:cubicBezTo>
                      <a:pt x="315" y="690"/>
                      <a:pt x="315" y="690"/>
                      <a:pt x="315" y="690"/>
                    </a:cubicBezTo>
                    <a:cubicBezTo>
                      <a:pt x="315" y="689"/>
                      <a:pt x="315" y="689"/>
                      <a:pt x="315" y="689"/>
                    </a:cubicBezTo>
                    <a:cubicBezTo>
                      <a:pt x="315" y="689"/>
                      <a:pt x="315" y="689"/>
                      <a:pt x="315" y="689"/>
                    </a:cubicBezTo>
                    <a:cubicBezTo>
                      <a:pt x="314" y="689"/>
                      <a:pt x="314" y="689"/>
                      <a:pt x="314" y="689"/>
                    </a:cubicBezTo>
                    <a:cubicBezTo>
                      <a:pt x="314" y="689"/>
                      <a:pt x="314" y="689"/>
                      <a:pt x="314" y="689"/>
                    </a:cubicBezTo>
                    <a:cubicBezTo>
                      <a:pt x="314" y="689"/>
                      <a:pt x="314" y="689"/>
                      <a:pt x="314" y="689"/>
                    </a:cubicBezTo>
                    <a:cubicBezTo>
                      <a:pt x="314" y="689"/>
                      <a:pt x="314" y="689"/>
                      <a:pt x="314" y="689"/>
                    </a:cubicBezTo>
                    <a:cubicBezTo>
                      <a:pt x="313" y="689"/>
                      <a:pt x="313" y="689"/>
                      <a:pt x="313" y="689"/>
                    </a:cubicBezTo>
                    <a:cubicBezTo>
                      <a:pt x="313" y="689"/>
                      <a:pt x="313" y="689"/>
                      <a:pt x="313" y="689"/>
                    </a:cubicBezTo>
                    <a:cubicBezTo>
                      <a:pt x="313" y="689"/>
                      <a:pt x="313" y="689"/>
                      <a:pt x="313" y="689"/>
                    </a:cubicBezTo>
                    <a:cubicBezTo>
                      <a:pt x="313" y="689"/>
                      <a:pt x="313" y="689"/>
                      <a:pt x="313" y="689"/>
                    </a:cubicBezTo>
                    <a:cubicBezTo>
                      <a:pt x="313" y="689"/>
                      <a:pt x="313" y="689"/>
                      <a:pt x="313" y="689"/>
                    </a:cubicBezTo>
                    <a:cubicBezTo>
                      <a:pt x="313" y="689"/>
                      <a:pt x="313" y="689"/>
                      <a:pt x="313" y="689"/>
                    </a:cubicBezTo>
                    <a:cubicBezTo>
                      <a:pt x="312" y="688"/>
                      <a:pt x="312" y="688"/>
                      <a:pt x="312" y="688"/>
                    </a:cubicBezTo>
                    <a:cubicBezTo>
                      <a:pt x="312" y="688"/>
                      <a:pt x="312" y="688"/>
                      <a:pt x="312" y="688"/>
                    </a:cubicBezTo>
                    <a:cubicBezTo>
                      <a:pt x="312" y="688"/>
                      <a:pt x="312" y="688"/>
                      <a:pt x="312" y="688"/>
                    </a:cubicBezTo>
                    <a:cubicBezTo>
                      <a:pt x="312" y="688"/>
                      <a:pt x="312" y="688"/>
                      <a:pt x="312" y="688"/>
                    </a:cubicBezTo>
                    <a:cubicBezTo>
                      <a:pt x="312" y="688"/>
                      <a:pt x="312" y="688"/>
                      <a:pt x="312" y="688"/>
                    </a:cubicBezTo>
                    <a:cubicBezTo>
                      <a:pt x="312" y="688"/>
                      <a:pt x="312" y="688"/>
                      <a:pt x="312" y="688"/>
                    </a:cubicBezTo>
                    <a:cubicBezTo>
                      <a:pt x="314" y="688"/>
                      <a:pt x="314" y="688"/>
                      <a:pt x="314" y="688"/>
                    </a:cubicBezTo>
                    <a:cubicBezTo>
                      <a:pt x="314" y="688"/>
                      <a:pt x="314" y="688"/>
                      <a:pt x="314" y="688"/>
                    </a:cubicBezTo>
                    <a:cubicBezTo>
                      <a:pt x="315" y="688"/>
                      <a:pt x="315" y="688"/>
                      <a:pt x="315" y="688"/>
                    </a:cubicBezTo>
                    <a:cubicBezTo>
                      <a:pt x="315" y="688"/>
                      <a:pt x="315" y="688"/>
                      <a:pt x="315" y="688"/>
                    </a:cubicBezTo>
                    <a:cubicBezTo>
                      <a:pt x="317" y="689"/>
                      <a:pt x="317" y="689"/>
                      <a:pt x="317" y="689"/>
                    </a:cubicBezTo>
                    <a:cubicBezTo>
                      <a:pt x="317" y="689"/>
                      <a:pt x="317" y="689"/>
                      <a:pt x="317" y="689"/>
                    </a:cubicBezTo>
                    <a:cubicBezTo>
                      <a:pt x="319" y="689"/>
                      <a:pt x="319" y="689"/>
                      <a:pt x="319" y="689"/>
                    </a:cubicBezTo>
                    <a:cubicBezTo>
                      <a:pt x="319" y="689"/>
                      <a:pt x="319" y="689"/>
                      <a:pt x="319" y="689"/>
                    </a:cubicBezTo>
                    <a:cubicBezTo>
                      <a:pt x="320" y="690"/>
                      <a:pt x="320" y="690"/>
                      <a:pt x="320" y="690"/>
                    </a:cubicBezTo>
                    <a:cubicBezTo>
                      <a:pt x="320" y="690"/>
                      <a:pt x="320" y="690"/>
                      <a:pt x="320" y="690"/>
                    </a:cubicBezTo>
                    <a:cubicBezTo>
                      <a:pt x="322" y="691"/>
                      <a:pt x="322" y="691"/>
                      <a:pt x="322" y="691"/>
                    </a:cubicBezTo>
                    <a:cubicBezTo>
                      <a:pt x="322" y="691"/>
                      <a:pt x="322" y="691"/>
                      <a:pt x="322" y="691"/>
                    </a:cubicBezTo>
                    <a:cubicBezTo>
                      <a:pt x="323" y="692"/>
                      <a:pt x="323" y="692"/>
                      <a:pt x="323" y="692"/>
                    </a:cubicBezTo>
                    <a:cubicBezTo>
                      <a:pt x="323" y="692"/>
                      <a:pt x="323" y="692"/>
                      <a:pt x="323" y="692"/>
                    </a:cubicBezTo>
                    <a:cubicBezTo>
                      <a:pt x="324" y="693"/>
                      <a:pt x="324" y="693"/>
                      <a:pt x="324" y="693"/>
                    </a:cubicBezTo>
                    <a:cubicBezTo>
                      <a:pt x="324" y="693"/>
                      <a:pt x="324" y="693"/>
                      <a:pt x="324" y="693"/>
                    </a:cubicBezTo>
                    <a:cubicBezTo>
                      <a:pt x="324" y="695"/>
                      <a:pt x="324" y="695"/>
                      <a:pt x="324" y="695"/>
                    </a:cubicBezTo>
                    <a:cubicBezTo>
                      <a:pt x="324" y="695"/>
                      <a:pt x="324" y="695"/>
                      <a:pt x="324" y="695"/>
                    </a:cubicBezTo>
                    <a:cubicBezTo>
                      <a:pt x="324" y="695"/>
                      <a:pt x="324" y="695"/>
                      <a:pt x="324" y="695"/>
                    </a:cubicBezTo>
                    <a:cubicBezTo>
                      <a:pt x="324" y="695"/>
                      <a:pt x="324" y="695"/>
                      <a:pt x="324" y="695"/>
                    </a:cubicBezTo>
                    <a:cubicBezTo>
                      <a:pt x="323" y="695"/>
                      <a:pt x="323" y="695"/>
                      <a:pt x="323" y="695"/>
                    </a:cubicBezTo>
                    <a:cubicBezTo>
                      <a:pt x="323" y="695"/>
                      <a:pt x="323" y="695"/>
                      <a:pt x="323" y="695"/>
                    </a:cubicBezTo>
                    <a:cubicBezTo>
                      <a:pt x="322" y="696"/>
                      <a:pt x="322" y="696"/>
                      <a:pt x="322" y="696"/>
                    </a:cubicBezTo>
                    <a:cubicBezTo>
                      <a:pt x="322" y="696"/>
                      <a:pt x="322" y="696"/>
                      <a:pt x="322" y="696"/>
                    </a:cubicBezTo>
                    <a:cubicBezTo>
                      <a:pt x="322" y="696"/>
                      <a:pt x="322" y="696"/>
                      <a:pt x="322" y="696"/>
                    </a:cubicBezTo>
                    <a:cubicBezTo>
                      <a:pt x="322" y="696"/>
                      <a:pt x="322" y="696"/>
                      <a:pt x="322" y="696"/>
                    </a:cubicBezTo>
                    <a:cubicBezTo>
                      <a:pt x="321" y="696"/>
                      <a:pt x="321" y="696"/>
                      <a:pt x="321" y="696"/>
                    </a:cubicBezTo>
                    <a:cubicBezTo>
                      <a:pt x="321" y="696"/>
                      <a:pt x="321" y="696"/>
                      <a:pt x="321" y="696"/>
                    </a:cubicBezTo>
                    <a:cubicBezTo>
                      <a:pt x="321" y="696"/>
                      <a:pt x="321" y="696"/>
                      <a:pt x="321" y="696"/>
                    </a:cubicBezTo>
                    <a:cubicBezTo>
                      <a:pt x="321" y="696"/>
                      <a:pt x="321" y="696"/>
                      <a:pt x="321" y="696"/>
                    </a:cubicBezTo>
                    <a:cubicBezTo>
                      <a:pt x="320" y="697"/>
                      <a:pt x="320" y="697"/>
                      <a:pt x="320" y="697"/>
                    </a:cubicBezTo>
                    <a:cubicBezTo>
                      <a:pt x="320" y="697"/>
                      <a:pt x="320" y="697"/>
                      <a:pt x="320" y="697"/>
                    </a:cubicBezTo>
                    <a:cubicBezTo>
                      <a:pt x="319" y="697"/>
                      <a:pt x="319" y="697"/>
                      <a:pt x="319" y="697"/>
                    </a:cubicBezTo>
                    <a:cubicBezTo>
                      <a:pt x="319" y="697"/>
                      <a:pt x="319" y="697"/>
                      <a:pt x="319" y="697"/>
                    </a:cubicBezTo>
                    <a:cubicBezTo>
                      <a:pt x="319" y="698"/>
                      <a:pt x="319" y="698"/>
                      <a:pt x="319" y="698"/>
                    </a:cubicBezTo>
                    <a:lnTo>
                      <a:pt x="318" y="698"/>
                    </a:lnTo>
                    <a:close/>
                    <a:moveTo>
                      <a:pt x="203" y="679"/>
                    </a:moveTo>
                    <a:cubicBezTo>
                      <a:pt x="203" y="679"/>
                      <a:pt x="202" y="679"/>
                      <a:pt x="202" y="678"/>
                    </a:cubicBezTo>
                    <a:cubicBezTo>
                      <a:pt x="202" y="678"/>
                      <a:pt x="202" y="678"/>
                      <a:pt x="202" y="678"/>
                    </a:cubicBezTo>
                    <a:cubicBezTo>
                      <a:pt x="202" y="678"/>
                      <a:pt x="202" y="678"/>
                      <a:pt x="202" y="677"/>
                    </a:cubicBezTo>
                    <a:cubicBezTo>
                      <a:pt x="202" y="677"/>
                      <a:pt x="202" y="677"/>
                      <a:pt x="202" y="677"/>
                    </a:cubicBezTo>
                    <a:cubicBezTo>
                      <a:pt x="202" y="677"/>
                      <a:pt x="203" y="676"/>
                      <a:pt x="203" y="676"/>
                    </a:cubicBezTo>
                    <a:cubicBezTo>
                      <a:pt x="203" y="676"/>
                      <a:pt x="203" y="676"/>
                      <a:pt x="203" y="676"/>
                    </a:cubicBezTo>
                    <a:cubicBezTo>
                      <a:pt x="204" y="675"/>
                      <a:pt x="204" y="675"/>
                      <a:pt x="204" y="675"/>
                    </a:cubicBezTo>
                    <a:cubicBezTo>
                      <a:pt x="204" y="675"/>
                      <a:pt x="204" y="675"/>
                      <a:pt x="204" y="675"/>
                    </a:cubicBezTo>
                    <a:cubicBezTo>
                      <a:pt x="205" y="674"/>
                      <a:pt x="205" y="674"/>
                      <a:pt x="205" y="674"/>
                    </a:cubicBezTo>
                    <a:cubicBezTo>
                      <a:pt x="205" y="674"/>
                      <a:pt x="205" y="674"/>
                      <a:pt x="205" y="674"/>
                    </a:cubicBezTo>
                    <a:cubicBezTo>
                      <a:pt x="206" y="674"/>
                      <a:pt x="206" y="674"/>
                      <a:pt x="206" y="674"/>
                    </a:cubicBezTo>
                    <a:cubicBezTo>
                      <a:pt x="206" y="674"/>
                      <a:pt x="206" y="674"/>
                      <a:pt x="206" y="674"/>
                    </a:cubicBezTo>
                    <a:cubicBezTo>
                      <a:pt x="207" y="673"/>
                      <a:pt x="207" y="673"/>
                      <a:pt x="207" y="673"/>
                    </a:cubicBezTo>
                    <a:cubicBezTo>
                      <a:pt x="207" y="673"/>
                      <a:pt x="207" y="673"/>
                      <a:pt x="207" y="673"/>
                    </a:cubicBezTo>
                    <a:cubicBezTo>
                      <a:pt x="209" y="672"/>
                      <a:pt x="209" y="672"/>
                      <a:pt x="209" y="672"/>
                    </a:cubicBezTo>
                    <a:cubicBezTo>
                      <a:pt x="209" y="672"/>
                      <a:pt x="209" y="672"/>
                      <a:pt x="209" y="672"/>
                    </a:cubicBezTo>
                    <a:cubicBezTo>
                      <a:pt x="210" y="671"/>
                      <a:pt x="210" y="671"/>
                      <a:pt x="210" y="671"/>
                    </a:cubicBezTo>
                    <a:cubicBezTo>
                      <a:pt x="210" y="671"/>
                      <a:pt x="210" y="671"/>
                      <a:pt x="210" y="671"/>
                    </a:cubicBezTo>
                    <a:cubicBezTo>
                      <a:pt x="220" y="665"/>
                      <a:pt x="220" y="665"/>
                      <a:pt x="220" y="665"/>
                    </a:cubicBezTo>
                    <a:cubicBezTo>
                      <a:pt x="220" y="665"/>
                      <a:pt x="220" y="665"/>
                      <a:pt x="220" y="665"/>
                    </a:cubicBezTo>
                    <a:cubicBezTo>
                      <a:pt x="221" y="665"/>
                      <a:pt x="221" y="665"/>
                      <a:pt x="221" y="665"/>
                    </a:cubicBezTo>
                    <a:cubicBezTo>
                      <a:pt x="221" y="665"/>
                      <a:pt x="221" y="665"/>
                      <a:pt x="221" y="665"/>
                    </a:cubicBezTo>
                    <a:cubicBezTo>
                      <a:pt x="221" y="665"/>
                      <a:pt x="221" y="665"/>
                      <a:pt x="221" y="665"/>
                    </a:cubicBezTo>
                    <a:cubicBezTo>
                      <a:pt x="221" y="665"/>
                      <a:pt x="221" y="665"/>
                      <a:pt x="221" y="665"/>
                    </a:cubicBezTo>
                    <a:cubicBezTo>
                      <a:pt x="222" y="665"/>
                      <a:pt x="222" y="665"/>
                      <a:pt x="222" y="665"/>
                    </a:cubicBezTo>
                    <a:cubicBezTo>
                      <a:pt x="222" y="665"/>
                      <a:pt x="222" y="665"/>
                      <a:pt x="222" y="665"/>
                    </a:cubicBezTo>
                    <a:cubicBezTo>
                      <a:pt x="222" y="665"/>
                      <a:pt x="222" y="665"/>
                      <a:pt x="222" y="665"/>
                    </a:cubicBezTo>
                    <a:cubicBezTo>
                      <a:pt x="222" y="665"/>
                      <a:pt x="222" y="665"/>
                      <a:pt x="222" y="665"/>
                    </a:cubicBezTo>
                    <a:cubicBezTo>
                      <a:pt x="222" y="665"/>
                      <a:pt x="222" y="665"/>
                      <a:pt x="222" y="665"/>
                    </a:cubicBezTo>
                    <a:cubicBezTo>
                      <a:pt x="222" y="665"/>
                      <a:pt x="222" y="665"/>
                      <a:pt x="222" y="665"/>
                    </a:cubicBezTo>
                    <a:cubicBezTo>
                      <a:pt x="223" y="665"/>
                      <a:pt x="223" y="665"/>
                      <a:pt x="223" y="665"/>
                    </a:cubicBezTo>
                    <a:cubicBezTo>
                      <a:pt x="223" y="665"/>
                      <a:pt x="223" y="665"/>
                      <a:pt x="223" y="665"/>
                    </a:cubicBezTo>
                    <a:cubicBezTo>
                      <a:pt x="223" y="666"/>
                      <a:pt x="223" y="666"/>
                      <a:pt x="223" y="666"/>
                    </a:cubicBezTo>
                    <a:cubicBezTo>
                      <a:pt x="223" y="666"/>
                      <a:pt x="223" y="666"/>
                      <a:pt x="223" y="666"/>
                    </a:cubicBezTo>
                    <a:cubicBezTo>
                      <a:pt x="223" y="666"/>
                      <a:pt x="223" y="666"/>
                      <a:pt x="223" y="666"/>
                    </a:cubicBezTo>
                    <a:cubicBezTo>
                      <a:pt x="223" y="666"/>
                      <a:pt x="223" y="666"/>
                      <a:pt x="223" y="666"/>
                    </a:cubicBezTo>
                    <a:cubicBezTo>
                      <a:pt x="224" y="666"/>
                      <a:pt x="224" y="666"/>
                      <a:pt x="224" y="666"/>
                    </a:cubicBezTo>
                    <a:cubicBezTo>
                      <a:pt x="224" y="666"/>
                      <a:pt x="224" y="666"/>
                      <a:pt x="224" y="666"/>
                    </a:cubicBezTo>
                    <a:cubicBezTo>
                      <a:pt x="225" y="666"/>
                      <a:pt x="225" y="666"/>
                      <a:pt x="225" y="666"/>
                    </a:cubicBezTo>
                    <a:cubicBezTo>
                      <a:pt x="225" y="666"/>
                      <a:pt x="225" y="666"/>
                      <a:pt x="225" y="666"/>
                    </a:cubicBezTo>
                    <a:cubicBezTo>
                      <a:pt x="225" y="666"/>
                      <a:pt x="225" y="666"/>
                      <a:pt x="225" y="666"/>
                    </a:cubicBezTo>
                    <a:cubicBezTo>
                      <a:pt x="225" y="666"/>
                      <a:pt x="225" y="666"/>
                      <a:pt x="225" y="666"/>
                    </a:cubicBezTo>
                    <a:cubicBezTo>
                      <a:pt x="225" y="665"/>
                      <a:pt x="225" y="665"/>
                      <a:pt x="225" y="665"/>
                    </a:cubicBezTo>
                    <a:cubicBezTo>
                      <a:pt x="225" y="665"/>
                      <a:pt x="225" y="665"/>
                      <a:pt x="225" y="665"/>
                    </a:cubicBezTo>
                    <a:cubicBezTo>
                      <a:pt x="225" y="665"/>
                      <a:pt x="225" y="665"/>
                      <a:pt x="225" y="665"/>
                    </a:cubicBezTo>
                    <a:cubicBezTo>
                      <a:pt x="225" y="665"/>
                      <a:pt x="225" y="665"/>
                      <a:pt x="225" y="665"/>
                    </a:cubicBezTo>
                    <a:cubicBezTo>
                      <a:pt x="225" y="664"/>
                      <a:pt x="225" y="664"/>
                      <a:pt x="225" y="664"/>
                    </a:cubicBezTo>
                    <a:cubicBezTo>
                      <a:pt x="225" y="664"/>
                      <a:pt x="225" y="664"/>
                      <a:pt x="225" y="664"/>
                    </a:cubicBezTo>
                    <a:cubicBezTo>
                      <a:pt x="225" y="664"/>
                      <a:pt x="225" y="664"/>
                      <a:pt x="225" y="664"/>
                    </a:cubicBezTo>
                    <a:cubicBezTo>
                      <a:pt x="225" y="664"/>
                      <a:pt x="225" y="664"/>
                      <a:pt x="225" y="664"/>
                    </a:cubicBezTo>
                    <a:cubicBezTo>
                      <a:pt x="225" y="663"/>
                      <a:pt x="225" y="663"/>
                      <a:pt x="225" y="663"/>
                    </a:cubicBezTo>
                    <a:cubicBezTo>
                      <a:pt x="225" y="663"/>
                      <a:pt x="225" y="663"/>
                      <a:pt x="225" y="663"/>
                    </a:cubicBezTo>
                    <a:cubicBezTo>
                      <a:pt x="225" y="663"/>
                      <a:pt x="225" y="663"/>
                      <a:pt x="225" y="663"/>
                    </a:cubicBezTo>
                    <a:cubicBezTo>
                      <a:pt x="225" y="663"/>
                      <a:pt x="225" y="663"/>
                      <a:pt x="225" y="663"/>
                    </a:cubicBezTo>
                    <a:cubicBezTo>
                      <a:pt x="225" y="662"/>
                      <a:pt x="225" y="662"/>
                      <a:pt x="225" y="662"/>
                    </a:cubicBezTo>
                    <a:cubicBezTo>
                      <a:pt x="225" y="662"/>
                      <a:pt x="225" y="662"/>
                      <a:pt x="225" y="662"/>
                    </a:cubicBezTo>
                    <a:cubicBezTo>
                      <a:pt x="235" y="658"/>
                      <a:pt x="235" y="658"/>
                      <a:pt x="235" y="658"/>
                    </a:cubicBezTo>
                    <a:cubicBezTo>
                      <a:pt x="235" y="658"/>
                      <a:pt x="235" y="658"/>
                      <a:pt x="235" y="658"/>
                    </a:cubicBezTo>
                    <a:cubicBezTo>
                      <a:pt x="235" y="658"/>
                      <a:pt x="235" y="658"/>
                      <a:pt x="235" y="658"/>
                    </a:cubicBezTo>
                    <a:cubicBezTo>
                      <a:pt x="235" y="658"/>
                      <a:pt x="235" y="658"/>
                      <a:pt x="235" y="658"/>
                    </a:cubicBezTo>
                    <a:cubicBezTo>
                      <a:pt x="234" y="661"/>
                      <a:pt x="234" y="661"/>
                      <a:pt x="234" y="661"/>
                    </a:cubicBezTo>
                    <a:cubicBezTo>
                      <a:pt x="234" y="661"/>
                      <a:pt x="234" y="661"/>
                      <a:pt x="234" y="661"/>
                    </a:cubicBezTo>
                    <a:cubicBezTo>
                      <a:pt x="232" y="664"/>
                      <a:pt x="232" y="664"/>
                      <a:pt x="232" y="664"/>
                    </a:cubicBezTo>
                    <a:cubicBezTo>
                      <a:pt x="232" y="664"/>
                      <a:pt x="232" y="664"/>
                      <a:pt x="232" y="664"/>
                    </a:cubicBezTo>
                    <a:cubicBezTo>
                      <a:pt x="229" y="667"/>
                      <a:pt x="229" y="667"/>
                      <a:pt x="229" y="667"/>
                    </a:cubicBezTo>
                    <a:cubicBezTo>
                      <a:pt x="229" y="667"/>
                      <a:pt x="229" y="667"/>
                      <a:pt x="229" y="667"/>
                    </a:cubicBezTo>
                    <a:cubicBezTo>
                      <a:pt x="226" y="669"/>
                      <a:pt x="226" y="669"/>
                      <a:pt x="226" y="669"/>
                    </a:cubicBezTo>
                    <a:cubicBezTo>
                      <a:pt x="226" y="669"/>
                      <a:pt x="226" y="669"/>
                      <a:pt x="226" y="669"/>
                    </a:cubicBezTo>
                    <a:cubicBezTo>
                      <a:pt x="223" y="671"/>
                      <a:pt x="223" y="671"/>
                      <a:pt x="223" y="671"/>
                    </a:cubicBezTo>
                    <a:cubicBezTo>
                      <a:pt x="223" y="671"/>
                      <a:pt x="223" y="671"/>
                      <a:pt x="223" y="671"/>
                    </a:cubicBezTo>
                    <a:cubicBezTo>
                      <a:pt x="220" y="673"/>
                      <a:pt x="220" y="673"/>
                      <a:pt x="220" y="673"/>
                    </a:cubicBezTo>
                    <a:cubicBezTo>
                      <a:pt x="220" y="673"/>
                      <a:pt x="220" y="673"/>
                      <a:pt x="220" y="673"/>
                    </a:cubicBezTo>
                    <a:cubicBezTo>
                      <a:pt x="217" y="675"/>
                      <a:pt x="217" y="675"/>
                      <a:pt x="217" y="675"/>
                    </a:cubicBezTo>
                    <a:cubicBezTo>
                      <a:pt x="217" y="675"/>
                      <a:pt x="217" y="675"/>
                      <a:pt x="217" y="675"/>
                    </a:cubicBezTo>
                    <a:cubicBezTo>
                      <a:pt x="216" y="675"/>
                      <a:pt x="215" y="676"/>
                      <a:pt x="214" y="676"/>
                    </a:cubicBezTo>
                    <a:cubicBezTo>
                      <a:pt x="214" y="676"/>
                      <a:pt x="214" y="676"/>
                      <a:pt x="214" y="676"/>
                    </a:cubicBezTo>
                    <a:cubicBezTo>
                      <a:pt x="203" y="679"/>
                      <a:pt x="203" y="679"/>
                      <a:pt x="203" y="679"/>
                    </a:cubicBezTo>
                    <a:close/>
                    <a:moveTo>
                      <a:pt x="305" y="665"/>
                    </a:moveTo>
                    <a:cubicBezTo>
                      <a:pt x="306" y="655"/>
                      <a:pt x="306" y="655"/>
                      <a:pt x="306" y="655"/>
                    </a:cubicBezTo>
                    <a:cubicBezTo>
                      <a:pt x="306" y="655"/>
                      <a:pt x="306" y="655"/>
                      <a:pt x="306" y="655"/>
                    </a:cubicBezTo>
                    <a:cubicBezTo>
                      <a:pt x="317" y="649"/>
                      <a:pt x="317" y="649"/>
                      <a:pt x="317" y="649"/>
                    </a:cubicBezTo>
                    <a:cubicBezTo>
                      <a:pt x="317" y="649"/>
                      <a:pt x="317" y="649"/>
                      <a:pt x="317" y="649"/>
                    </a:cubicBezTo>
                    <a:cubicBezTo>
                      <a:pt x="318" y="649"/>
                      <a:pt x="318" y="649"/>
                      <a:pt x="318" y="649"/>
                    </a:cubicBezTo>
                    <a:cubicBezTo>
                      <a:pt x="318" y="649"/>
                      <a:pt x="318" y="649"/>
                      <a:pt x="318" y="649"/>
                    </a:cubicBezTo>
                    <a:cubicBezTo>
                      <a:pt x="318" y="651"/>
                      <a:pt x="318" y="651"/>
                      <a:pt x="318" y="651"/>
                    </a:cubicBezTo>
                    <a:cubicBezTo>
                      <a:pt x="318" y="651"/>
                      <a:pt x="318" y="651"/>
                      <a:pt x="318" y="651"/>
                    </a:cubicBezTo>
                    <a:cubicBezTo>
                      <a:pt x="317" y="653"/>
                      <a:pt x="317" y="653"/>
                      <a:pt x="317" y="653"/>
                    </a:cubicBezTo>
                    <a:cubicBezTo>
                      <a:pt x="317" y="653"/>
                      <a:pt x="317" y="653"/>
                      <a:pt x="317" y="653"/>
                    </a:cubicBezTo>
                    <a:cubicBezTo>
                      <a:pt x="316" y="654"/>
                      <a:pt x="316" y="654"/>
                      <a:pt x="316" y="654"/>
                    </a:cubicBezTo>
                    <a:cubicBezTo>
                      <a:pt x="316" y="654"/>
                      <a:pt x="316" y="654"/>
                      <a:pt x="316" y="654"/>
                    </a:cubicBezTo>
                    <a:cubicBezTo>
                      <a:pt x="315" y="656"/>
                      <a:pt x="315" y="656"/>
                      <a:pt x="315" y="656"/>
                    </a:cubicBezTo>
                    <a:cubicBezTo>
                      <a:pt x="315" y="656"/>
                      <a:pt x="315" y="656"/>
                      <a:pt x="315" y="656"/>
                    </a:cubicBezTo>
                    <a:cubicBezTo>
                      <a:pt x="313" y="657"/>
                      <a:pt x="313" y="657"/>
                      <a:pt x="313" y="657"/>
                    </a:cubicBezTo>
                    <a:cubicBezTo>
                      <a:pt x="313" y="657"/>
                      <a:pt x="313" y="657"/>
                      <a:pt x="313" y="657"/>
                    </a:cubicBezTo>
                    <a:cubicBezTo>
                      <a:pt x="312" y="659"/>
                      <a:pt x="312" y="659"/>
                      <a:pt x="312" y="659"/>
                    </a:cubicBezTo>
                    <a:cubicBezTo>
                      <a:pt x="312" y="659"/>
                      <a:pt x="312" y="659"/>
                      <a:pt x="312" y="659"/>
                    </a:cubicBezTo>
                    <a:cubicBezTo>
                      <a:pt x="311" y="660"/>
                      <a:pt x="311" y="660"/>
                      <a:pt x="311" y="660"/>
                    </a:cubicBezTo>
                    <a:cubicBezTo>
                      <a:pt x="311" y="660"/>
                      <a:pt x="311" y="660"/>
                      <a:pt x="311" y="660"/>
                    </a:cubicBezTo>
                    <a:cubicBezTo>
                      <a:pt x="310" y="661"/>
                      <a:pt x="310" y="661"/>
                      <a:pt x="310" y="661"/>
                    </a:cubicBezTo>
                    <a:cubicBezTo>
                      <a:pt x="310" y="661"/>
                      <a:pt x="310" y="661"/>
                      <a:pt x="310" y="661"/>
                    </a:cubicBezTo>
                    <a:cubicBezTo>
                      <a:pt x="309" y="662"/>
                      <a:pt x="309" y="662"/>
                      <a:pt x="309" y="662"/>
                    </a:cubicBezTo>
                    <a:cubicBezTo>
                      <a:pt x="309" y="662"/>
                      <a:pt x="309" y="662"/>
                      <a:pt x="309" y="662"/>
                    </a:cubicBezTo>
                    <a:cubicBezTo>
                      <a:pt x="309" y="663"/>
                      <a:pt x="309" y="663"/>
                      <a:pt x="309" y="663"/>
                    </a:cubicBezTo>
                    <a:cubicBezTo>
                      <a:pt x="309" y="663"/>
                      <a:pt x="309" y="663"/>
                      <a:pt x="309" y="663"/>
                    </a:cubicBezTo>
                    <a:cubicBezTo>
                      <a:pt x="308" y="663"/>
                      <a:pt x="308" y="663"/>
                      <a:pt x="308" y="663"/>
                    </a:cubicBezTo>
                    <a:cubicBezTo>
                      <a:pt x="308" y="663"/>
                      <a:pt x="308" y="663"/>
                      <a:pt x="308" y="663"/>
                    </a:cubicBezTo>
                    <a:cubicBezTo>
                      <a:pt x="308" y="663"/>
                      <a:pt x="308" y="663"/>
                      <a:pt x="308" y="663"/>
                    </a:cubicBezTo>
                    <a:cubicBezTo>
                      <a:pt x="308" y="663"/>
                      <a:pt x="308" y="663"/>
                      <a:pt x="308" y="663"/>
                    </a:cubicBezTo>
                    <a:cubicBezTo>
                      <a:pt x="307" y="664"/>
                      <a:pt x="307" y="664"/>
                      <a:pt x="307" y="664"/>
                    </a:cubicBezTo>
                    <a:cubicBezTo>
                      <a:pt x="307" y="664"/>
                      <a:pt x="307" y="664"/>
                      <a:pt x="307" y="664"/>
                    </a:cubicBezTo>
                    <a:cubicBezTo>
                      <a:pt x="306" y="665"/>
                      <a:pt x="306" y="665"/>
                      <a:pt x="306" y="665"/>
                    </a:cubicBezTo>
                    <a:cubicBezTo>
                      <a:pt x="306" y="665"/>
                      <a:pt x="306" y="665"/>
                      <a:pt x="306" y="665"/>
                    </a:cubicBezTo>
                    <a:cubicBezTo>
                      <a:pt x="306" y="665"/>
                      <a:pt x="306" y="665"/>
                      <a:pt x="306" y="665"/>
                    </a:cubicBezTo>
                    <a:cubicBezTo>
                      <a:pt x="306" y="665"/>
                      <a:pt x="306" y="665"/>
                      <a:pt x="306" y="665"/>
                    </a:cubicBezTo>
                    <a:cubicBezTo>
                      <a:pt x="305" y="665"/>
                      <a:pt x="305" y="665"/>
                      <a:pt x="305" y="665"/>
                    </a:cubicBezTo>
                    <a:close/>
                    <a:moveTo>
                      <a:pt x="598" y="662"/>
                    </a:moveTo>
                    <a:cubicBezTo>
                      <a:pt x="598" y="661"/>
                      <a:pt x="598" y="661"/>
                      <a:pt x="598" y="661"/>
                    </a:cubicBezTo>
                    <a:cubicBezTo>
                      <a:pt x="598" y="661"/>
                      <a:pt x="598" y="661"/>
                      <a:pt x="598" y="661"/>
                    </a:cubicBezTo>
                    <a:cubicBezTo>
                      <a:pt x="598" y="661"/>
                      <a:pt x="598" y="661"/>
                      <a:pt x="598" y="661"/>
                    </a:cubicBezTo>
                    <a:cubicBezTo>
                      <a:pt x="598" y="661"/>
                      <a:pt x="598" y="661"/>
                      <a:pt x="598" y="661"/>
                    </a:cubicBezTo>
                    <a:cubicBezTo>
                      <a:pt x="598" y="660"/>
                      <a:pt x="598" y="660"/>
                      <a:pt x="598" y="660"/>
                    </a:cubicBezTo>
                    <a:cubicBezTo>
                      <a:pt x="598" y="660"/>
                      <a:pt x="598" y="660"/>
                      <a:pt x="598" y="660"/>
                    </a:cubicBezTo>
                    <a:cubicBezTo>
                      <a:pt x="598" y="659"/>
                      <a:pt x="598" y="659"/>
                      <a:pt x="598" y="659"/>
                    </a:cubicBezTo>
                    <a:cubicBezTo>
                      <a:pt x="598" y="659"/>
                      <a:pt x="598" y="659"/>
                      <a:pt x="598" y="659"/>
                    </a:cubicBezTo>
                    <a:cubicBezTo>
                      <a:pt x="598" y="659"/>
                      <a:pt x="598" y="659"/>
                      <a:pt x="598" y="659"/>
                    </a:cubicBezTo>
                    <a:cubicBezTo>
                      <a:pt x="598" y="659"/>
                      <a:pt x="598" y="659"/>
                      <a:pt x="598" y="659"/>
                    </a:cubicBezTo>
                    <a:cubicBezTo>
                      <a:pt x="598" y="658"/>
                      <a:pt x="598" y="658"/>
                      <a:pt x="598" y="658"/>
                    </a:cubicBezTo>
                    <a:cubicBezTo>
                      <a:pt x="598" y="658"/>
                      <a:pt x="598" y="658"/>
                      <a:pt x="598" y="658"/>
                    </a:cubicBezTo>
                    <a:cubicBezTo>
                      <a:pt x="598" y="658"/>
                      <a:pt x="598" y="658"/>
                      <a:pt x="598" y="658"/>
                    </a:cubicBezTo>
                    <a:cubicBezTo>
                      <a:pt x="598" y="658"/>
                      <a:pt x="598" y="658"/>
                      <a:pt x="598" y="658"/>
                    </a:cubicBezTo>
                    <a:cubicBezTo>
                      <a:pt x="598" y="657"/>
                      <a:pt x="598" y="657"/>
                      <a:pt x="598" y="657"/>
                    </a:cubicBezTo>
                    <a:cubicBezTo>
                      <a:pt x="598" y="657"/>
                      <a:pt x="598" y="657"/>
                      <a:pt x="598" y="657"/>
                    </a:cubicBezTo>
                    <a:cubicBezTo>
                      <a:pt x="598" y="657"/>
                      <a:pt x="598" y="657"/>
                      <a:pt x="598" y="657"/>
                    </a:cubicBezTo>
                    <a:cubicBezTo>
                      <a:pt x="598" y="657"/>
                      <a:pt x="598" y="657"/>
                      <a:pt x="598" y="657"/>
                    </a:cubicBezTo>
                    <a:cubicBezTo>
                      <a:pt x="598" y="657"/>
                      <a:pt x="598" y="657"/>
                      <a:pt x="598" y="657"/>
                    </a:cubicBezTo>
                    <a:cubicBezTo>
                      <a:pt x="598" y="657"/>
                      <a:pt x="598" y="657"/>
                      <a:pt x="598" y="657"/>
                    </a:cubicBezTo>
                    <a:cubicBezTo>
                      <a:pt x="598" y="656"/>
                      <a:pt x="598" y="656"/>
                      <a:pt x="598" y="656"/>
                    </a:cubicBezTo>
                    <a:cubicBezTo>
                      <a:pt x="598" y="656"/>
                      <a:pt x="598" y="656"/>
                      <a:pt x="598" y="656"/>
                    </a:cubicBezTo>
                    <a:cubicBezTo>
                      <a:pt x="598" y="656"/>
                      <a:pt x="598" y="656"/>
                      <a:pt x="598" y="656"/>
                    </a:cubicBezTo>
                    <a:cubicBezTo>
                      <a:pt x="598" y="656"/>
                      <a:pt x="598" y="656"/>
                      <a:pt x="598" y="656"/>
                    </a:cubicBezTo>
                    <a:cubicBezTo>
                      <a:pt x="599" y="656"/>
                      <a:pt x="599" y="656"/>
                      <a:pt x="599" y="656"/>
                    </a:cubicBezTo>
                    <a:cubicBezTo>
                      <a:pt x="599" y="656"/>
                      <a:pt x="599" y="656"/>
                      <a:pt x="599" y="656"/>
                    </a:cubicBezTo>
                    <a:cubicBezTo>
                      <a:pt x="599" y="656"/>
                      <a:pt x="599" y="656"/>
                      <a:pt x="599" y="656"/>
                    </a:cubicBezTo>
                    <a:cubicBezTo>
                      <a:pt x="599" y="656"/>
                      <a:pt x="599" y="656"/>
                      <a:pt x="599" y="656"/>
                    </a:cubicBezTo>
                    <a:cubicBezTo>
                      <a:pt x="600" y="656"/>
                      <a:pt x="600" y="656"/>
                      <a:pt x="600" y="656"/>
                    </a:cubicBezTo>
                    <a:cubicBezTo>
                      <a:pt x="600" y="656"/>
                      <a:pt x="600" y="656"/>
                      <a:pt x="600" y="656"/>
                    </a:cubicBezTo>
                    <a:cubicBezTo>
                      <a:pt x="600" y="657"/>
                      <a:pt x="600" y="657"/>
                      <a:pt x="600" y="657"/>
                    </a:cubicBezTo>
                    <a:cubicBezTo>
                      <a:pt x="600" y="657"/>
                      <a:pt x="600" y="657"/>
                      <a:pt x="600" y="657"/>
                    </a:cubicBezTo>
                    <a:cubicBezTo>
                      <a:pt x="600" y="657"/>
                      <a:pt x="600" y="657"/>
                      <a:pt x="600" y="657"/>
                    </a:cubicBezTo>
                    <a:cubicBezTo>
                      <a:pt x="600" y="657"/>
                      <a:pt x="600" y="657"/>
                      <a:pt x="600" y="657"/>
                    </a:cubicBezTo>
                    <a:cubicBezTo>
                      <a:pt x="600" y="658"/>
                      <a:pt x="600" y="658"/>
                      <a:pt x="600" y="658"/>
                    </a:cubicBezTo>
                    <a:cubicBezTo>
                      <a:pt x="600" y="658"/>
                      <a:pt x="600" y="658"/>
                      <a:pt x="600" y="658"/>
                    </a:cubicBezTo>
                    <a:cubicBezTo>
                      <a:pt x="600" y="658"/>
                      <a:pt x="600" y="658"/>
                      <a:pt x="600" y="658"/>
                    </a:cubicBezTo>
                    <a:cubicBezTo>
                      <a:pt x="600" y="658"/>
                      <a:pt x="600" y="658"/>
                      <a:pt x="600" y="658"/>
                    </a:cubicBezTo>
                    <a:cubicBezTo>
                      <a:pt x="600" y="658"/>
                      <a:pt x="600" y="658"/>
                      <a:pt x="600" y="658"/>
                    </a:cubicBezTo>
                    <a:cubicBezTo>
                      <a:pt x="600" y="658"/>
                      <a:pt x="600" y="658"/>
                      <a:pt x="600" y="658"/>
                    </a:cubicBezTo>
                    <a:cubicBezTo>
                      <a:pt x="601" y="658"/>
                      <a:pt x="601" y="658"/>
                      <a:pt x="601" y="658"/>
                    </a:cubicBezTo>
                    <a:cubicBezTo>
                      <a:pt x="601" y="658"/>
                      <a:pt x="601" y="658"/>
                      <a:pt x="601" y="658"/>
                    </a:cubicBezTo>
                    <a:cubicBezTo>
                      <a:pt x="601" y="659"/>
                      <a:pt x="601" y="659"/>
                      <a:pt x="601" y="659"/>
                    </a:cubicBezTo>
                    <a:cubicBezTo>
                      <a:pt x="601" y="659"/>
                      <a:pt x="601" y="659"/>
                      <a:pt x="601" y="659"/>
                    </a:cubicBezTo>
                    <a:cubicBezTo>
                      <a:pt x="602" y="659"/>
                      <a:pt x="602" y="659"/>
                      <a:pt x="602" y="659"/>
                    </a:cubicBezTo>
                    <a:cubicBezTo>
                      <a:pt x="602" y="659"/>
                      <a:pt x="602" y="659"/>
                      <a:pt x="602" y="659"/>
                    </a:cubicBezTo>
                    <a:cubicBezTo>
                      <a:pt x="601" y="660"/>
                      <a:pt x="601" y="660"/>
                      <a:pt x="601" y="660"/>
                    </a:cubicBezTo>
                    <a:cubicBezTo>
                      <a:pt x="601" y="660"/>
                      <a:pt x="601" y="660"/>
                      <a:pt x="601" y="660"/>
                    </a:cubicBezTo>
                    <a:cubicBezTo>
                      <a:pt x="601" y="660"/>
                      <a:pt x="601" y="660"/>
                      <a:pt x="601" y="660"/>
                    </a:cubicBezTo>
                    <a:cubicBezTo>
                      <a:pt x="601" y="660"/>
                      <a:pt x="601" y="660"/>
                      <a:pt x="601" y="660"/>
                    </a:cubicBezTo>
                    <a:cubicBezTo>
                      <a:pt x="601" y="660"/>
                      <a:pt x="601" y="660"/>
                      <a:pt x="601" y="660"/>
                    </a:cubicBezTo>
                    <a:cubicBezTo>
                      <a:pt x="601" y="660"/>
                      <a:pt x="601" y="660"/>
                      <a:pt x="601" y="660"/>
                    </a:cubicBezTo>
                    <a:cubicBezTo>
                      <a:pt x="601" y="661"/>
                      <a:pt x="601" y="661"/>
                      <a:pt x="601" y="661"/>
                    </a:cubicBezTo>
                    <a:cubicBezTo>
                      <a:pt x="601" y="661"/>
                      <a:pt x="601" y="661"/>
                      <a:pt x="601" y="661"/>
                    </a:cubicBezTo>
                    <a:cubicBezTo>
                      <a:pt x="600" y="661"/>
                      <a:pt x="600" y="661"/>
                      <a:pt x="600" y="661"/>
                    </a:cubicBezTo>
                    <a:cubicBezTo>
                      <a:pt x="600" y="661"/>
                      <a:pt x="600" y="661"/>
                      <a:pt x="600" y="661"/>
                    </a:cubicBezTo>
                    <a:cubicBezTo>
                      <a:pt x="600" y="661"/>
                      <a:pt x="600" y="661"/>
                      <a:pt x="600" y="661"/>
                    </a:cubicBezTo>
                    <a:cubicBezTo>
                      <a:pt x="600" y="661"/>
                      <a:pt x="600" y="661"/>
                      <a:pt x="600" y="661"/>
                    </a:cubicBezTo>
                    <a:cubicBezTo>
                      <a:pt x="599" y="661"/>
                      <a:pt x="599" y="661"/>
                      <a:pt x="599" y="661"/>
                    </a:cubicBezTo>
                    <a:cubicBezTo>
                      <a:pt x="599" y="661"/>
                      <a:pt x="599" y="661"/>
                      <a:pt x="599" y="661"/>
                    </a:cubicBezTo>
                    <a:cubicBezTo>
                      <a:pt x="599" y="662"/>
                      <a:pt x="599" y="662"/>
                      <a:pt x="599" y="662"/>
                    </a:cubicBezTo>
                    <a:lnTo>
                      <a:pt x="598" y="662"/>
                    </a:lnTo>
                    <a:close/>
                    <a:moveTo>
                      <a:pt x="615" y="662"/>
                    </a:moveTo>
                    <a:cubicBezTo>
                      <a:pt x="614" y="662"/>
                      <a:pt x="614" y="662"/>
                      <a:pt x="614" y="662"/>
                    </a:cubicBezTo>
                    <a:cubicBezTo>
                      <a:pt x="614" y="662"/>
                      <a:pt x="614" y="662"/>
                      <a:pt x="614" y="662"/>
                    </a:cubicBezTo>
                    <a:cubicBezTo>
                      <a:pt x="614" y="661"/>
                      <a:pt x="614" y="661"/>
                      <a:pt x="614" y="661"/>
                    </a:cubicBezTo>
                    <a:cubicBezTo>
                      <a:pt x="614" y="661"/>
                      <a:pt x="614" y="661"/>
                      <a:pt x="614" y="661"/>
                    </a:cubicBezTo>
                    <a:cubicBezTo>
                      <a:pt x="614" y="661"/>
                      <a:pt x="614" y="661"/>
                      <a:pt x="614" y="661"/>
                    </a:cubicBezTo>
                    <a:cubicBezTo>
                      <a:pt x="614" y="661"/>
                      <a:pt x="614" y="661"/>
                      <a:pt x="614" y="661"/>
                    </a:cubicBezTo>
                    <a:cubicBezTo>
                      <a:pt x="614" y="661"/>
                      <a:pt x="614" y="661"/>
                      <a:pt x="614" y="661"/>
                    </a:cubicBezTo>
                    <a:cubicBezTo>
                      <a:pt x="614" y="661"/>
                      <a:pt x="614" y="661"/>
                      <a:pt x="614" y="661"/>
                    </a:cubicBezTo>
                    <a:cubicBezTo>
                      <a:pt x="613" y="661"/>
                      <a:pt x="613" y="661"/>
                      <a:pt x="613" y="661"/>
                    </a:cubicBezTo>
                    <a:cubicBezTo>
                      <a:pt x="613" y="661"/>
                      <a:pt x="613" y="661"/>
                      <a:pt x="613" y="661"/>
                    </a:cubicBezTo>
                    <a:cubicBezTo>
                      <a:pt x="613" y="660"/>
                      <a:pt x="613" y="660"/>
                      <a:pt x="613" y="660"/>
                    </a:cubicBezTo>
                    <a:cubicBezTo>
                      <a:pt x="613" y="660"/>
                      <a:pt x="613" y="660"/>
                      <a:pt x="613" y="660"/>
                    </a:cubicBezTo>
                    <a:cubicBezTo>
                      <a:pt x="613" y="660"/>
                      <a:pt x="613" y="660"/>
                      <a:pt x="613" y="660"/>
                    </a:cubicBezTo>
                    <a:cubicBezTo>
                      <a:pt x="613" y="660"/>
                      <a:pt x="613" y="660"/>
                      <a:pt x="613" y="660"/>
                    </a:cubicBezTo>
                    <a:cubicBezTo>
                      <a:pt x="613" y="659"/>
                      <a:pt x="613" y="659"/>
                      <a:pt x="613" y="659"/>
                    </a:cubicBezTo>
                    <a:cubicBezTo>
                      <a:pt x="613" y="659"/>
                      <a:pt x="613" y="659"/>
                      <a:pt x="613" y="659"/>
                    </a:cubicBezTo>
                    <a:cubicBezTo>
                      <a:pt x="613" y="658"/>
                      <a:pt x="613" y="658"/>
                      <a:pt x="613" y="658"/>
                    </a:cubicBezTo>
                    <a:cubicBezTo>
                      <a:pt x="613" y="658"/>
                      <a:pt x="613" y="658"/>
                      <a:pt x="613" y="658"/>
                    </a:cubicBezTo>
                    <a:cubicBezTo>
                      <a:pt x="613" y="658"/>
                      <a:pt x="613" y="658"/>
                      <a:pt x="613" y="658"/>
                    </a:cubicBezTo>
                    <a:cubicBezTo>
                      <a:pt x="613" y="658"/>
                      <a:pt x="613" y="658"/>
                      <a:pt x="613" y="658"/>
                    </a:cubicBezTo>
                    <a:cubicBezTo>
                      <a:pt x="613" y="657"/>
                      <a:pt x="613" y="657"/>
                      <a:pt x="613" y="657"/>
                    </a:cubicBezTo>
                    <a:cubicBezTo>
                      <a:pt x="613" y="657"/>
                      <a:pt x="613" y="657"/>
                      <a:pt x="613" y="657"/>
                    </a:cubicBezTo>
                    <a:cubicBezTo>
                      <a:pt x="614" y="656"/>
                      <a:pt x="614" y="656"/>
                      <a:pt x="614" y="656"/>
                    </a:cubicBezTo>
                    <a:cubicBezTo>
                      <a:pt x="614" y="656"/>
                      <a:pt x="614" y="656"/>
                      <a:pt x="614" y="656"/>
                    </a:cubicBezTo>
                    <a:cubicBezTo>
                      <a:pt x="613" y="656"/>
                      <a:pt x="613" y="656"/>
                      <a:pt x="613" y="656"/>
                    </a:cubicBezTo>
                    <a:cubicBezTo>
                      <a:pt x="613" y="656"/>
                      <a:pt x="613" y="656"/>
                      <a:pt x="613" y="656"/>
                    </a:cubicBezTo>
                    <a:cubicBezTo>
                      <a:pt x="613" y="655"/>
                      <a:pt x="613" y="655"/>
                      <a:pt x="613" y="655"/>
                    </a:cubicBezTo>
                    <a:cubicBezTo>
                      <a:pt x="613" y="655"/>
                      <a:pt x="613" y="655"/>
                      <a:pt x="613" y="655"/>
                    </a:cubicBezTo>
                    <a:cubicBezTo>
                      <a:pt x="613" y="654"/>
                      <a:pt x="613" y="654"/>
                      <a:pt x="613" y="654"/>
                    </a:cubicBezTo>
                    <a:cubicBezTo>
                      <a:pt x="613" y="654"/>
                      <a:pt x="613" y="654"/>
                      <a:pt x="613" y="654"/>
                    </a:cubicBezTo>
                    <a:cubicBezTo>
                      <a:pt x="614" y="654"/>
                      <a:pt x="614" y="654"/>
                      <a:pt x="614" y="654"/>
                    </a:cubicBezTo>
                    <a:cubicBezTo>
                      <a:pt x="614" y="654"/>
                      <a:pt x="614" y="654"/>
                      <a:pt x="614" y="654"/>
                    </a:cubicBezTo>
                    <a:cubicBezTo>
                      <a:pt x="615" y="653"/>
                      <a:pt x="615" y="653"/>
                      <a:pt x="615" y="653"/>
                    </a:cubicBezTo>
                    <a:cubicBezTo>
                      <a:pt x="615" y="653"/>
                      <a:pt x="615" y="653"/>
                      <a:pt x="615" y="653"/>
                    </a:cubicBezTo>
                    <a:cubicBezTo>
                      <a:pt x="617" y="654"/>
                      <a:pt x="617" y="654"/>
                      <a:pt x="617" y="654"/>
                    </a:cubicBezTo>
                    <a:cubicBezTo>
                      <a:pt x="617" y="654"/>
                      <a:pt x="617" y="654"/>
                      <a:pt x="617" y="654"/>
                    </a:cubicBezTo>
                    <a:cubicBezTo>
                      <a:pt x="617" y="655"/>
                      <a:pt x="617" y="655"/>
                      <a:pt x="617" y="655"/>
                    </a:cubicBezTo>
                    <a:cubicBezTo>
                      <a:pt x="617" y="655"/>
                      <a:pt x="617" y="655"/>
                      <a:pt x="617" y="655"/>
                    </a:cubicBezTo>
                    <a:cubicBezTo>
                      <a:pt x="617" y="656"/>
                      <a:pt x="617" y="656"/>
                      <a:pt x="617" y="656"/>
                    </a:cubicBezTo>
                    <a:cubicBezTo>
                      <a:pt x="617" y="656"/>
                      <a:pt x="617" y="656"/>
                      <a:pt x="617" y="656"/>
                    </a:cubicBezTo>
                    <a:cubicBezTo>
                      <a:pt x="617" y="657"/>
                      <a:pt x="617" y="657"/>
                      <a:pt x="617" y="657"/>
                    </a:cubicBezTo>
                    <a:cubicBezTo>
                      <a:pt x="617" y="657"/>
                      <a:pt x="617" y="657"/>
                      <a:pt x="617" y="657"/>
                    </a:cubicBezTo>
                    <a:cubicBezTo>
                      <a:pt x="617" y="658"/>
                      <a:pt x="617" y="658"/>
                      <a:pt x="617" y="658"/>
                    </a:cubicBezTo>
                    <a:cubicBezTo>
                      <a:pt x="617" y="658"/>
                      <a:pt x="617" y="658"/>
                      <a:pt x="617" y="658"/>
                    </a:cubicBezTo>
                    <a:cubicBezTo>
                      <a:pt x="617" y="659"/>
                      <a:pt x="617" y="659"/>
                      <a:pt x="617" y="659"/>
                    </a:cubicBezTo>
                    <a:cubicBezTo>
                      <a:pt x="617" y="659"/>
                      <a:pt x="617" y="659"/>
                      <a:pt x="617" y="659"/>
                    </a:cubicBezTo>
                    <a:cubicBezTo>
                      <a:pt x="617" y="660"/>
                      <a:pt x="617" y="660"/>
                      <a:pt x="617" y="660"/>
                    </a:cubicBezTo>
                    <a:cubicBezTo>
                      <a:pt x="617" y="660"/>
                      <a:pt x="617" y="660"/>
                      <a:pt x="617" y="660"/>
                    </a:cubicBezTo>
                    <a:cubicBezTo>
                      <a:pt x="616" y="661"/>
                      <a:pt x="616" y="661"/>
                      <a:pt x="616" y="661"/>
                    </a:cubicBezTo>
                    <a:cubicBezTo>
                      <a:pt x="616" y="661"/>
                      <a:pt x="616" y="661"/>
                      <a:pt x="616" y="661"/>
                    </a:cubicBezTo>
                    <a:cubicBezTo>
                      <a:pt x="616" y="662"/>
                      <a:pt x="616" y="662"/>
                      <a:pt x="616" y="662"/>
                    </a:cubicBezTo>
                    <a:lnTo>
                      <a:pt x="615" y="662"/>
                    </a:lnTo>
                    <a:close/>
                    <a:moveTo>
                      <a:pt x="607" y="656"/>
                    </a:moveTo>
                    <a:cubicBezTo>
                      <a:pt x="606" y="656"/>
                      <a:pt x="606" y="656"/>
                      <a:pt x="606" y="656"/>
                    </a:cubicBezTo>
                    <a:cubicBezTo>
                      <a:pt x="606" y="656"/>
                      <a:pt x="606" y="656"/>
                      <a:pt x="606" y="656"/>
                    </a:cubicBezTo>
                    <a:cubicBezTo>
                      <a:pt x="605" y="655"/>
                      <a:pt x="605" y="655"/>
                      <a:pt x="605" y="655"/>
                    </a:cubicBezTo>
                    <a:cubicBezTo>
                      <a:pt x="605" y="655"/>
                      <a:pt x="605" y="655"/>
                      <a:pt x="605" y="655"/>
                    </a:cubicBezTo>
                    <a:cubicBezTo>
                      <a:pt x="605" y="655"/>
                      <a:pt x="605" y="655"/>
                      <a:pt x="605" y="655"/>
                    </a:cubicBezTo>
                    <a:cubicBezTo>
                      <a:pt x="605" y="655"/>
                      <a:pt x="605" y="655"/>
                      <a:pt x="605" y="655"/>
                    </a:cubicBezTo>
                    <a:cubicBezTo>
                      <a:pt x="604" y="655"/>
                      <a:pt x="604" y="655"/>
                      <a:pt x="604" y="655"/>
                    </a:cubicBezTo>
                    <a:cubicBezTo>
                      <a:pt x="604" y="655"/>
                      <a:pt x="604" y="655"/>
                      <a:pt x="604" y="655"/>
                    </a:cubicBezTo>
                    <a:cubicBezTo>
                      <a:pt x="604" y="655"/>
                      <a:pt x="604" y="655"/>
                      <a:pt x="604" y="655"/>
                    </a:cubicBezTo>
                    <a:cubicBezTo>
                      <a:pt x="604" y="655"/>
                      <a:pt x="604" y="655"/>
                      <a:pt x="604" y="655"/>
                    </a:cubicBezTo>
                    <a:cubicBezTo>
                      <a:pt x="603" y="654"/>
                      <a:pt x="603" y="654"/>
                      <a:pt x="603" y="654"/>
                    </a:cubicBezTo>
                    <a:cubicBezTo>
                      <a:pt x="603" y="654"/>
                      <a:pt x="603" y="654"/>
                      <a:pt x="603" y="654"/>
                    </a:cubicBezTo>
                    <a:cubicBezTo>
                      <a:pt x="603" y="654"/>
                      <a:pt x="603" y="654"/>
                      <a:pt x="603" y="654"/>
                    </a:cubicBezTo>
                    <a:cubicBezTo>
                      <a:pt x="603" y="654"/>
                      <a:pt x="603" y="654"/>
                      <a:pt x="603" y="654"/>
                    </a:cubicBezTo>
                    <a:cubicBezTo>
                      <a:pt x="603" y="654"/>
                      <a:pt x="603" y="654"/>
                      <a:pt x="603" y="654"/>
                    </a:cubicBezTo>
                    <a:cubicBezTo>
                      <a:pt x="603" y="654"/>
                      <a:pt x="603" y="654"/>
                      <a:pt x="603" y="654"/>
                    </a:cubicBezTo>
                    <a:cubicBezTo>
                      <a:pt x="603" y="652"/>
                      <a:pt x="603" y="652"/>
                      <a:pt x="603" y="652"/>
                    </a:cubicBezTo>
                    <a:cubicBezTo>
                      <a:pt x="603" y="652"/>
                      <a:pt x="603" y="652"/>
                      <a:pt x="603" y="652"/>
                    </a:cubicBezTo>
                    <a:cubicBezTo>
                      <a:pt x="603" y="652"/>
                      <a:pt x="603" y="652"/>
                      <a:pt x="603" y="652"/>
                    </a:cubicBezTo>
                    <a:cubicBezTo>
                      <a:pt x="603" y="652"/>
                      <a:pt x="603" y="652"/>
                      <a:pt x="603" y="652"/>
                    </a:cubicBezTo>
                    <a:cubicBezTo>
                      <a:pt x="603" y="652"/>
                      <a:pt x="603" y="652"/>
                      <a:pt x="603" y="652"/>
                    </a:cubicBezTo>
                    <a:cubicBezTo>
                      <a:pt x="603" y="652"/>
                      <a:pt x="603" y="652"/>
                      <a:pt x="603" y="652"/>
                    </a:cubicBezTo>
                    <a:cubicBezTo>
                      <a:pt x="604" y="652"/>
                      <a:pt x="604" y="652"/>
                      <a:pt x="604" y="652"/>
                    </a:cubicBezTo>
                    <a:cubicBezTo>
                      <a:pt x="604" y="652"/>
                      <a:pt x="604" y="652"/>
                      <a:pt x="604" y="652"/>
                    </a:cubicBezTo>
                    <a:cubicBezTo>
                      <a:pt x="604" y="651"/>
                      <a:pt x="604" y="651"/>
                      <a:pt x="604" y="651"/>
                    </a:cubicBezTo>
                    <a:cubicBezTo>
                      <a:pt x="604" y="651"/>
                      <a:pt x="604" y="651"/>
                      <a:pt x="604" y="651"/>
                    </a:cubicBezTo>
                    <a:cubicBezTo>
                      <a:pt x="604" y="651"/>
                      <a:pt x="604" y="651"/>
                      <a:pt x="604" y="651"/>
                    </a:cubicBezTo>
                    <a:cubicBezTo>
                      <a:pt x="604" y="651"/>
                      <a:pt x="604" y="651"/>
                      <a:pt x="604" y="651"/>
                    </a:cubicBezTo>
                    <a:cubicBezTo>
                      <a:pt x="605" y="651"/>
                      <a:pt x="605" y="651"/>
                      <a:pt x="605" y="651"/>
                    </a:cubicBezTo>
                    <a:cubicBezTo>
                      <a:pt x="605" y="651"/>
                      <a:pt x="605" y="651"/>
                      <a:pt x="605" y="651"/>
                    </a:cubicBezTo>
                    <a:cubicBezTo>
                      <a:pt x="605" y="650"/>
                      <a:pt x="605" y="650"/>
                      <a:pt x="605" y="650"/>
                    </a:cubicBezTo>
                    <a:cubicBezTo>
                      <a:pt x="605" y="650"/>
                      <a:pt x="605" y="650"/>
                      <a:pt x="605" y="650"/>
                    </a:cubicBezTo>
                    <a:cubicBezTo>
                      <a:pt x="605" y="650"/>
                      <a:pt x="605" y="650"/>
                      <a:pt x="605" y="650"/>
                    </a:cubicBezTo>
                    <a:cubicBezTo>
                      <a:pt x="605" y="650"/>
                      <a:pt x="605" y="650"/>
                      <a:pt x="605" y="650"/>
                    </a:cubicBezTo>
                    <a:cubicBezTo>
                      <a:pt x="606" y="650"/>
                      <a:pt x="606" y="650"/>
                      <a:pt x="606" y="650"/>
                    </a:cubicBezTo>
                    <a:cubicBezTo>
                      <a:pt x="606" y="650"/>
                      <a:pt x="606" y="650"/>
                      <a:pt x="606" y="650"/>
                    </a:cubicBezTo>
                    <a:cubicBezTo>
                      <a:pt x="607" y="650"/>
                      <a:pt x="607" y="650"/>
                      <a:pt x="607" y="650"/>
                    </a:cubicBezTo>
                    <a:cubicBezTo>
                      <a:pt x="607" y="650"/>
                      <a:pt x="607" y="650"/>
                      <a:pt x="607" y="650"/>
                    </a:cubicBezTo>
                    <a:cubicBezTo>
                      <a:pt x="608" y="651"/>
                      <a:pt x="608" y="651"/>
                      <a:pt x="608" y="651"/>
                    </a:cubicBezTo>
                    <a:cubicBezTo>
                      <a:pt x="608" y="651"/>
                      <a:pt x="608" y="651"/>
                      <a:pt x="608" y="651"/>
                    </a:cubicBezTo>
                    <a:cubicBezTo>
                      <a:pt x="609" y="651"/>
                      <a:pt x="609" y="651"/>
                      <a:pt x="609" y="651"/>
                    </a:cubicBezTo>
                    <a:cubicBezTo>
                      <a:pt x="609" y="651"/>
                      <a:pt x="609" y="651"/>
                      <a:pt x="609" y="651"/>
                    </a:cubicBezTo>
                    <a:cubicBezTo>
                      <a:pt x="609" y="652"/>
                      <a:pt x="609" y="652"/>
                      <a:pt x="609" y="652"/>
                    </a:cubicBezTo>
                    <a:cubicBezTo>
                      <a:pt x="609" y="652"/>
                      <a:pt x="609" y="652"/>
                      <a:pt x="609" y="652"/>
                    </a:cubicBezTo>
                    <a:cubicBezTo>
                      <a:pt x="610" y="653"/>
                      <a:pt x="610" y="653"/>
                      <a:pt x="610" y="653"/>
                    </a:cubicBezTo>
                    <a:cubicBezTo>
                      <a:pt x="610" y="653"/>
                      <a:pt x="610" y="653"/>
                      <a:pt x="610" y="653"/>
                    </a:cubicBezTo>
                    <a:cubicBezTo>
                      <a:pt x="610" y="654"/>
                      <a:pt x="610" y="654"/>
                      <a:pt x="610" y="654"/>
                    </a:cubicBezTo>
                    <a:cubicBezTo>
                      <a:pt x="610" y="654"/>
                      <a:pt x="610" y="654"/>
                      <a:pt x="610" y="654"/>
                    </a:cubicBezTo>
                    <a:cubicBezTo>
                      <a:pt x="610" y="654"/>
                      <a:pt x="610" y="654"/>
                      <a:pt x="610" y="654"/>
                    </a:cubicBezTo>
                    <a:cubicBezTo>
                      <a:pt x="610" y="654"/>
                      <a:pt x="610" y="654"/>
                      <a:pt x="610" y="654"/>
                    </a:cubicBezTo>
                    <a:cubicBezTo>
                      <a:pt x="609" y="654"/>
                      <a:pt x="609" y="654"/>
                      <a:pt x="609" y="654"/>
                    </a:cubicBezTo>
                    <a:cubicBezTo>
                      <a:pt x="609" y="654"/>
                      <a:pt x="609" y="654"/>
                      <a:pt x="609" y="654"/>
                    </a:cubicBezTo>
                    <a:cubicBezTo>
                      <a:pt x="609" y="655"/>
                      <a:pt x="609" y="655"/>
                      <a:pt x="609" y="655"/>
                    </a:cubicBezTo>
                    <a:cubicBezTo>
                      <a:pt x="609" y="655"/>
                      <a:pt x="609" y="655"/>
                      <a:pt x="609" y="655"/>
                    </a:cubicBezTo>
                    <a:cubicBezTo>
                      <a:pt x="609" y="655"/>
                      <a:pt x="609" y="655"/>
                      <a:pt x="609" y="655"/>
                    </a:cubicBezTo>
                    <a:cubicBezTo>
                      <a:pt x="609" y="655"/>
                      <a:pt x="609" y="655"/>
                      <a:pt x="609" y="655"/>
                    </a:cubicBezTo>
                    <a:cubicBezTo>
                      <a:pt x="608" y="655"/>
                      <a:pt x="608" y="655"/>
                      <a:pt x="608" y="655"/>
                    </a:cubicBezTo>
                    <a:cubicBezTo>
                      <a:pt x="608" y="655"/>
                      <a:pt x="608" y="655"/>
                      <a:pt x="608" y="655"/>
                    </a:cubicBezTo>
                    <a:cubicBezTo>
                      <a:pt x="608" y="655"/>
                      <a:pt x="608" y="655"/>
                      <a:pt x="608" y="655"/>
                    </a:cubicBezTo>
                    <a:cubicBezTo>
                      <a:pt x="608" y="655"/>
                      <a:pt x="608" y="655"/>
                      <a:pt x="608" y="655"/>
                    </a:cubicBezTo>
                    <a:cubicBezTo>
                      <a:pt x="608" y="656"/>
                      <a:pt x="608" y="656"/>
                      <a:pt x="608" y="656"/>
                    </a:cubicBezTo>
                    <a:cubicBezTo>
                      <a:pt x="608" y="656"/>
                      <a:pt x="608" y="656"/>
                      <a:pt x="608" y="656"/>
                    </a:cubicBezTo>
                    <a:cubicBezTo>
                      <a:pt x="607" y="656"/>
                      <a:pt x="607" y="656"/>
                      <a:pt x="607" y="656"/>
                    </a:cubicBezTo>
                    <a:cubicBezTo>
                      <a:pt x="607" y="656"/>
                      <a:pt x="607" y="656"/>
                      <a:pt x="607" y="656"/>
                    </a:cubicBezTo>
                    <a:cubicBezTo>
                      <a:pt x="607" y="656"/>
                      <a:pt x="607" y="656"/>
                      <a:pt x="607" y="656"/>
                    </a:cubicBezTo>
                    <a:close/>
                    <a:moveTo>
                      <a:pt x="307" y="647"/>
                    </a:moveTo>
                    <a:cubicBezTo>
                      <a:pt x="307" y="647"/>
                      <a:pt x="307" y="647"/>
                      <a:pt x="307" y="647"/>
                    </a:cubicBezTo>
                    <a:cubicBezTo>
                      <a:pt x="307" y="647"/>
                      <a:pt x="307" y="647"/>
                      <a:pt x="307" y="647"/>
                    </a:cubicBezTo>
                    <a:cubicBezTo>
                      <a:pt x="307" y="646"/>
                      <a:pt x="307" y="646"/>
                      <a:pt x="307" y="646"/>
                    </a:cubicBezTo>
                    <a:cubicBezTo>
                      <a:pt x="307" y="646"/>
                      <a:pt x="307" y="646"/>
                      <a:pt x="307" y="646"/>
                    </a:cubicBezTo>
                    <a:cubicBezTo>
                      <a:pt x="307" y="646"/>
                      <a:pt x="307" y="646"/>
                      <a:pt x="307" y="646"/>
                    </a:cubicBezTo>
                    <a:cubicBezTo>
                      <a:pt x="307" y="646"/>
                      <a:pt x="307" y="646"/>
                      <a:pt x="307" y="646"/>
                    </a:cubicBezTo>
                    <a:cubicBezTo>
                      <a:pt x="307" y="646"/>
                      <a:pt x="307" y="646"/>
                      <a:pt x="307" y="646"/>
                    </a:cubicBezTo>
                    <a:cubicBezTo>
                      <a:pt x="307" y="646"/>
                      <a:pt x="307" y="646"/>
                      <a:pt x="307" y="646"/>
                    </a:cubicBezTo>
                    <a:cubicBezTo>
                      <a:pt x="307" y="645"/>
                      <a:pt x="307" y="645"/>
                      <a:pt x="307" y="645"/>
                    </a:cubicBezTo>
                    <a:cubicBezTo>
                      <a:pt x="307" y="645"/>
                      <a:pt x="307" y="645"/>
                      <a:pt x="307" y="645"/>
                    </a:cubicBezTo>
                    <a:cubicBezTo>
                      <a:pt x="307" y="645"/>
                      <a:pt x="307" y="645"/>
                      <a:pt x="307" y="645"/>
                    </a:cubicBezTo>
                    <a:cubicBezTo>
                      <a:pt x="307" y="645"/>
                      <a:pt x="307" y="645"/>
                      <a:pt x="307" y="645"/>
                    </a:cubicBezTo>
                    <a:cubicBezTo>
                      <a:pt x="307" y="645"/>
                      <a:pt x="307" y="645"/>
                      <a:pt x="307" y="645"/>
                    </a:cubicBezTo>
                    <a:cubicBezTo>
                      <a:pt x="307" y="645"/>
                      <a:pt x="307" y="645"/>
                      <a:pt x="307" y="645"/>
                    </a:cubicBezTo>
                    <a:cubicBezTo>
                      <a:pt x="307" y="644"/>
                      <a:pt x="307" y="644"/>
                      <a:pt x="307" y="644"/>
                    </a:cubicBezTo>
                    <a:cubicBezTo>
                      <a:pt x="307" y="644"/>
                      <a:pt x="307" y="644"/>
                      <a:pt x="307" y="644"/>
                    </a:cubicBezTo>
                    <a:cubicBezTo>
                      <a:pt x="312" y="642"/>
                      <a:pt x="312" y="642"/>
                      <a:pt x="312" y="642"/>
                    </a:cubicBezTo>
                    <a:cubicBezTo>
                      <a:pt x="312" y="642"/>
                      <a:pt x="312" y="642"/>
                      <a:pt x="312" y="642"/>
                    </a:cubicBezTo>
                    <a:cubicBezTo>
                      <a:pt x="312" y="643"/>
                      <a:pt x="312" y="643"/>
                      <a:pt x="312" y="643"/>
                    </a:cubicBezTo>
                    <a:cubicBezTo>
                      <a:pt x="312" y="643"/>
                      <a:pt x="312" y="643"/>
                      <a:pt x="312" y="643"/>
                    </a:cubicBezTo>
                    <a:cubicBezTo>
                      <a:pt x="311" y="644"/>
                      <a:pt x="311" y="644"/>
                      <a:pt x="311" y="644"/>
                    </a:cubicBezTo>
                    <a:cubicBezTo>
                      <a:pt x="311" y="644"/>
                      <a:pt x="311" y="644"/>
                      <a:pt x="311" y="644"/>
                    </a:cubicBezTo>
                    <a:cubicBezTo>
                      <a:pt x="310" y="644"/>
                      <a:pt x="310" y="644"/>
                      <a:pt x="310" y="644"/>
                    </a:cubicBezTo>
                    <a:cubicBezTo>
                      <a:pt x="310" y="644"/>
                      <a:pt x="310" y="644"/>
                      <a:pt x="310" y="644"/>
                    </a:cubicBezTo>
                    <a:cubicBezTo>
                      <a:pt x="310" y="645"/>
                      <a:pt x="310" y="645"/>
                      <a:pt x="310" y="645"/>
                    </a:cubicBezTo>
                    <a:cubicBezTo>
                      <a:pt x="310" y="645"/>
                      <a:pt x="310" y="645"/>
                      <a:pt x="310" y="645"/>
                    </a:cubicBezTo>
                    <a:cubicBezTo>
                      <a:pt x="309" y="646"/>
                      <a:pt x="309" y="646"/>
                      <a:pt x="309" y="646"/>
                    </a:cubicBezTo>
                    <a:cubicBezTo>
                      <a:pt x="309" y="646"/>
                      <a:pt x="309" y="646"/>
                      <a:pt x="309" y="646"/>
                    </a:cubicBezTo>
                    <a:cubicBezTo>
                      <a:pt x="308" y="646"/>
                      <a:pt x="308" y="646"/>
                      <a:pt x="308" y="646"/>
                    </a:cubicBezTo>
                    <a:cubicBezTo>
                      <a:pt x="308" y="646"/>
                      <a:pt x="308" y="646"/>
                      <a:pt x="308" y="646"/>
                    </a:cubicBezTo>
                    <a:cubicBezTo>
                      <a:pt x="308" y="647"/>
                      <a:pt x="308" y="647"/>
                      <a:pt x="308" y="647"/>
                    </a:cubicBezTo>
                    <a:cubicBezTo>
                      <a:pt x="308" y="647"/>
                      <a:pt x="308" y="647"/>
                      <a:pt x="308" y="647"/>
                    </a:cubicBezTo>
                    <a:cubicBezTo>
                      <a:pt x="307" y="647"/>
                      <a:pt x="307" y="647"/>
                      <a:pt x="307" y="647"/>
                    </a:cubicBezTo>
                    <a:close/>
                    <a:moveTo>
                      <a:pt x="601" y="645"/>
                    </a:moveTo>
                    <a:cubicBezTo>
                      <a:pt x="601" y="645"/>
                      <a:pt x="601" y="645"/>
                      <a:pt x="601" y="645"/>
                    </a:cubicBezTo>
                    <a:close/>
                    <a:moveTo>
                      <a:pt x="217" y="632"/>
                    </a:moveTo>
                    <a:cubicBezTo>
                      <a:pt x="217" y="632"/>
                      <a:pt x="217" y="632"/>
                      <a:pt x="217" y="632"/>
                    </a:cubicBezTo>
                    <a:cubicBezTo>
                      <a:pt x="217" y="632"/>
                      <a:pt x="217" y="632"/>
                      <a:pt x="217" y="632"/>
                    </a:cubicBezTo>
                    <a:cubicBezTo>
                      <a:pt x="217" y="631"/>
                      <a:pt x="217" y="631"/>
                      <a:pt x="217" y="631"/>
                    </a:cubicBezTo>
                    <a:cubicBezTo>
                      <a:pt x="217" y="631"/>
                      <a:pt x="217" y="631"/>
                      <a:pt x="217" y="631"/>
                    </a:cubicBezTo>
                    <a:cubicBezTo>
                      <a:pt x="217" y="631"/>
                      <a:pt x="217" y="631"/>
                      <a:pt x="217" y="631"/>
                    </a:cubicBezTo>
                    <a:cubicBezTo>
                      <a:pt x="217" y="631"/>
                      <a:pt x="217" y="631"/>
                      <a:pt x="217" y="631"/>
                    </a:cubicBezTo>
                    <a:cubicBezTo>
                      <a:pt x="217" y="630"/>
                      <a:pt x="217" y="630"/>
                      <a:pt x="217" y="630"/>
                    </a:cubicBezTo>
                    <a:cubicBezTo>
                      <a:pt x="217" y="630"/>
                      <a:pt x="217" y="630"/>
                      <a:pt x="217" y="630"/>
                    </a:cubicBezTo>
                    <a:cubicBezTo>
                      <a:pt x="218" y="630"/>
                      <a:pt x="218" y="630"/>
                      <a:pt x="218" y="630"/>
                    </a:cubicBezTo>
                    <a:cubicBezTo>
                      <a:pt x="218" y="630"/>
                      <a:pt x="218" y="630"/>
                      <a:pt x="218" y="630"/>
                    </a:cubicBezTo>
                    <a:cubicBezTo>
                      <a:pt x="218" y="629"/>
                      <a:pt x="218" y="629"/>
                      <a:pt x="218" y="629"/>
                    </a:cubicBezTo>
                    <a:cubicBezTo>
                      <a:pt x="218" y="629"/>
                      <a:pt x="218" y="629"/>
                      <a:pt x="218" y="629"/>
                    </a:cubicBezTo>
                    <a:cubicBezTo>
                      <a:pt x="218" y="629"/>
                      <a:pt x="218" y="629"/>
                      <a:pt x="218" y="629"/>
                    </a:cubicBezTo>
                    <a:cubicBezTo>
                      <a:pt x="218" y="629"/>
                      <a:pt x="218" y="629"/>
                      <a:pt x="218" y="629"/>
                    </a:cubicBezTo>
                    <a:cubicBezTo>
                      <a:pt x="218" y="628"/>
                      <a:pt x="218" y="628"/>
                      <a:pt x="218" y="628"/>
                    </a:cubicBezTo>
                    <a:cubicBezTo>
                      <a:pt x="218" y="628"/>
                      <a:pt x="218" y="628"/>
                      <a:pt x="218" y="628"/>
                    </a:cubicBezTo>
                    <a:cubicBezTo>
                      <a:pt x="217" y="628"/>
                      <a:pt x="217" y="628"/>
                      <a:pt x="217" y="628"/>
                    </a:cubicBezTo>
                    <a:cubicBezTo>
                      <a:pt x="217" y="628"/>
                      <a:pt x="217" y="628"/>
                      <a:pt x="217" y="628"/>
                    </a:cubicBezTo>
                    <a:cubicBezTo>
                      <a:pt x="217" y="628"/>
                      <a:pt x="217" y="628"/>
                      <a:pt x="217" y="628"/>
                    </a:cubicBezTo>
                    <a:cubicBezTo>
                      <a:pt x="217" y="628"/>
                      <a:pt x="217" y="628"/>
                      <a:pt x="217" y="628"/>
                    </a:cubicBezTo>
                    <a:cubicBezTo>
                      <a:pt x="217" y="627"/>
                      <a:pt x="217" y="627"/>
                      <a:pt x="217" y="627"/>
                    </a:cubicBezTo>
                    <a:cubicBezTo>
                      <a:pt x="217" y="627"/>
                      <a:pt x="217" y="627"/>
                      <a:pt x="217" y="627"/>
                    </a:cubicBezTo>
                    <a:cubicBezTo>
                      <a:pt x="217" y="627"/>
                      <a:pt x="217" y="627"/>
                      <a:pt x="217" y="627"/>
                    </a:cubicBezTo>
                    <a:cubicBezTo>
                      <a:pt x="217" y="627"/>
                      <a:pt x="217" y="627"/>
                      <a:pt x="217" y="627"/>
                    </a:cubicBezTo>
                    <a:cubicBezTo>
                      <a:pt x="216" y="627"/>
                      <a:pt x="216" y="627"/>
                      <a:pt x="216" y="627"/>
                    </a:cubicBezTo>
                    <a:cubicBezTo>
                      <a:pt x="216" y="627"/>
                      <a:pt x="216" y="627"/>
                      <a:pt x="216" y="627"/>
                    </a:cubicBezTo>
                    <a:cubicBezTo>
                      <a:pt x="216" y="626"/>
                      <a:pt x="216" y="626"/>
                      <a:pt x="216" y="626"/>
                    </a:cubicBezTo>
                    <a:cubicBezTo>
                      <a:pt x="216" y="626"/>
                      <a:pt x="216" y="626"/>
                      <a:pt x="216" y="626"/>
                    </a:cubicBezTo>
                    <a:cubicBezTo>
                      <a:pt x="216" y="626"/>
                      <a:pt x="216" y="626"/>
                      <a:pt x="216" y="626"/>
                    </a:cubicBezTo>
                    <a:cubicBezTo>
                      <a:pt x="216" y="626"/>
                      <a:pt x="216" y="626"/>
                      <a:pt x="216" y="626"/>
                    </a:cubicBezTo>
                    <a:cubicBezTo>
                      <a:pt x="216" y="625"/>
                      <a:pt x="216" y="625"/>
                      <a:pt x="216" y="625"/>
                    </a:cubicBezTo>
                    <a:cubicBezTo>
                      <a:pt x="216" y="625"/>
                      <a:pt x="216" y="625"/>
                      <a:pt x="216" y="625"/>
                    </a:cubicBezTo>
                    <a:cubicBezTo>
                      <a:pt x="211" y="621"/>
                      <a:pt x="211" y="621"/>
                      <a:pt x="211" y="621"/>
                    </a:cubicBezTo>
                    <a:cubicBezTo>
                      <a:pt x="211" y="621"/>
                      <a:pt x="211" y="621"/>
                      <a:pt x="211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10" y="619"/>
                      <a:pt x="210" y="619"/>
                      <a:pt x="210" y="619"/>
                    </a:cubicBezTo>
                    <a:cubicBezTo>
                      <a:pt x="210" y="619"/>
                      <a:pt x="210" y="619"/>
                      <a:pt x="210" y="619"/>
                    </a:cubicBezTo>
                    <a:cubicBezTo>
                      <a:pt x="213" y="619"/>
                      <a:pt x="213" y="619"/>
                      <a:pt x="213" y="619"/>
                    </a:cubicBezTo>
                    <a:cubicBezTo>
                      <a:pt x="213" y="619"/>
                      <a:pt x="213" y="619"/>
                      <a:pt x="213" y="619"/>
                    </a:cubicBezTo>
                    <a:cubicBezTo>
                      <a:pt x="215" y="620"/>
                      <a:pt x="215" y="620"/>
                      <a:pt x="215" y="620"/>
                    </a:cubicBezTo>
                    <a:cubicBezTo>
                      <a:pt x="215" y="620"/>
                      <a:pt x="215" y="620"/>
                      <a:pt x="215" y="620"/>
                    </a:cubicBezTo>
                    <a:cubicBezTo>
                      <a:pt x="217" y="620"/>
                      <a:pt x="217" y="620"/>
                      <a:pt x="217" y="620"/>
                    </a:cubicBezTo>
                    <a:cubicBezTo>
                      <a:pt x="217" y="620"/>
                      <a:pt x="217" y="620"/>
                      <a:pt x="217" y="620"/>
                    </a:cubicBezTo>
                    <a:cubicBezTo>
                      <a:pt x="220" y="621"/>
                      <a:pt x="220" y="621"/>
                      <a:pt x="220" y="621"/>
                    </a:cubicBezTo>
                    <a:cubicBezTo>
                      <a:pt x="220" y="621"/>
                      <a:pt x="220" y="621"/>
                      <a:pt x="220" y="621"/>
                    </a:cubicBezTo>
                    <a:cubicBezTo>
                      <a:pt x="222" y="622"/>
                      <a:pt x="222" y="622"/>
                      <a:pt x="222" y="622"/>
                    </a:cubicBezTo>
                    <a:cubicBezTo>
                      <a:pt x="222" y="622"/>
                      <a:pt x="222" y="622"/>
                      <a:pt x="222" y="622"/>
                    </a:cubicBezTo>
                    <a:cubicBezTo>
                      <a:pt x="224" y="623"/>
                      <a:pt x="224" y="623"/>
                      <a:pt x="224" y="623"/>
                    </a:cubicBezTo>
                    <a:cubicBezTo>
                      <a:pt x="224" y="623"/>
                      <a:pt x="224" y="623"/>
                      <a:pt x="224" y="623"/>
                    </a:cubicBezTo>
                    <a:cubicBezTo>
                      <a:pt x="226" y="624"/>
                      <a:pt x="226" y="624"/>
                      <a:pt x="226" y="624"/>
                    </a:cubicBezTo>
                    <a:cubicBezTo>
                      <a:pt x="226" y="624"/>
                      <a:pt x="226" y="624"/>
                      <a:pt x="226" y="624"/>
                    </a:cubicBezTo>
                    <a:cubicBezTo>
                      <a:pt x="228" y="626"/>
                      <a:pt x="228" y="626"/>
                      <a:pt x="228" y="626"/>
                    </a:cubicBezTo>
                    <a:cubicBezTo>
                      <a:pt x="228" y="626"/>
                      <a:pt x="228" y="626"/>
                      <a:pt x="228" y="626"/>
                    </a:cubicBezTo>
                    <a:cubicBezTo>
                      <a:pt x="228" y="626"/>
                      <a:pt x="228" y="626"/>
                      <a:pt x="228" y="626"/>
                    </a:cubicBezTo>
                    <a:cubicBezTo>
                      <a:pt x="228" y="626"/>
                      <a:pt x="228" y="626"/>
                      <a:pt x="228" y="626"/>
                    </a:cubicBezTo>
                    <a:cubicBezTo>
                      <a:pt x="229" y="627"/>
                      <a:pt x="229" y="627"/>
                      <a:pt x="229" y="627"/>
                    </a:cubicBezTo>
                    <a:cubicBezTo>
                      <a:pt x="229" y="627"/>
                      <a:pt x="229" y="627"/>
                      <a:pt x="229" y="627"/>
                    </a:cubicBezTo>
                    <a:cubicBezTo>
                      <a:pt x="229" y="627"/>
                      <a:pt x="229" y="627"/>
                      <a:pt x="229" y="627"/>
                    </a:cubicBezTo>
                    <a:cubicBezTo>
                      <a:pt x="229" y="627"/>
                      <a:pt x="229" y="627"/>
                      <a:pt x="229" y="627"/>
                    </a:cubicBezTo>
                    <a:cubicBezTo>
                      <a:pt x="229" y="628"/>
                      <a:pt x="229" y="628"/>
                      <a:pt x="229" y="628"/>
                    </a:cubicBezTo>
                    <a:cubicBezTo>
                      <a:pt x="229" y="628"/>
                      <a:pt x="229" y="628"/>
                      <a:pt x="229" y="628"/>
                    </a:cubicBezTo>
                    <a:cubicBezTo>
                      <a:pt x="230" y="628"/>
                      <a:pt x="230" y="628"/>
                      <a:pt x="230" y="628"/>
                    </a:cubicBezTo>
                    <a:cubicBezTo>
                      <a:pt x="230" y="628"/>
                      <a:pt x="230" y="628"/>
                      <a:pt x="230" y="628"/>
                    </a:cubicBezTo>
                    <a:cubicBezTo>
                      <a:pt x="230" y="629"/>
                      <a:pt x="230" y="629"/>
                      <a:pt x="230" y="629"/>
                    </a:cubicBezTo>
                    <a:cubicBezTo>
                      <a:pt x="230" y="629"/>
                      <a:pt x="230" y="629"/>
                      <a:pt x="230" y="629"/>
                    </a:cubicBezTo>
                    <a:cubicBezTo>
                      <a:pt x="230" y="629"/>
                      <a:pt x="230" y="629"/>
                      <a:pt x="230" y="629"/>
                    </a:cubicBezTo>
                    <a:cubicBezTo>
                      <a:pt x="230" y="629"/>
                      <a:pt x="230" y="629"/>
                      <a:pt x="230" y="629"/>
                    </a:cubicBezTo>
                    <a:cubicBezTo>
                      <a:pt x="230" y="630"/>
                      <a:pt x="230" y="630"/>
                      <a:pt x="230" y="630"/>
                    </a:cubicBezTo>
                    <a:cubicBezTo>
                      <a:pt x="230" y="630"/>
                      <a:pt x="230" y="630"/>
                      <a:pt x="230" y="630"/>
                    </a:cubicBezTo>
                    <a:cubicBezTo>
                      <a:pt x="229" y="631"/>
                      <a:pt x="229" y="631"/>
                      <a:pt x="229" y="631"/>
                    </a:cubicBezTo>
                    <a:cubicBezTo>
                      <a:pt x="229" y="631"/>
                      <a:pt x="229" y="631"/>
                      <a:pt x="229" y="631"/>
                    </a:cubicBezTo>
                    <a:cubicBezTo>
                      <a:pt x="227" y="632"/>
                      <a:pt x="227" y="632"/>
                      <a:pt x="227" y="632"/>
                    </a:cubicBezTo>
                    <a:cubicBezTo>
                      <a:pt x="227" y="632"/>
                      <a:pt x="227" y="632"/>
                      <a:pt x="227" y="632"/>
                    </a:cubicBezTo>
                    <a:cubicBezTo>
                      <a:pt x="226" y="632"/>
                      <a:pt x="226" y="632"/>
                      <a:pt x="226" y="632"/>
                    </a:cubicBezTo>
                    <a:cubicBezTo>
                      <a:pt x="226" y="632"/>
                      <a:pt x="226" y="632"/>
                      <a:pt x="226" y="632"/>
                    </a:cubicBezTo>
                    <a:cubicBezTo>
                      <a:pt x="224" y="632"/>
                      <a:pt x="224" y="632"/>
                      <a:pt x="224" y="632"/>
                    </a:cubicBezTo>
                    <a:cubicBezTo>
                      <a:pt x="224" y="632"/>
                      <a:pt x="224" y="632"/>
                      <a:pt x="224" y="632"/>
                    </a:cubicBezTo>
                    <a:cubicBezTo>
                      <a:pt x="222" y="632"/>
                      <a:pt x="222" y="632"/>
                      <a:pt x="222" y="632"/>
                    </a:cubicBezTo>
                    <a:cubicBezTo>
                      <a:pt x="222" y="632"/>
                      <a:pt x="222" y="632"/>
                      <a:pt x="222" y="632"/>
                    </a:cubicBezTo>
                    <a:cubicBezTo>
                      <a:pt x="220" y="632"/>
                      <a:pt x="220" y="632"/>
                      <a:pt x="220" y="632"/>
                    </a:cubicBezTo>
                    <a:cubicBezTo>
                      <a:pt x="220" y="632"/>
                      <a:pt x="220" y="632"/>
                      <a:pt x="220" y="632"/>
                    </a:cubicBezTo>
                    <a:cubicBezTo>
                      <a:pt x="218" y="632"/>
                      <a:pt x="218" y="632"/>
                      <a:pt x="218" y="632"/>
                    </a:cubicBezTo>
                    <a:cubicBezTo>
                      <a:pt x="218" y="632"/>
                      <a:pt x="218" y="632"/>
                      <a:pt x="218" y="632"/>
                    </a:cubicBezTo>
                    <a:cubicBezTo>
                      <a:pt x="217" y="632"/>
                      <a:pt x="217" y="632"/>
                      <a:pt x="217" y="632"/>
                    </a:cubicBezTo>
                    <a:close/>
                    <a:moveTo>
                      <a:pt x="179" y="574"/>
                    </a:moveTo>
                    <a:cubicBezTo>
                      <a:pt x="174" y="578"/>
                      <a:pt x="174" y="578"/>
                      <a:pt x="174" y="578"/>
                    </a:cubicBezTo>
                    <a:cubicBezTo>
                      <a:pt x="164" y="563"/>
                      <a:pt x="164" y="563"/>
                      <a:pt x="164" y="563"/>
                    </a:cubicBezTo>
                    <a:cubicBezTo>
                      <a:pt x="181" y="551"/>
                      <a:pt x="181" y="551"/>
                      <a:pt x="181" y="551"/>
                    </a:cubicBezTo>
                    <a:cubicBezTo>
                      <a:pt x="190" y="565"/>
                      <a:pt x="190" y="565"/>
                      <a:pt x="190" y="565"/>
                    </a:cubicBezTo>
                    <a:cubicBezTo>
                      <a:pt x="192" y="567"/>
                      <a:pt x="193" y="569"/>
                      <a:pt x="193" y="571"/>
                    </a:cubicBezTo>
                    <a:cubicBezTo>
                      <a:pt x="194" y="572"/>
                      <a:pt x="194" y="574"/>
                      <a:pt x="194" y="576"/>
                    </a:cubicBezTo>
                    <a:cubicBezTo>
                      <a:pt x="194" y="578"/>
                      <a:pt x="193" y="580"/>
                      <a:pt x="192" y="582"/>
                    </a:cubicBezTo>
                    <a:cubicBezTo>
                      <a:pt x="190" y="585"/>
                      <a:pt x="188" y="586"/>
                      <a:pt x="185" y="588"/>
                    </a:cubicBezTo>
                    <a:cubicBezTo>
                      <a:pt x="180" y="592"/>
                      <a:pt x="176" y="593"/>
                      <a:pt x="172" y="593"/>
                    </a:cubicBezTo>
                    <a:cubicBezTo>
                      <a:pt x="168" y="592"/>
                      <a:pt x="164" y="589"/>
                      <a:pt x="161" y="585"/>
                    </a:cubicBezTo>
                    <a:cubicBezTo>
                      <a:pt x="152" y="571"/>
                      <a:pt x="152" y="571"/>
                      <a:pt x="152" y="571"/>
                    </a:cubicBezTo>
                    <a:cubicBezTo>
                      <a:pt x="157" y="568"/>
                      <a:pt x="157" y="568"/>
                      <a:pt x="157" y="568"/>
                    </a:cubicBezTo>
                    <a:cubicBezTo>
                      <a:pt x="166" y="581"/>
                      <a:pt x="166" y="581"/>
                      <a:pt x="166" y="581"/>
                    </a:cubicBezTo>
                    <a:cubicBezTo>
                      <a:pt x="168" y="584"/>
                      <a:pt x="170" y="585"/>
                      <a:pt x="172" y="585"/>
                    </a:cubicBezTo>
                    <a:cubicBezTo>
                      <a:pt x="174" y="585"/>
                      <a:pt x="177" y="584"/>
                      <a:pt x="181" y="582"/>
                    </a:cubicBezTo>
                    <a:cubicBezTo>
                      <a:pt x="184" y="579"/>
                      <a:pt x="186" y="577"/>
                      <a:pt x="186" y="575"/>
                    </a:cubicBezTo>
                    <a:cubicBezTo>
                      <a:pt x="187" y="573"/>
                      <a:pt x="187" y="571"/>
                      <a:pt x="185" y="568"/>
                    </a:cubicBezTo>
                    <a:cubicBezTo>
                      <a:pt x="180" y="561"/>
                      <a:pt x="180" y="561"/>
                      <a:pt x="180" y="561"/>
                    </a:cubicBezTo>
                    <a:cubicBezTo>
                      <a:pt x="173" y="566"/>
                      <a:pt x="173" y="566"/>
                      <a:pt x="173" y="566"/>
                    </a:cubicBezTo>
                    <a:cubicBezTo>
                      <a:pt x="179" y="574"/>
                      <a:pt x="179" y="574"/>
                      <a:pt x="179" y="574"/>
                    </a:cubicBezTo>
                    <a:close/>
                    <a:moveTo>
                      <a:pt x="143" y="556"/>
                    </a:moveTo>
                    <a:cubicBezTo>
                      <a:pt x="162" y="546"/>
                      <a:pt x="162" y="546"/>
                      <a:pt x="162" y="546"/>
                    </a:cubicBezTo>
                    <a:cubicBezTo>
                      <a:pt x="165" y="545"/>
                      <a:pt x="166" y="543"/>
                      <a:pt x="167" y="541"/>
                    </a:cubicBezTo>
                    <a:cubicBezTo>
                      <a:pt x="168" y="540"/>
                      <a:pt x="167" y="537"/>
                      <a:pt x="166" y="535"/>
                    </a:cubicBezTo>
                    <a:cubicBezTo>
                      <a:pt x="165" y="532"/>
                      <a:pt x="163" y="531"/>
                      <a:pt x="162" y="530"/>
                    </a:cubicBezTo>
                    <a:cubicBezTo>
                      <a:pt x="160" y="530"/>
                      <a:pt x="158" y="530"/>
                      <a:pt x="155" y="532"/>
                    </a:cubicBezTo>
                    <a:cubicBezTo>
                      <a:pt x="136" y="541"/>
                      <a:pt x="136" y="541"/>
                      <a:pt x="136" y="541"/>
                    </a:cubicBezTo>
                    <a:cubicBezTo>
                      <a:pt x="132" y="535"/>
                      <a:pt x="132" y="535"/>
                      <a:pt x="132" y="535"/>
                    </a:cubicBezTo>
                    <a:cubicBezTo>
                      <a:pt x="151" y="525"/>
                      <a:pt x="151" y="525"/>
                      <a:pt x="151" y="525"/>
                    </a:cubicBezTo>
                    <a:cubicBezTo>
                      <a:pt x="154" y="524"/>
                      <a:pt x="155" y="523"/>
                      <a:pt x="157" y="523"/>
                    </a:cubicBezTo>
                    <a:cubicBezTo>
                      <a:pt x="158" y="522"/>
                      <a:pt x="160" y="522"/>
                      <a:pt x="161" y="522"/>
                    </a:cubicBezTo>
                    <a:cubicBezTo>
                      <a:pt x="163" y="523"/>
                      <a:pt x="165" y="524"/>
                      <a:pt x="166" y="526"/>
                    </a:cubicBezTo>
                    <a:cubicBezTo>
                      <a:pt x="168" y="527"/>
                      <a:pt x="170" y="529"/>
                      <a:pt x="171" y="532"/>
                    </a:cubicBezTo>
                    <a:cubicBezTo>
                      <a:pt x="173" y="535"/>
                      <a:pt x="173" y="538"/>
                      <a:pt x="174" y="540"/>
                    </a:cubicBezTo>
                    <a:cubicBezTo>
                      <a:pt x="174" y="542"/>
                      <a:pt x="174" y="544"/>
                      <a:pt x="173" y="546"/>
                    </a:cubicBezTo>
                    <a:cubicBezTo>
                      <a:pt x="172" y="547"/>
                      <a:pt x="172" y="548"/>
                      <a:pt x="170" y="549"/>
                    </a:cubicBezTo>
                    <a:cubicBezTo>
                      <a:pt x="169" y="550"/>
                      <a:pt x="168" y="551"/>
                      <a:pt x="165" y="553"/>
                    </a:cubicBezTo>
                    <a:cubicBezTo>
                      <a:pt x="146" y="562"/>
                      <a:pt x="146" y="562"/>
                      <a:pt x="146" y="562"/>
                    </a:cubicBezTo>
                    <a:cubicBezTo>
                      <a:pt x="143" y="556"/>
                      <a:pt x="143" y="556"/>
                      <a:pt x="143" y="556"/>
                    </a:cubicBezTo>
                    <a:close/>
                    <a:moveTo>
                      <a:pt x="130" y="509"/>
                    </a:moveTo>
                    <a:cubicBezTo>
                      <a:pt x="141" y="499"/>
                      <a:pt x="141" y="499"/>
                      <a:pt x="141" y="499"/>
                    </a:cubicBezTo>
                    <a:cubicBezTo>
                      <a:pt x="145" y="509"/>
                      <a:pt x="145" y="509"/>
                      <a:pt x="145" y="509"/>
                    </a:cubicBezTo>
                    <a:cubicBezTo>
                      <a:pt x="130" y="509"/>
                      <a:pt x="130" y="509"/>
                      <a:pt x="130" y="509"/>
                    </a:cubicBezTo>
                    <a:close/>
                    <a:moveTo>
                      <a:pt x="125" y="514"/>
                    </a:move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3" y="489"/>
                      <a:pt x="153" y="489"/>
                      <a:pt x="153" y="489"/>
                    </a:cubicBezTo>
                    <a:cubicBezTo>
                      <a:pt x="147" y="495"/>
                      <a:pt x="147" y="495"/>
                      <a:pt x="147" y="495"/>
                    </a:cubicBezTo>
                    <a:cubicBezTo>
                      <a:pt x="152" y="509"/>
                      <a:pt x="152" y="509"/>
                      <a:pt x="152" y="509"/>
                    </a:cubicBezTo>
                    <a:cubicBezTo>
                      <a:pt x="160" y="510"/>
                      <a:pt x="160" y="510"/>
                      <a:pt x="160" y="510"/>
                    </a:cubicBezTo>
                    <a:cubicBezTo>
                      <a:pt x="163" y="517"/>
                      <a:pt x="163" y="517"/>
                      <a:pt x="163" y="517"/>
                    </a:cubicBezTo>
                    <a:cubicBezTo>
                      <a:pt x="125" y="514"/>
                      <a:pt x="125" y="514"/>
                      <a:pt x="125" y="514"/>
                    </a:cubicBezTo>
                    <a:close/>
                    <a:moveTo>
                      <a:pt x="115" y="485"/>
                    </a:moveTo>
                    <a:cubicBezTo>
                      <a:pt x="113" y="475"/>
                      <a:pt x="113" y="475"/>
                      <a:pt x="113" y="475"/>
                    </a:cubicBezTo>
                    <a:cubicBezTo>
                      <a:pt x="135" y="456"/>
                      <a:pt x="135" y="456"/>
                      <a:pt x="135" y="456"/>
                    </a:cubicBezTo>
                    <a:cubicBezTo>
                      <a:pt x="111" y="461"/>
                      <a:pt x="111" y="461"/>
                      <a:pt x="111" y="461"/>
                    </a:cubicBezTo>
                    <a:cubicBezTo>
                      <a:pt x="109" y="454"/>
                      <a:pt x="109" y="454"/>
                      <a:pt x="109" y="454"/>
                    </a:cubicBezTo>
                    <a:cubicBezTo>
                      <a:pt x="144" y="447"/>
                      <a:pt x="144" y="447"/>
                      <a:pt x="144" y="447"/>
                    </a:cubicBezTo>
                    <a:cubicBezTo>
                      <a:pt x="145" y="456"/>
                      <a:pt x="145" y="456"/>
                      <a:pt x="145" y="456"/>
                    </a:cubicBezTo>
                    <a:cubicBezTo>
                      <a:pt x="122" y="476"/>
                      <a:pt x="122" y="476"/>
                      <a:pt x="122" y="476"/>
                    </a:cubicBezTo>
                    <a:cubicBezTo>
                      <a:pt x="148" y="471"/>
                      <a:pt x="148" y="471"/>
                      <a:pt x="148" y="471"/>
                    </a:cubicBezTo>
                    <a:cubicBezTo>
                      <a:pt x="149" y="478"/>
                      <a:pt x="149" y="478"/>
                      <a:pt x="149" y="478"/>
                    </a:cubicBezTo>
                    <a:cubicBezTo>
                      <a:pt x="115" y="485"/>
                      <a:pt x="115" y="485"/>
                      <a:pt x="115" y="485"/>
                    </a:cubicBezTo>
                    <a:close/>
                    <a:moveTo>
                      <a:pt x="128" y="427"/>
                    </a:moveTo>
                    <a:cubicBezTo>
                      <a:pt x="121" y="427"/>
                      <a:pt x="121" y="427"/>
                      <a:pt x="121" y="427"/>
                    </a:cubicBezTo>
                    <a:cubicBezTo>
                      <a:pt x="121" y="410"/>
                      <a:pt x="121" y="410"/>
                      <a:pt x="121" y="410"/>
                    </a:cubicBezTo>
                    <a:cubicBezTo>
                      <a:pt x="142" y="409"/>
                      <a:pt x="142" y="409"/>
                      <a:pt x="142" y="409"/>
                    </a:cubicBezTo>
                    <a:cubicBezTo>
                      <a:pt x="142" y="425"/>
                      <a:pt x="142" y="425"/>
                      <a:pt x="142" y="425"/>
                    </a:cubicBezTo>
                    <a:cubicBezTo>
                      <a:pt x="142" y="428"/>
                      <a:pt x="142" y="431"/>
                      <a:pt x="142" y="432"/>
                    </a:cubicBezTo>
                    <a:cubicBezTo>
                      <a:pt x="141" y="434"/>
                      <a:pt x="140" y="435"/>
                      <a:pt x="139" y="437"/>
                    </a:cubicBezTo>
                    <a:cubicBezTo>
                      <a:pt x="138" y="439"/>
                      <a:pt x="136" y="440"/>
                      <a:pt x="134" y="441"/>
                    </a:cubicBezTo>
                    <a:cubicBezTo>
                      <a:pt x="132" y="442"/>
                      <a:pt x="129" y="442"/>
                      <a:pt x="126" y="443"/>
                    </a:cubicBezTo>
                    <a:cubicBezTo>
                      <a:pt x="119" y="443"/>
                      <a:pt x="115" y="441"/>
                      <a:pt x="112" y="439"/>
                    </a:cubicBezTo>
                    <a:cubicBezTo>
                      <a:pt x="109" y="436"/>
                      <a:pt x="107" y="432"/>
                      <a:pt x="107" y="426"/>
                    </a:cubicBezTo>
                    <a:cubicBezTo>
                      <a:pt x="107" y="410"/>
                      <a:pt x="107" y="410"/>
                      <a:pt x="107" y="410"/>
                    </a:cubicBezTo>
                    <a:cubicBezTo>
                      <a:pt x="113" y="410"/>
                      <a:pt x="113" y="410"/>
                      <a:pt x="113" y="410"/>
                    </a:cubicBezTo>
                    <a:cubicBezTo>
                      <a:pt x="113" y="426"/>
                      <a:pt x="113" y="426"/>
                      <a:pt x="113" y="426"/>
                    </a:cubicBezTo>
                    <a:cubicBezTo>
                      <a:pt x="113" y="429"/>
                      <a:pt x="114" y="431"/>
                      <a:pt x="116" y="432"/>
                    </a:cubicBezTo>
                    <a:cubicBezTo>
                      <a:pt x="118" y="434"/>
                      <a:pt x="121" y="434"/>
                      <a:pt x="125" y="434"/>
                    </a:cubicBezTo>
                    <a:cubicBezTo>
                      <a:pt x="129" y="434"/>
                      <a:pt x="132" y="433"/>
                      <a:pt x="133" y="432"/>
                    </a:cubicBezTo>
                    <a:cubicBezTo>
                      <a:pt x="135" y="431"/>
                      <a:pt x="136" y="428"/>
                      <a:pt x="136" y="425"/>
                    </a:cubicBezTo>
                    <a:cubicBezTo>
                      <a:pt x="136" y="417"/>
                      <a:pt x="136" y="417"/>
                      <a:pt x="136" y="417"/>
                    </a:cubicBezTo>
                    <a:cubicBezTo>
                      <a:pt x="127" y="417"/>
                      <a:pt x="127" y="417"/>
                      <a:pt x="127" y="417"/>
                    </a:cubicBezTo>
                    <a:cubicBezTo>
                      <a:pt x="128" y="427"/>
                      <a:pt x="128" y="427"/>
                      <a:pt x="128" y="427"/>
                    </a:cubicBezTo>
                    <a:close/>
                    <a:moveTo>
                      <a:pt x="115" y="385"/>
                    </a:moveTo>
                    <a:cubicBezTo>
                      <a:pt x="115" y="385"/>
                      <a:pt x="115" y="385"/>
                      <a:pt x="115" y="385"/>
                    </a:cubicBezTo>
                    <a:cubicBezTo>
                      <a:pt x="115" y="382"/>
                      <a:pt x="116" y="379"/>
                      <a:pt x="117" y="378"/>
                    </a:cubicBezTo>
                    <a:cubicBezTo>
                      <a:pt x="119" y="377"/>
                      <a:pt x="122" y="377"/>
                      <a:pt x="127" y="377"/>
                    </a:cubicBezTo>
                    <a:cubicBezTo>
                      <a:pt x="131" y="377"/>
                      <a:pt x="134" y="378"/>
                      <a:pt x="135" y="379"/>
                    </a:cubicBezTo>
                    <a:cubicBezTo>
                      <a:pt x="137" y="381"/>
                      <a:pt x="138" y="383"/>
                      <a:pt x="137" y="386"/>
                    </a:cubicBezTo>
                    <a:cubicBezTo>
                      <a:pt x="137" y="395"/>
                      <a:pt x="137" y="395"/>
                      <a:pt x="137" y="395"/>
                    </a:cubicBezTo>
                    <a:cubicBezTo>
                      <a:pt x="114" y="394"/>
                      <a:pt x="114" y="394"/>
                      <a:pt x="114" y="394"/>
                    </a:cubicBezTo>
                    <a:cubicBezTo>
                      <a:pt x="115" y="385"/>
                      <a:pt x="115" y="385"/>
                      <a:pt x="115" y="385"/>
                    </a:cubicBezTo>
                    <a:close/>
                    <a:moveTo>
                      <a:pt x="107" y="401"/>
                    </a:moveTo>
                    <a:cubicBezTo>
                      <a:pt x="108" y="384"/>
                      <a:pt x="108" y="384"/>
                      <a:pt x="108" y="384"/>
                    </a:cubicBezTo>
                    <a:cubicBezTo>
                      <a:pt x="109" y="378"/>
                      <a:pt x="111" y="374"/>
                      <a:pt x="114" y="372"/>
                    </a:cubicBezTo>
                    <a:cubicBezTo>
                      <a:pt x="117" y="369"/>
                      <a:pt x="122" y="368"/>
                      <a:pt x="128" y="369"/>
                    </a:cubicBezTo>
                    <a:cubicBezTo>
                      <a:pt x="131" y="369"/>
                      <a:pt x="134" y="370"/>
                      <a:pt x="136" y="371"/>
                    </a:cubicBezTo>
                    <a:cubicBezTo>
                      <a:pt x="138" y="372"/>
                      <a:pt x="140" y="373"/>
                      <a:pt x="141" y="375"/>
                    </a:cubicBezTo>
                    <a:cubicBezTo>
                      <a:pt x="142" y="377"/>
                      <a:pt x="143" y="378"/>
                      <a:pt x="143" y="380"/>
                    </a:cubicBezTo>
                    <a:cubicBezTo>
                      <a:pt x="144" y="381"/>
                      <a:pt x="144" y="384"/>
                      <a:pt x="144" y="387"/>
                    </a:cubicBezTo>
                    <a:cubicBezTo>
                      <a:pt x="142" y="403"/>
                      <a:pt x="142" y="403"/>
                      <a:pt x="142" y="403"/>
                    </a:cubicBezTo>
                    <a:cubicBezTo>
                      <a:pt x="107" y="401"/>
                      <a:pt x="107" y="401"/>
                      <a:pt x="107" y="401"/>
                    </a:cubicBezTo>
                    <a:close/>
                    <a:moveTo>
                      <a:pt x="128" y="362"/>
                    </a:moveTo>
                    <a:cubicBezTo>
                      <a:pt x="123" y="361"/>
                      <a:pt x="118" y="359"/>
                      <a:pt x="116" y="355"/>
                    </a:cubicBezTo>
                    <a:cubicBezTo>
                      <a:pt x="114" y="351"/>
                      <a:pt x="114" y="347"/>
                      <a:pt x="115" y="341"/>
                    </a:cubicBezTo>
                    <a:cubicBezTo>
                      <a:pt x="116" y="335"/>
                      <a:pt x="119" y="331"/>
                      <a:pt x="122" y="329"/>
                    </a:cubicBezTo>
                    <a:cubicBezTo>
                      <a:pt x="126" y="327"/>
                      <a:pt x="131" y="326"/>
                      <a:pt x="137" y="328"/>
                    </a:cubicBezTo>
                    <a:cubicBezTo>
                      <a:pt x="143" y="329"/>
                      <a:pt x="147" y="332"/>
                      <a:pt x="149" y="335"/>
                    </a:cubicBezTo>
                    <a:cubicBezTo>
                      <a:pt x="152" y="339"/>
                      <a:pt x="152" y="343"/>
                      <a:pt x="151" y="349"/>
                    </a:cubicBezTo>
                    <a:cubicBezTo>
                      <a:pt x="149" y="355"/>
                      <a:pt x="147" y="359"/>
                      <a:pt x="143" y="361"/>
                    </a:cubicBezTo>
                    <a:cubicBezTo>
                      <a:pt x="140" y="364"/>
                      <a:pt x="135" y="364"/>
                      <a:pt x="128" y="362"/>
                    </a:cubicBezTo>
                    <a:close/>
                    <a:moveTo>
                      <a:pt x="121" y="342"/>
                    </a:moveTo>
                    <a:cubicBezTo>
                      <a:pt x="122" y="339"/>
                      <a:pt x="123" y="337"/>
                      <a:pt x="125" y="336"/>
                    </a:cubicBezTo>
                    <a:cubicBezTo>
                      <a:pt x="128" y="335"/>
                      <a:pt x="131" y="335"/>
                      <a:pt x="135" y="336"/>
                    </a:cubicBezTo>
                    <a:cubicBezTo>
                      <a:pt x="139" y="337"/>
                      <a:pt x="142" y="338"/>
                      <a:pt x="143" y="340"/>
                    </a:cubicBezTo>
                    <a:cubicBezTo>
                      <a:pt x="145" y="342"/>
                      <a:pt x="145" y="345"/>
                      <a:pt x="145" y="348"/>
                    </a:cubicBezTo>
                    <a:cubicBezTo>
                      <a:pt x="144" y="351"/>
                      <a:pt x="142" y="353"/>
                      <a:pt x="140" y="354"/>
                    </a:cubicBezTo>
                    <a:cubicBezTo>
                      <a:pt x="138" y="355"/>
                      <a:pt x="135" y="355"/>
                      <a:pt x="130" y="354"/>
                    </a:cubicBezTo>
                    <a:cubicBezTo>
                      <a:pt x="126" y="353"/>
                      <a:pt x="124" y="352"/>
                      <a:pt x="122" y="350"/>
                    </a:cubicBezTo>
                    <a:cubicBezTo>
                      <a:pt x="121" y="348"/>
                      <a:pt x="120" y="345"/>
                      <a:pt x="121" y="342"/>
                    </a:cubicBezTo>
                    <a:close/>
                    <a:moveTo>
                      <a:pt x="124" y="314"/>
                    </a:moveTo>
                    <a:cubicBezTo>
                      <a:pt x="127" y="305"/>
                      <a:pt x="127" y="305"/>
                      <a:pt x="127" y="305"/>
                    </a:cubicBezTo>
                    <a:cubicBezTo>
                      <a:pt x="156" y="301"/>
                      <a:pt x="156" y="301"/>
                      <a:pt x="156" y="301"/>
                    </a:cubicBezTo>
                    <a:cubicBezTo>
                      <a:pt x="133" y="292"/>
                      <a:pt x="133" y="292"/>
                      <a:pt x="133" y="292"/>
                    </a:cubicBezTo>
                    <a:cubicBezTo>
                      <a:pt x="135" y="284"/>
                      <a:pt x="135" y="284"/>
                      <a:pt x="135" y="284"/>
                    </a:cubicBezTo>
                    <a:cubicBezTo>
                      <a:pt x="168" y="298"/>
                      <a:pt x="168" y="298"/>
                      <a:pt x="168" y="298"/>
                    </a:cubicBezTo>
                    <a:cubicBezTo>
                      <a:pt x="165" y="306"/>
                      <a:pt x="165" y="306"/>
                      <a:pt x="165" y="306"/>
                    </a:cubicBezTo>
                    <a:cubicBezTo>
                      <a:pt x="135" y="310"/>
                      <a:pt x="135" y="310"/>
                      <a:pt x="135" y="310"/>
                    </a:cubicBezTo>
                    <a:cubicBezTo>
                      <a:pt x="159" y="320"/>
                      <a:pt x="159" y="320"/>
                      <a:pt x="159" y="320"/>
                    </a:cubicBezTo>
                    <a:cubicBezTo>
                      <a:pt x="156" y="327"/>
                      <a:pt x="156" y="327"/>
                      <a:pt x="156" y="327"/>
                    </a:cubicBezTo>
                    <a:cubicBezTo>
                      <a:pt x="124" y="314"/>
                      <a:pt x="124" y="314"/>
                      <a:pt x="124" y="314"/>
                    </a:cubicBezTo>
                    <a:close/>
                    <a:moveTo>
                      <a:pt x="166" y="273"/>
                    </a:moveTo>
                    <a:cubicBezTo>
                      <a:pt x="160" y="269"/>
                      <a:pt x="160" y="269"/>
                      <a:pt x="160" y="269"/>
                    </a:cubicBezTo>
                    <a:cubicBezTo>
                      <a:pt x="169" y="254"/>
                      <a:pt x="169" y="254"/>
                      <a:pt x="169" y="254"/>
                    </a:cubicBezTo>
                    <a:cubicBezTo>
                      <a:pt x="187" y="265"/>
                      <a:pt x="187" y="265"/>
                      <a:pt x="187" y="265"/>
                    </a:cubicBezTo>
                    <a:cubicBezTo>
                      <a:pt x="179" y="279"/>
                      <a:pt x="179" y="279"/>
                      <a:pt x="179" y="279"/>
                    </a:cubicBezTo>
                    <a:cubicBezTo>
                      <a:pt x="178" y="281"/>
                      <a:pt x="176" y="283"/>
                      <a:pt x="175" y="284"/>
                    </a:cubicBezTo>
                    <a:cubicBezTo>
                      <a:pt x="174" y="286"/>
                      <a:pt x="172" y="286"/>
                      <a:pt x="171" y="287"/>
                    </a:cubicBezTo>
                    <a:cubicBezTo>
                      <a:pt x="168" y="288"/>
                      <a:pt x="166" y="288"/>
                      <a:pt x="164" y="288"/>
                    </a:cubicBezTo>
                    <a:cubicBezTo>
                      <a:pt x="161" y="287"/>
                      <a:pt x="159" y="286"/>
                      <a:pt x="156" y="284"/>
                    </a:cubicBezTo>
                    <a:cubicBezTo>
                      <a:pt x="151" y="281"/>
                      <a:pt x="147" y="278"/>
                      <a:pt x="146" y="274"/>
                    </a:cubicBezTo>
                    <a:cubicBezTo>
                      <a:pt x="145" y="270"/>
                      <a:pt x="146" y="265"/>
                      <a:pt x="149" y="260"/>
                    </a:cubicBezTo>
                    <a:cubicBezTo>
                      <a:pt x="157" y="247"/>
                      <a:pt x="157" y="247"/>
                      <a:pt x="157" y="247"/>
                    </a:cubicBezTo>
                    <a:cubicBezTo>
                      <a:pt x="162" y="250"/>
                      <a:pt x="162" y="250"/>
                      <a:pt x="162" y="250"/>
                    </a:cubicBezTo>
                    <a:cubicBezTo>
                      <a:pt x="154" y="264"/>
                      <a:pt x="154" y="264"/>
                      <a:pt x="154" y="264"/>
                    </a:cubicBezTo>
                    <a:cubicBezTo>
                      <a:pt x="153" y="266"/>
                      <a:pt x="152" y="268"/>
                      <a:pt x="153" y="271"/>
                    </a:cubicBezTo>
                    <a:cubicBezTo>
                      <a:pt x="154" y="273"/>
                      <a:pt x="156" y="275"/>
                      <a:pt x="160" y="277"/>
                    </a:cubicBezTo>
                    <a:cubicBezTo>
                      <a:pt x="163" y="279"/>
                      <a:pt x="166" y="280"/>
                      <a:pt x="168" y="280"/>
                    </a:cubicBezTo>
                    <a:cubicBezTo>
                      <a:pt x="170" y="279"/>
                      <a:pt x="172" y="278"/>
                      <a:pt x="174" y="276"/>
                    </a:cubicBezTo>
                    <a:cubicBezTo>
                      <a:pt x="178" y="268"/>
                      <a:pt x="178" y="268"/>
                      <a:pt x="178" y="268"/>
                    </a:cubicBezTo>
                    <a:cubicBezTo>
                      <a:pt x="171" y="264"/>
                      <a:pt x="171" y="264"/>
                      <a:pt x="171" y="264"/>
                    </a:cubicBezTo>
                    <a:cubicBezTo>
                      <a:pt x="166" y="273"/>
                      <a:pt x="166" y="273"/>
                      <a:pt x="166" y="273"/>
                    </a:cubicBezTo>
                    <a:close/>
                    <a:moveTo>
                      <a:pt x="197" y="199"/>
                    </a:moveTo>
                    <a:cubicBezTo>
                      <a:pt x="211" y="215"/>
                      <a:pt x="211" y="215"/>
                      <a:pt x="211" y="215"/>
                    </a:cubicBezTo>
                    <a:cubicBezTo>
                      <a:pt x="213" y="217"/>
                      <a:pt x="215" y="218"/>
                      <a:pt x="217" y="219"/>
                    </a:cubicBezTo>
                    <a:cubicBezTo>
                      <a:pt x="219" y="219"/>
                      <a:pt x="221" y="218"/>
                      <a:pt x="223" y="216"/>
                    </a:cubicBezTo>
                    <a:cubicBezTo>
                      <a:pt x="225" y="214"/>
                      <a:pt x="226" y="212"/>
                      <a:pt x="226" y="210"/>
                    </a:cubicBezTo>
                    <a:cubicBezTo>
                      <a:pt x="226" y="208"/>
                      <a:pt x="225" y="206"/>
                      <a:pt x="223" y="204"/>
                    </a:cubicBezTo>
                    <a:cubicBezTo>
                      <a:pt x="208" y="188"/>
                      <a:pt x="208" y="188"/>
                      <a:pt x="208" y="188"/>
                    </a:cubicBezTo>
                    <a:cubicBezTo>
                      <a:pt x="214" y="183"/>
                      <a:pt x="214" y="183"/>
                      <a:pt x="214" y="183"/>
                    </a:cubicBezTo>
                    <a:cubicBezTo>
                      <a:pt x="228" y="199"/>
                      <a:pt x="228" y="199"/>
                      <a:pt x="228" y="199"/>
                    </a:cubicBezTo>
                    <a:cubicBezTo>
                      <a:pt x="230" y="201"/>
                      <a:pt x="231" y="202"/>
                      <a:pt x="232" y="203"/>
                    </a:cubicBezTo>
                    <a:cubicBezTo>
                      <a:pt x="233" y="205"/>
                      <a:pt x="233" y="206"/>
                      <a:pt x="233" y="207"/>
                    </a:cubicBezTo>
                    <a:cubicBezTo>
                      <a:pt x="233" y="209"/>
                      <a:pt x="233" y="212"/>
                      <a:pt x="232" y="214"/>
                    </a:cubicBezTo>
                    <a:cubicBezTo>
                      <a:pt x="231" y="216"/>
                      <a:pt x="229" y="218"/>
                      <a:pt x="227" y="220"/>
                    </a:cubicBezTo>
                    <a:cubicBezTo>
                      <a:pt x="224" y="222"/>
                      <a:pt x="222" y="224"/>
                      <a:pt x="220" y="225"/>
                    </a:cubicBezTo>
                    <a:cubicBezTo>
                      <a:pt x="218" y="226"/>
                      <a:pt x="216" y="226"/>
                      <a:pt x="214" y="226"/>
                    </a:cubicBezTo>
                    <a:cubicBezTo>
                      <a:pt x="213" y="225"/>
                      <a:pt x="212" y="225"/>
                      <a:pt x="210" y="224"/>
                    </a:cubicBezTo>
                    <a:cubicBezTo>
                      <a:pt x="209" y="223"/>
                      <a:pt x="208" y="222"/>
                      <a:pt x="206" y="220"/>
                    </a:cubicBezTo>
                    <a:cubicBezTo>
                      <a:pt x="191" y="204"/>
                      <a:pt x="191" y="204"/>
                      <a:pt x="191" y="204"/>
                    </a:cubicBezTo>
                    <a:cubicBezTo>
                      <a:pt x="197" y="199"/>
                      <a:pt x="197" y="199"/>
                      <a:pt x="197" y="199"/>
                    </a:cubicBezTo>
                    <a:close/>
                    <a:moveTo>
                      <a:pt x="222" y="175"/>
                    </a:moveTo>
                    <a:cubicBezTo>
                      <a:pt x="230" y="170"/>
                      <a:pt x="230" y="170"/>
                      <a:pt x="230" y="170"/>
                    </a:cubicBezTo>
                    <a:cubicBezTo>
                      <a:pt x="256" y="183"/>
                      <a:pt x="256" y="183"/>
                      <a:pt x="256" y="183"/>
                    </a:cubicBezTo>
                    <a:cubicBezTo>
                      <a:pt x="242" y="162"/>
                      <a:pt x="242" y="162"/>
                      <a:pt x="242" y="162"/>
                    </a:cubicBezTo>
                    <a:cubicBezTo>
                      <a:pt x="248" y="157"/>
                      <a:pt x="248" y="157"/>
                      <a:pt x="248" y="157"/>
                    </a:cubicBezTo>
                    <a:cubicBezTo>
                      <a:pt x="268" y="187"/>
                      <a:pt x="268" y="187"/>
                      <a:pt x="268" y="187"/>
                    </a:cubicBezTo>
                    <a:cubicBezTo>
                      <a:pt x="261" y="192"/>
                      <a:pt x="261" y="192"/>
                      <a:pt x="261" y="192"/>
                    </a:cubicBezTo>
                    <a:cubicBezTo>
                      <a:pt x="233" y="178"/>
                      <a:pt x="233" y="178"/>
                      <a:pt x="233" y="178"/>
                    </a:cubicBezTo>
                    <a:cubicBezTo>
                      <a:pt x="249" y="200"/>
                      <a:pt x="249" y="200"/>
                      <a:pt x="249" y="200"/>
                    </a:cubicBezTo>
                    <a:cubicBezTo>
                      <a:pt x="243" y="205"/>
                      <a:pt x="243" y="205"/>
                      <a:pt x="243" y="205"/>
                    </a:cubicBezTo>
                    <a:cubicBezTo>
                      <a:pt x="222" y="175"/>
                      <a:pt x="222" y="175"/>
                      <a:pt x="222" y="175"/>
                    </a:cubicBezTo>
                    <a:close/>
                    <a:moveTo>
                      <a:pt x="282" y="180"/>
                    </a:moveTo>
                    <a:cubicBezTo>
                      <a:pt x="275" y="184"/>
                      <a:pt x="275" y="184"/>
                      <a:pt x="275" y="184"/>
                    </a:cubicBezTo>
                    <a:cubicBezTo>
                      <a:pt x="257" y="153"/>
                      <a:pt x="257" y="153"/>
                      <a:pt x="257" y="153"/>
                    </a:cubicBezTo>
                    <a:cubicBezTo>
                      <a:pt x="264" y="149"/>
                      <a:pt x="264" y="149"/>
                      <a:pt x="264" y="149"/>
                    </a:cubicBezTo>
                    <a:cubicBezTo>
                      <a:pt x="282" y="180"/>
                      <a:pt x="282" y="180"/>
                      <a:pt x="282" y="180"/>
                    </a:cubicBezTo>
                    <a:close/>
                    <a:moveTo>
                      <a:pt x="297" y="172"/>
                    </a:moveTo>
                    <a:cubicBezTo>
                      <a:pt x="268" y="146"/>
                      <a:pt x="268" y="146"/>
                      <a:pt x="268" y="146"/>
                    </a:cubicBezTo>
                    <a:cubicBezTo>
                      <a:pt x="276" y="142"/>
                      <a:pt x="276" y="142"/>
                      <a:pt x="276" y="142"/>
                    </a:cubicBezTo>
                    <a:cubicBezTo>
                      <a:pt x="297" y="162"/>
                      <a:pt x="297" y="162"/>
                      <a:pt x="297" y="162"/>
                    </a:cubicBezTo>
                    <a:cubicBezTo>
                      <a:pt x="295" y="133"/>
                      <a:pt x="295" y="133"/>
                      <a:pt x="295" y="133"/>
                    </a:cubicBezTo>
                    <a:cubicBezTo>
                      <a:pt x="302" y="130"/>
                      <a:pt x="302" y="130"/>
                      <a:pt x="302" y="130"/>
                    </a:cubicBezTo>
                    <a:cubicBezTo>
                      <a:pt x="304" y="169"/>
                      <a:pt x="304" y="169"/>
                      <a:pt x="304" y="169"/>
                    </a:cubicBezTo>
                    <a:cubicBezTo>
                      <a:pt x="297" y="172"/>
                      <a:pt x="297" y="172"/>
                      <a:pt x="297" y="172"/>
                    </a:cubicBezTo>
                    <a:close/>
                    <a:moveTo>
                      <a:pt x="325" y="130"/>
                    </a:moveTo>
                    <a:cubicBezTo>
                      <a:pt x="323" y="131"/>
                      <a:pt x="321" y="132"/>
                      <a:pt x="320" y="134"/>
                    </a:cubicBezTo>
                    <a:cubicBezTo>
                      <a:pt x="319" y="136"/>
                      <a:pt x="319" y="138"/>
                      <a:pt x="320" y="141"/>
                    </a:cubicBezTo>
                    <a:cubicBezTo>
                      <a:pt x="339" y="135"/>
                      <a:pt x="339" y="135"/>
                      <a:pt x="339" y="135"/>
                    </a:cubicBezTo>
                    <a:cubicBezTo>
                      <a:pt x="341" y="141"/>
                      <a:pt x="341" y="141"/>
                      <a:pt x="341" y="141"/>
                    </a:cubicBezTo>
                    <a:cubicBezTo>
                      <a:pt x="321" y="147"/>
                      <a:pt x="321" y="147"/>
                      <a:pt x="321" y="147"/>
                    </a:cubicBezTo>
                    <a:cubicBezTo>
                      <a:pt x="322" y="150"/>
                      <a:pt x="323" y="152"/>
                      <a:pt x="325" y="153"/>
                    </a:cubicBezTo>
                    <a:cubicBezTo>
                      <a:pt x="327" y="154"/>
                      <a:pt x="329" y="154"/>
                      <a:pt x="332" y="153"/>
                    </a:cubicBezTo>
                    <a:cubicBezTo>
                      <a:pt x="344" y="149"/>
                      <a:pt x="344" y="149"/>
                      <a:pt x="344" y="149"/>
                    </a:cubicBezTo>
                    <a:cubicBezTo>
                      <a:pt x="345" y="155"/>
                      <a:pt x="345" y="155"/>
                      <a:pt x="345" y="155"/>
                    </a:cubicBezTo>
                    <a:cubicBezTo>
                      <a:pt x="333" y="159"/>
                      <a:pt x="333" y="159"/>
                      <a:pt x="333" y="159"/>
                    </a:cubicBezTo>
                    <a:cubicBezTo>
                      <a:pt x="331" y="160"/>
                      <a:pt x="328" y="160"/>
                      <a:pt x="327" y="160"/>
                    </a:cubicBezTo>
                    <a:cubicBezTo>
                      <a:pt x="325" y="160"/>
                      <a:pt x="323" y="160"/>
                      <a:pt x="322" y="159"/>
                    </a:cubicBezTo>
                    <a:cubicBezTo>
                      <a:pt x="320" y="158"/>
                      <a:pt x="318" y="157"/>
                      <a:pt x="316" y="155"/>
                    </a:cubicBezTo>
                    <a:cubicBezTo>
                      <a:pt x="315" y="153"/>
                      <a:pt x="314" y="150"/>
                      <a:pt x="313" y="147"/>
                    </a:cubicBezTo>
                    <a:cubicBezTo>
                      <a:pt x="311" y="141"/>
                      <a:pt x="311" y="136"/>
                      <a:pt x="313" y="132"/>
                    </a:cubicBezTo>
                    <a:cubicBezTo>
                      <a:pt x="315" y="129"/>
                      <a:pt x="318" y="126"/>
                      <a:pt x="324" y="124"/>
                    </a:cubicBezTo>
                    <a:cubicBezTo>
                      <a:pt x="335" y="121"/>
                      <a:pt x="335" y="121"/>
                      <a:pt x="335" y="121"/>
                    </a:cubicBezTo>
                    <a:cubicBezTo>
                      <a:pt x="337" y="127"/>
                      <a:pt x="337" y="127"/>
                      <a:pt x="337" y="127"/>
                    </a:cubicBezTo>
                    <a:cubicBezTo>
                      <a:pt x="325" y="130"/>
                      <a:pt x="325" y="130"/>
                      <a:pt x="325" y="130"/>
                    </a:cubicBezTo>
                    <a:close/>
                    <a:moveTo>
                      <a:pt x="364" y="122"/>
                    </a:moveTo>
                    <a:cubicBezTo>
                      <a:pt x="364" y="122"/>
                      <a:pt x="364" y="122"/>
                      <a:pt x="364" y="122"/>
                    </a:cubicBezTo>
                    <a:cubicBezTo>
                      <a:pt x="367" y="122"/>
                      <a:pt x="368" y="122"/>
                      <a:pt x="369" y="123"/>
                    </a:cubicBezTo>
                    <a:cubicBezTo>
                      <a:pt x="370" y="123"/>
                      <a:pt x="371" y="124"/>
                      <a:pt x="371" y="126"/>
                    </a:cubicBezTo>
                    <a:cubicBezTo>
                      <a:pt x="371" y="128"/>
                      <a:pt x="371" y="129"/>
                      <a:pt x="370" y="130"/>
                    </a:cubicBezTo>
                    <a:cubicBezTo>
                      <a:pt x="369" y="130"/>
                      <a:pt x="368" y="131"/>
                      <a:pt x="365" y="131"/>
                    </a:cubicBezTo>
                    <a:cubicBezTo>
                      <a:pt x="356" y="133"/>
                      <a:pt x="356" y="133"/>
                      <a:pt x="356" y="133"/>
                    </a:cubicBezTo>
                    <a:cubicBezTo>
                      <a:pt x="355" y="124"/>
                      <a:pt x="355" y="124"/>
                      <a:pt x="355" y="124"/>
                    </a:cubicBezTo>
                    <a:cubicBezTo>
                      <a:pt x="364" y="122"/>
                      <a:pt x="364" y="122"/>
                      <a:pt x="364" y="122"/>
                    </a:cubicBezTo>
                    <a:close/>
                    <a:moveTo>
                      <a:pt x="347" y="118"/>
                    </a:moveTo>
                    <a:cubicBezTo>
                      <a:pt x="365" y="116"/>
                      <a:pt x="365" y="116"/>
                      <a:pt x="365" y="116"/>
                    </a:cubicBezTo>
                    <a:cubicBezTo>
                      <a:pt x="369" y="115"/>
                      <a:pt x="372" y="116"/>
                      <a:pt x="375" y="117"/>
                    </a:cubicBezTo>
                    <a:cubicBezTo>
                      <a:pt x="377" y="119"/>
                      <a:pt x="378" y="121"/>
                      <a:pt x="379" y="125"/>
                    </a:cubicBezTo>
                    <a:cubicBezTo>
                      <a:pt x="379" y="128"/>
                      <a:pt x="379" y="130"/>
                      <a:pt x="378" y="132"/>
                    </a:cubicBezTo>
                    <a:cubicBezTo>
                      <a:pt x="377" y="134"/>
                      <a:pt x="375" y="135"/>
                      <a:pt x="373" y="136"/>
                    </a:cubicBezTo>
                    <a:cubicBezTo>
                      <a:pt x="384" y="149"/>
                      <a:pt x="384" y="149"/>
                      <a:pt x="384" y="149"/>
                    </a:cubicBezTo>
                    <a:cubicBezTo>
                      <a:pt x="376" y="151"/>
                      <a:pt x="376" y="151"/>
                      <a:pt x="376" y="151"/>
                    </a:cubicBezTo>
                    <a:cubicBezTo>
                      <a:pt x="366" y="138"/>
                      <a:pt x="366" y="138"/>
                      <a:pt x="366" y="138"/>
                    </a:cubicBezTo>
                    <a:cubicBezTo>
                      <a:pt x="357" y="139"/>
                      <a:pt x="357" y="139"/>
                      <a:pt x="357" y="139"/>
                    </a:cubicBezTo>
                    <a:cubicBezTo>
                      <a:pt x="359" y="153"/>
                      <a:pt x="359" y="153"/>
                      <a:pt x="359" y="153"/>
                    </a:cubicBezTo>
                    <a:cubicBezTo>
                      <a:pt x="352" y="154"/>
                      <a:pt x="352" y="154"/>
                      <a:pt x="352" y="154"/>
                    </a:cubicBezTo>
                    <a:cubicBezTo>
                      <a:pt x="347" y="118"/>
                      <a:pt x="347" y="118"/>
                      <a:pt x="347" y="118"/>
                    </a:cubicBezTo>
                    <a:close/>
                    <a:moveTo>
                      <a:pt x="419" y="121"/>
                    </a:moveTo>
                    <a:cubicBezTo>
                      <a:pt x="401" y="121"/>
                      <a:pt x="401" y="121"/>
                      <a:pt x="401" y="121"/>
                    </a:cubicBezTo>
                    <a:cubicBezTo>
                      <a:pt x="399" y="121"/>
                      <a:pt x="397" y="121"/>
                      <a:pt x="396" y="122"/>
                    </a:cubicBezTo>
                    <a:cubicBezTo>
                      <a:pt x="395" y="123"/>
                      <a:pt x="395" y="124"/>
                      <a:pt x="395" y="125"/>
                    </a:cubicBezTo>
                    <a:cubicBezTo>
                      <a:pt x="395" y="127"/>
                      <a:pt x="395" y="128"/>
                      <a:pt x="396" y="128"/>
                    </a:cubicBezTo>
                    <a:cubicBezTo>
                      <a:pt x="397" y="129"/>
                      <a:pt x="398" y="129"/>
                      <a:pt x="399" y="129"/>
                    </a:cubicBezTo>
                    <a:cubicBezTo>
                      <a:pt x="409" y="129"/>
                      <a:pt x="409" y="129"/>
                      <a:pt x="409" y="129"/>
                    </a:cubicBezTo>
                    <a:cubicBezTo>
                      <a:pt x="413" y="130"/>
                      <a:pt x="416" y="130"/>
                      <a:pt x="418" y="132"/>
                    </a:cubicBezTo>
                    <a:cubicBezTo>
                      <a:pt x="420" y="134"/>
                      <a:pt x="420" y="136"/>
                      <a:pt x="420" y="140"/>
                    </a:cubicBezTo>
                    <a:cubicBezTo>
                      <a:pt x="420" y="144"/>
                      <a:pt x="419" y="146"/>
                      <a:pt x="417" y="148"/>
                    </a:cubicBezTo>
                    <a:cubicBezTo>
                      <a:pt x="415" y="150"/>
                      <a:pt x="412" y="150"/>
                      <a:pt x="408" y="150"/>
                    </a:cubicBezTo>
                    <a:cubicBezTo>
                      <a:pt x="388" y="150"/>
                      <a:pt x="388" y="150"/>
                      <a:pt x="388" y="150"/>
                    </a:cubicBezTo>
                    <a:cubicBezTo>
                      <a:pt x="388" y="144"/>
                      <a:pt x="388" y="144"/>
                      <a:pt x="388" y="144"/>
                    </a:cubicBezTo>
                    <a:cubicBezTo>
                      <a:pt x="407" y="144"/>
                      <a:pt x="407" y="144"/>
                      <a:pt x="407" y="144"/>
                    </a:cubicBezTo>
                    <a:cubicBezTo>
                      <a:pt x="409" y="144"/>
                      <a:pt x="410" y="144"/>
                      <a:pt x="411" y="143"/>
                    </a:cubicBezTo>
                    <a:cubicBezTo>
                      <a:pt x="412" y="142"/>
                      <a:pt x="413" y="141"/>
                      <a:pt x="413" y="140"/>
                    </a:cubicBezTo>
                    <a:cubicBezTo>
                      <a:pt x="413" y="139"/>
                      <a:pt x="412" y="137"/>
                      <a:pt x="411" y="137"/>
                    </a:cubicBezTo>
                    <a:cubicBezTo>
                      <a:pt x="411" y="136"/>
                      <a:pt x="409" y="136"/>
                      <a:pt x="407" y="136"/>
                    </a:cubicBezTo>
                    <a:cubicBezTo>
                      <a:pt x="399" y="136"/>
                      <a:pt x="399" y="136"/>
                      <a:pt x="399" y="136"/>
                    </a:cubicBezTo>
                    <a:cubicBezTo>
                      <a:pt x="395" y="136"/>
                      <a:pt x="392" y="135"/>
                      <a:pt x="390" y="133"/>
                    </a:cubicBezTo>
                    <a:cubicBezTo>
                      <a:pt x="388" y="131"/>
                      <a:pt x="387" y="129"/>
                      <a:pt x="387" y="125"/>
                    </a:cubicBezTo>
                    <a:cubicBezTo>
                      <a:pt x="387" y="121"/>
                      <a:pt x="388" y="119"/>
                      <a:pt x="390" y="117"/>
                    </a:cubicBezTo>
                    <a:cubicBezTo>
                      <a:pt x="392" y="115"/>
                      <a:pt x="395" y="114"/>
                      <a:pt x="400" y="114"/>
                    </a:cubicBezTo>
                    <a:cubicBezTo>
                      <a:pt x="419" y="115"/>
                      <a:pt x="419" y="115"/>
                      <a:pt x="419" y="115"/>
                    </a:cubicBezTo>
                    <a:cubicBezTo>
                      <a:pt x="419" y="121"/>
                      <a:pt x="419" y="121"/>
                      <a:pt x="419" y="121"/>
                    </a:cubicBezTo>
                    <a:close/>
                    <a:moveTo>
                      <a:pt x="433" y="152"/>
                    </a:moveTo>
                    <a:cubicBezTo>
                      <a:pt x="426" y="151"/>
                      <a:pt x="426" y="151"/>
                      <a:pt x="426" y="151"/>
                    </a:cubicBezTo>
                    <a:cubicBezTo>
                      <a:pt x="431" y="115"/>
                      <a:pt x="431" y="115"/>
                      <a:pt x="431" y="115"/>
                    </a:cubicBezTo>
                    <a:cubicBezTo>
                      <a:pt x="438" y="117"/>
                      <a:pt x="438" y="117"/>
                      <a:pt x="438" y="117"/>
                    </a:cubicBezTo>
                    <a:cubicBezTo>
                      <a:pt x="433" y="152"/>
                      <a:pt x="433" y="152"/>
                      <a:pt x="433" y="152"/>
                    </a:cubicBezTo>
                    <a:close/>
                    <a:moveTo>
                      <a:pt x="453" y="126"/>
                    </a:moveTo>
                    <a:cubicBezTo>
                      <a:pt x="442" y="124"/>
                      <a:pt x="442" y="124"/>
                      <a:pt x="442" y="124"/>
                    </a:cubicBezTo>
                    <a:cubicBezTo>
                      <a:pt x="443" y="118"/>
                      <a:pt x="443" y="118"/>
                      <a:pt x="443" y="118"/>
                    </a:cubicBezTo>
                    <a:cubicBezTo>
                      <a:pt x="473" y="123"/>
                      <a:pt x="473" y="123"/>
                      <a:pt x="473" y="123"/>
                    </a:cubicBezTo>
                    <a:cubicBezTo>
                      <a:pt x="472" y="129"/>
                      <a:pt x="472" y="129"/>
                      <a:pt x="472" y="129"/>
                    </a:cubicBezTo>
                    <a:cubicBezTo>
                      <a:pt x="461" y="127"/>
                      <a:pt x="461" y="127"/>
                      <a:pt x="461" y="127"/>
                    </a:cubicBezTo>
                    <a:cubicBezTo>
                      <a:pt x="456" y="156"/>
                      <a:pt x="456" y="156"/>
                      <a:pt x="456" y="156"/>
                    </a:cubicBezTo>
                    <a:cubicBezTo>
                      <a:pt x="448" y="155"/>
                      <a:pt x="448" y="155"/>
                      <a:pt x="448" y="155"/>
                    </a:cubicBezTo>
                    <a:cubicBezTo>
                      <a:pt x="453" y="126"/>
                      <a:pt x="453" y="126"/>
                      <a:pt x="453" y="126"/>
                    </a:cubicBezTo>
                    <a:close/>
                    <a:moveTo>
                      <a:pt x="477" y="124"/>
                    </a:moveTo>
                    <a:cubicBezTo>
                      <a:pt x="485" y="127"/>
                      <a:pt x="485" y="127"/>
                      <a:pt x="485" y="127"/>
                    </a:cubicBezTo>
                    <a:cubicBezTo>
                      <a:pt x="488" y="142"/>
                      <a:pt x="488" y="142"/>
                      <a:pt x="488" y="142"/>
                    </a:cubicBezTo>
                    <a:cubicBezTo>
                      <a:pt x="501" y="132"/>
                      <a:pt x="501" y="132"/>
                      <a:pt x="501" y="132"/>
                    </a:cubicBezTo>
                    <a:cubicBezTo>
                      <a:pt x="509" y="135"/>
                      <a:pt x="509" y="135"/>
                      <a:pt x="509" y="135"/>
                    </a:cubicBezTo>
                    <a:cubicBezTo>
                      <a:pt x="490" y="150"/>
                      <a:pt x="490" y="150"/>
                      <a:pt x="490" y="150"/>
                    </a:cubicBezTo>
                    <a:cubicBezTo>
                      <a:pt x="485" y="165"/>
                      <a:pt x="485" y="165"/>
                      <a:pt x="485" y="165"/>
                    </a:cubicBezTo>
                    <a:cubicBezTo>
                      <a:pt x="478" y="162"/>
                      <a:pt x="478" y="162"/>
                      <a:pt x="478" y="162"/>
                    </a:cubicBezTo>
                    <a:cubicBezTo>
                      <a:pt x="483" y="147"/>
                      <a:pt x="483" y="147"/>
                      <a:pt x="483" y="147"/>
                    </a:cubicBezTo>
                    <a:cubicBezTo>
                      <a:pt x="477" y="124"/>
                      <a:pt x="477" y="124"/>
                      <a:pt x="477" y="124"/>
                    </a:cubicBezTo>
                    <a:close/>
                    <a:moveTo>
                      <a:pt x="541" y="171"/>
                    </a:moveTo>
                    <a:cubicBezTo>
                      <a:pt x="545" y="166"/>
                      <a:pt x="548" y="163"/>
                      <a:pt x="552" y="162"/>
                    </a:cubicBezTo>
                    <a:cubicBezTo>
                      <a:pt x="557" y="161"/>
                      <a:pt x="561" y="162"/>
                      <a:pt x="566" y="166"/>
                    </a:cubicBezTo>
                    <a:cubicBezTo>
                      <a:pt x="571" y="169"/>
                      <a:pt x="574" y="173"/>
                      <a:pt x="574" y="177"/>
                    </a:cubicBezTo>
                    <a:cubicBezTo>
                      <a:pt x="575" y="181"/>
                      <a:pt x="574" y="186"/>
                      <a:pt x="570" y="191"/>
                    </a:cubicBezTo>
                    <a:cubicBezTo>
                      <a:pt x="567" y="196"/>
                      <a:pt x="563" y="200"/>
                      <a:pt x="559" y="200"/>
                    </a:cubicBezTo>
                    <a:cubicBezTo>
                      <a:pt x="555" y="201"/>
                      <a:pt x="550" y="200"/>
                      <a:pt x="545" y="197"/>
                    </a:cubicBezTo>
                    <a:cubicBezTo>
                      <a:pt x="540" y="193"/>
                      <a:pt x="538" y="190"/>
                      <a:pt x="537" y="185"/>
                    </a:cubicBezTo>
                    <a:cubicBezTo>
                      <a:pt x="536" y="181"/>
                      <a:pt x="538" y="176"/>
                      <a:pt x="541" y="171"/>
                    </a:cubicBezTo>
                    <a:close/>
                    <a:moveTo>
                      <a:pt x="563" y="171"/>
                    </a:moveTo>
                    <a:cubicBezTo>
                      <a:pt x="565" y="173"/>
                      <a:pt x="567" y="175"/>
                      <a:pt x="567" y="178"/>
                    </a:cubicBezTo>
                    <a:cubicBezTo>
                      <a:pt x="567" y="180"/>
                      <a:pt x="566" y="183"/>
                      <a:pt x="564" y="187"/>
                    </a:cubicBezTo>
                    <a:cubicBezTo>
                      <a:pt x="561" y="190"/>
                      <a:pt x="559" y="192"/>
                      <a:pt x="556" y="193"/>
                    </a:cubicBezTo>
                    <a:cubicBezTo>
                      <a:pt x="554" y="194"/>
                      <a:pt x="551" y="193"/>
                      <a:pt x="549" y="192"/>
                    </a:cubicBezTo>
                    <a:cubicBezTo>
                      <a:pt x="546" y="190"/>
                      <a:pt x="545" y="188"/>
                      <a:pt x="545" y="185"/>
                    </a:cubicBezTo>
                    <a:cubicBezTo>
                      <a:pt x="544" y="182"/>
                      <a:pt x="546" y="179"/>
                      <a:pt x="548" y="176"/>
                    </a:cubicBezTo>
                    <a:cubicBezTo>
                      <a:pt x="550" y="172"/>
                      <a:pt x="553" y="170"/>
                      <a:pt x="555" y="169"/>
                    </a:cubicBezTo>
                    <a:cubicBezTo>
                      <a:pt x="557" y="169"/>
                      <a:pt x="560" y="169"/>
                      <a:pt x="563" y="171"/>
                    </a:cubicBezTo>
                    <a:close/>
                    <a:moveTo>
                      <a:pt x="574" y="198"/>
                    </a:moveTo>
                    <a:cubicBezTo>
                      <a:pt x="577" y="194"/>
                      <a:pt x="580" y="192"/>
                      <a:pt x="581" y="191"/>
                    </a:cubicBezTo>
                    <a:cubicBezTo>
                      <a:pt x="583" y="189"/>
                      <a:pt x="585" y="189"/>
                      <a:pt x="587" y="188"/>
                    </a:cubicBezTo>
                    <a:cubicBezTo>
                      <a:pt x="589" y="188"/>
                      <a:pt x="591" y="189"/>
                      <a:pt x="593" y="190"/>
                    </a:cubicBezTo>
                    <a:cubicBezTo>
                      <a:pt x="595" y="191"/>
                      <a:pt x="597" y="192"/>
                      <a:pt x="600" y="195"/>
                    </a:cubicBezTo>
                    <a:cubicBezTo>
                      <a:pt x="608" y="202"/>
                      <a:pt x="608" y="202"/>
                      <a:pt x="608" y="202"/>
                    </a:cubicBezTo>
                    <a:cubicBezTo>
                      <a:pt x="604" y="207"/>
                      <a:pt x="604" y="207"/>
                      <a:pt x="604" y="207"/>
                    </a:cubicBezTo>
                    <a:cubicBezTo>
                      <a:pt x="595" y="199"/>
                      <a:pt x="595" y="199"/>
                      <a:pt x="595" y="199"/>
                    </a:cubicBezTo>
                    <a:cubicBezTo>
                      <a:pt x="593" y="197"/>
                      <a:pt x="591" y="196"/>
                      <a:pt x="589" y="196"/>
                    </a:cubicBezTo>
                    <a:cubicBezTo>
                      <a:pt x="587" y="196"/>
                      <a:pt x="585" y="197"/>
                      <a:pt x="583" y="199"/>
                    </a:cubicBezTo>
                    <a:cubicBezTo>
                      <a:pt x="599" y="213"/>
                      <a:pt x="599" y="213"/>
                      <a:pt x="599" y="213"/>
                    </a:cubicBezTo>
                    <a:cubicBezTo>
                      <a:pt x="595" y="218"/>
                      <a:pt x="595" y="218"/>
                      <a:pt x="595" y="218"/>
                    </a:cubicBezTo>
                    <a:cubicBezTo>
                      <a:pt x="579" y="204"/>
                      <a:pt x="579" y="204"/>
                      <a:pt x="579" y="204"/>
                    </a:cubicBezTo>
                    <a:cubicBezTo>
                      <a:pt x="569" y="215"/>
                      <a:pt x="569" y="215"/>
                      <a:pt x="569" y="215"/>
                    </a:cubicBezTo>
                    <a:cubicBezTo>
                      <a:pt x="564" y="210"/>
                      <a:pt x="564" y="210"/>
                      <a:pt x="564" y="210"/>
                    </a:cubicBezTo>
                    <a:cubicBezTo>
                      <a:pt x="574" y="198"/>
                      <a:pt x="574" y="198"/>
                      <a:pt x="574" y="198"/>
                    </a:cubicBezTo>
                    <a:close/>
                    <a:moveTo>
                      <a:pt x="641" y="254"/>
                    </a:moveTo>
                    <a:cubicBezTo>
                      <a:pt x="635" y="244"/>
                      <a:pt x="635" y="244"/>
                      <a:pt x="635" y="244"/>
                    </a:cubicBezTo>
                    <a:cubicBezTo>
                      <a:pt x="640" y="241"/>
                      <a:pt x="640" y="241"/>
                      <a:pt x="640" y="241"/>
                    </a:cubicBezTo>
                    <a:cubicBezTo>
                      <a:pt x="656" y="267"/>
                      <a:pt x="656" y="267"/>
                      <a:pt x="656" y="267"/>
                    </a:cubicBezTo>
                    <a:cubicBezTo>
                      <a:pt x="651" y="270"/>
                      <a:pt x="651" y="270"/>
                      <a:pt x="651" y="270"/>
                    </a:cubicBezTo>
                    <a:cubicBezTo>
                      <a:pt x="645" y="260"/>
                      <a:pt x="645" y="260"/>
                      <a:pt x="645" y="260"/>
                    </a:cubicBezTo>
                    <a:cubicBezTo>
                      <a:pt x="620" y="276"/>
                      <a:pt x="620" y="276"/>
                      <a:pt x="620" y="276"/>
                    </a:cubicBezTo>
                    <a:cubicBezTo>
                      <a:pt x="616" y="269"/>
                      <a:pt x="616" y="269"/>
                      <a:pt x="616" y="269"/>
                    </a:cubicBezTo>
                    <a:cubicBezTo>
                      <a:pt x="641" y="254"/>
                      <a:pt x="641" y="254"/>
                      <a:pt x="641" y="254"/>
                    </a:cubicBezTo>
                    <a:close/>
                    <a:moveTo>
                      <a:pt x="662" y="290"/>
                    </a:moveTo>
                    <a:cubicBezTo>
                      <a:pt x="660" y="287"/>
                      <a:pt x="659" y="286"/>
                      <a:pt x="657" y="285"/>
                    </a:cubicBezTo>
                    <a:cubicBezTo>
                      <a:pt x="655" y="284"/>
                      <a:pt x="653" y="285"/>
                      <a:pt x="651" y="286"/>
                    </a:cubicBezTo>
                    <a:cubicBezTo>
                      <a:pt x="659" y="305"/>
                      <a:pt x="659" y="305"/>
                      <a:pt x="659" y="305"/>
                    </a:cubicBezTo>
                    <a:cubicBezTo>
                      <a:pt x="654" y="307"/>
                      <a:pt x="654" y="307"/>
                      <a:pt x="654" y="307"/>
                    </a:cubicBezTo>
                    <a:cubicBezTo>
                      <a:pt x="645" y="288"/>
                      <a:pt x="645" y="288"/>
                      <a:pt x="645" y="288"/>
                    </a:cubicBezTo>
                    <a:cubicBezTo>
                      <a:pt x="642" y="290"/>
                      <a:pt x="641" y="291"/>
                      <a:pt x="640" y="293"/>
                    </a:cubicBezTo>
                    <a:cubicBezTo>
                      <a:pt x="639" y="295"/>
                      <a:pt x="639" y="297"/>
                      <a:pt x="641" y="300"/>
                    </a:cubicBezTo>
                    <a:cubicBezTo>
                      <a:pt x="646" y="311"/>
                      <a:pt x="646" y="311"/>
                      <a:pt x="646" y="311"/>
                    </a:cubicBezTo>
                    <a:cubicBezTo>
                      <a:pt x="640" y="313"/>
                      <a:pt x="640" y="313"/>
                      <a:pt x="640" y="313"/>
                    </a:cubicBezTo>
                    <a:cubicBezTo>
                      <a:pt x="635" y="302"/>
                      <a:pt x="635" y="302"/>
                      <a:pt x="635" y="302"/>
                    </a:cubicBezTo>
                    <a:cubicBezTo>
                      <a:pt x="634" y="299"/>
                      <a:pt x="633" y="297"/>
                      <a:pt x="633" y="296"/>
                    </a:cubicBezTo>
                    <a:cubicBezTo>
                      <a:pt x="633" y="294"/>
                      <a:pt x="633" y="292"/>
                      <a:pt x="633" y="291"/>
                    </a:cubicBezTo>
                    <a:cubicBezTo>
                      <a:pt x="634" y="288"/>
                      <a:pt x="635" y="286"/>
                      <a:pt x="637" y="284"/>
                    </a:cubicBezTo>
                    <a:cubicBezTo>
                      <a:pt x="638" y="283"/>
                      <a:pt x="641" y="281"/>
                      <a:pt x="644" y="280"/>
                    </a:cubicBezTo>
                    <a:cubicBezTo>
                      <a:pt x="649" y="277"/>
                      <a:pt x="654" y="276"/>
                      <a:pt x="658" y="277"/>
                    </a:cubicBezTo>
                    <a:cubicBezTo>
                      <a:pt x="662" y="279"/>
                      <a:pt x="665" y="282"/>
                      <a:pt x="667" y="287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67" y="301"/>
                      <a:pt x="667" y="301"/>
                      <a:pt x="667" y="301"/>
                    </a:cubicBezTo>
                    <a:cubicBezTo>
                      <a:pt x="662" y="290"/>
                      <a:pt x="662" y="290"/>
                      <a:pt x="662" y="290"/>
                    </a:cubicBezTo>
                    <a:close/>
                    <a:moveTo>
                      <a:pt x="675" y="325"/>
                    </a:moveTo>
                    <a:cubicBezTo>
                      <a:pt x="674" y="322"/>
                      <a:pt x="672" y="320"/>
                      <a:pt x="670" y="319"/>
                    </a:cubicBezTo>
                    <a:cubicBezTo>
                      <a:pt x="668" y="319"/>
                      <a:pt x="665" y="319"/>
                      <a:pt x="660" y="320"/>
                    </a:cubicBezTo>
                    <a:cubicBezTo>
                      <a:pt x="657" y="322"/>
                      <a:pt x="654" y="323"/>
                      <a:pt x="653" y="325"/>
                    </a:cubicBezTo>
                    <a:cubicBezTo>
                      <a:pt x="652" y="327"/>
                      <a:pt x="652" y="329"/>
                      <a:pt x="653" y="332"/>
                    </a:cubicBezTo>
                    <a:cubicBezTo>
                      <a:pt x="657" y="344"/>
                      <a:pt x="657" y="344"/>
                      <a:pt x="657" y="344"/>
                    </a:cubicBezTo>
                    <a:cubicBezTo>
                      <a:pt x="651" y="346"/>
                      <a:pt x="651" y="346"/>
                      <a:pt x="651" y="346"/>
                    </a:cubicBezTo>
                    <a:cubicBezTo>
                      <a:pt x="647" y="334"/>
                      <a:pt x="647" y="334"/>
                      <a:pt x="647" y="334"/>
                    </a:cubicBezTo>
                    <a:cubicBezTo>
                      <a:pt x="646" y="331"/>
                      <a:pt x="646" y="329"/>
                      <a:pt x="646" y="327"/>
                    </a:cubicBezTo>
                    <a:cubicBezTo>
                      <a:pt x="646" y="326"/>
                      <a:pt x="646" y="324"/>
                      <a:pt x="647" y="322"/>
                    </a:cubicBezTo>
                    <a:cubicBezTo>
                      <a:pt x="647" y="320"/>
                      <a:pt x="649" y="318"/>
                      <a:pt x="651" y="316"/>
                    </a:cubicBezTo>
                    <a:cubicBezTo>
                      <a:pt x="653" y="315"/>
                      <a:pt x="655" y="314"/>
                      <a:pt x="658" y="313"/>
                    </a:cubicBezTo>
                    <a:cubicBezTo>
                      <a:pt x="664" y="311"/>
                      <a:pt x="669" y="310"/>
                      <a:pt x="673" y="312"/>
                    </a:cubicBezTo>
                    <a:cubicBezTo>
                      <a:pt x="676" y="314"/>
                      <a:pt x="679" y="317"/>
                      <a:pt x="681" y="323"/>
                    </a:cubicBezTo>
                    <a:cubicBezTo>
                      <a:pt x="684" y="335"/>
                      <a:pt x="684" y="335"/>
                      <a:pt x="684" y="335"/>
                    </a:cubicBezTo>
                    <a:cubicBezTo>
                      <a:pt x="679" y="337"/>
                      <a:pt x="679" y="337"/>
                      <a:pt x="679" y="337"/>
                    </a:cubicBezTo>
                    <a:cubicBezTo>
                      <a:pt x="675" y="325"/>
                      <a:pt x="675" y="325"/>
                      <a:pt x="675" y="325"/>
                    </a:cubicBezTo>
                    <a:close/>
                    <a:moveTo>
                      <a:pt x="689" y="352"/>
                    </a:moveTo>
                    <a:cubicBezTo>
                      <a:pt x="675" y="354"/>
                      <a:pt x="675" y="354"/>
                      <a:pt x="675" y="354"/>
                    </a:cubicBezTo>
                    <a:cubicBezTo>
                      <a:pt x="677" y="368"/>
                      <a:pt x="677" y="368"/>
                      <a:pt x="677" y="368"/>
                    </a:cubicBezTo>
                    <a:cubicBezTo>
                      <a:pt x="691" y="365"/>
                      <a:pt x="691" y="365"/>
                      <a:pt x="691" y="365"/>
                    </a:cubicBezTo>
                    <a:cubicBezTo>
                      <a:pt x="692" y="373"/>
                      <a:pt x="692" y="373"/>
                      <a:pt x="692" y="373"/>
                    </a:cubicBezTo>
                    <a:cubicBezTo>
                      <a:pt x="658" y="379"/>
                      <a:pt x="658" y="379"/>
                      <a:pt x="658" y="379"/>
                    </a:cubicBezTo>
                    <a:cubicBezTo>
                      <a:pt x="656" y="372"/>
                      <a:pt x="656" y="372"/>
                      <a:pt x="656" y="372"/>
                    </a:cubicBezTo>
                    <a:cubicBezTo>
                      <a:pt x="671" y="369"/>
                      <a:pt x="671" y="369"/>
                      <a:pt x="671" y="369"/>
                    </a:cubicBezTo>
                    <a:cubicBezTo>
                      <a:pt x="669" y="355"/>
                      <a:pt x="669" y="355"/>
                      <a:pt x="669" y="355"/>
                    </a:cubicBezTo>
                    <a:cubicBezTo>
                      <a:pt x="654" y="358"/>
                      <a:pt x="654" y="358"/>
                      <a:pt x="654" y="358"/>
                    </a:cubicBezTo>
                    <a:cubicBezTo>
                      <a:pt x="653" y="351"/>
                      <a:pt x="653" y="351"/>
                      <a:pt x="653" y="351"/>
                    </a:cubicBezTo>
                    <a:cubicBezTo>
                      <a:pt x="687" y="344"/>
                      <a:pt x="687" y="344"/>
                      <a:pt x="687" y="344"/>
                    </a:cubicBezTo>
                    <a:cubicBezTo>
                      <a:pt x="689" y="352"/>
                      <a:pt x="689" y="352"/>
                      <a:pt x="689" y="352"/>
                    </a:cubicBezTo>
                    <a:close/>
                    <a:moveTo>
                      <a:pt x="695" y="386"/>
                    </a:moveTo>
                    <a:cubicBezTo>
                      <a:pt x="695" y="396"/>
                      <a:pt x="695" y="396"/>
                      <a:pt x="695" y="396"/>
                    </a:cubicBezTo>
                    <a:cubicBezTo>
                      <a:pt x="670" y="411"/>
                      <a:pt x="670" y="411"/>
                      <a:pt x="670" y="411"/>
                    </a:cubicBezTo>
                    <a:cubicBezTo>
                      <a:pt x="695" y="410"/>
                      <a:pt x="695" y="410"/>
                      <a:pt x="695" y="410"/>
                    </a:cubicBezTo>
                    <a:cubicBezTo>
                      <a:pt x="695" y="418"/>
                      <a:pt x="695" y="418"/>
                      <a:pt x="695" y="418"/>
                    </a:cubicBezTo>
                    <a:cubicBezTo>
                      <a:pt x="660" y="419"/>
                      <a:pt x="660" y="419"/>
                      <a:pt x="660" y="419"/>
                    </a:cubicBezTo>
                    <a:cubicBezTo>
                      <a:pt x="660" y="410"/>
                      <a:pt x="660" y="410"/>
                      <a:pt x="660" y="410"/>
                    </a:cubicBezTo>
                    <a:cubicBezTo>
                      <a:pt x="686" y="394"/>
                      <a:pt x="686" y="394"/>
                      <a:pt x="686" y="394"/>
                    </a:cubicBezTo>
                    <a:cubicBezTo>
                      <a:pt x="660" y="395"/>
                      <a:pt x="660" y="395"/>
                      <a:pt x="660" y="395"/>
                    </a:cubicBezTo>
                    <a:cubicBezTo>
                      <a:pt x="659" y="387"/>
                      <a:pt x="659" y="387"/>
                      <a:pt x="659" y="387"/>
                    </a:cubicBezTo>
                    <a:cubicBezTo>
                      <a:pt x="695" y="386"/>
                      <a:pt x="695" y="386"/>
                      <a:pt x="695" y="386"/>
                    </a:cubicBezTo>
                    <a:close/>
                    <a:moveTo>
                      <a:pt x="677" y="425"/>
                    </a:moveTo>
                    <a:cubicBezTo>
                      <a:pt x="683" y="426"/>
                      <a:pt x="688" y="428"/>
                      <a:pt x="690" y="431"/>
                    </a:cubicBezTo>
                    <a:cubicBezTo>
                      <a:pt x="693" y="434"/>
                      <a:pt x="694" y="439"/>
                      <a:pt x="693" y="445"/>
                    </a:cubicBezTo>
                    <a:cubicBezTo>
                      <a:pt x="692" y="451"/>
                      <a:pt x="690" y="455"/>
                      <a:pt x="687" y="458"/>
                    </a:cubicBezTo>
                    <a:cubicBezTo>
                      <a:pt x="684" y="460"/>
                      <a:pt x="679" y="461"/>
                      <a:pt x="673" y="460"/>
                    </a:cubicBezTo>
                    <a:cubicBezTo>
                      <a:pt x="667" y="459"/>
                      <a:pt x="662" y="457"/>
                      <a:pt x="660" y="454"/>
                    </a:cubicBezTo>
                    <a:cubicBezTo>
                      <a:pt x="657" y="451"/>
                      <a:pt x="656" y="446"/>
                      <a:pt x="657" y="440"/>
                    </a:cubicBezTo>
                    <a:cubicBezTo>
                      <a:pt x="657" y="434"/>
                      <a:pt x="659" y="430"/>
                      <a:pt x="663" y="427"/>
                    </a:cubicBezTo>
                    <a:cubicBezTo>
                      <a:pt x="666" y="425"/>
                      <a:pt x="671" y="424"/>
                      <a:pt x="677" y="425"/>
                    </a:cubicBezTo>
                    <a:close/>
                    <a:moveTo>
                      <a:pt x="687" y="444"/>
                    </a:moveTo>
                    <a:cubicBezTo>
                      <a:pt x="687" y="447"/>
                      <a:pt x="685" y="450"/>
                      <a:pt x="683" y="451"/>
                    </a:cubicBezTo>
                    <a:cubicBezTo>
                      <a:pt x="681" y="452"/>
                      <a:pt x="678" y="453"/>
                      <a:pt x="674" y="452"/>
                    </a:cubicBezTo>
                    <a:cubicBezTo>
                      <a:pt x="670" y="452"/>
                      <a:pt x="667" y="450"/>
                      <a:pt x="665" y="449"/>
                    </a:cubicBezTo>
                    <a:cubicBezTo>
                      <a:pt x="663" y="447"/>
                      <a:pt x="662" y="444"/>
                      <a:pt x="663" y="441"/>
                    </a:cubicBezTo>
                    <a:cubicBezTo>
                      <a:pt x="663" y="438"/>
                      <a:pt x="664" y="435"/>
                      <a:pt x="667" y="434"/>
                    </a:cubicBezTo>
                    <a:cubicBezTo>
                      <a:pt x="669" y="433"/>
                      <a:pt x="672" y="432"/>
                      <a:pt x="676" y="433"/>
                    </a:cubicBezTo>
                    <a:cubicBezTo>
                      <a:pt x="680" y="433"/>
                      <a:pt x="683" y="435"/>
                      <a:pt x="685" y="436"/>
                    </a:cubicBezTo>
                    <a:cubicBezTo>
                      <a:pt x="687" y="438"/>
                      <a:pt x="687" y="441"/>
                      <a:pt x="687" y="444"/>
                    </a:cubicBezTo>
                    <a:close/>
                    <a:moveTo>
                      <a:pt x="651" y="478"/>
                    </a:moveTo>
                    <a:cubicBezTo>
                      <a:pt x="652" y="474"/>
                      <a:pt x="653" y="472"/>
                      <a:pt x="654" y="471"/>
                    </a:cubicBezTo>
                    <a:cubicBezTo>
                      <a:pt x="655" y="469"/>
                      <a:pt x="656" y="468"/>
                      <a:pt x="658" y="467"/>
                    </a:cubicBezTo>
                    <a:cubicBezTo>
                      <a:pt x="659" y="466"/>
                      <a:pt x="661" y="466"/>
                      <a:pt x="662" y="465"/>
                    </a:cubicBezTo>
                    <a:cubicBezTo>
                      <a:pt x="664" y="465"/>
                      <a:pt x="666" y="466"/>
                      <a:pt x="669" y="466"/>
                    </a:cubicBezTo>
                    <a:cubicBezTo>
                      <a:pt x="689" y="471"/>
                      <a:pt x="689" y="471"/>
                      <a:pt x="689" y="471"/>
                    </a:cubicBezTo>
                    <a:cubicBezTo>
                      <a:pt x="687" y="478"/>
                      <a:pt x="687" y="478"/>
                      <a:pt x="687" y="478"/>
                    </a:cubicBezTo>
                    <a:cubicBezTo>
                      <a:pt x="667" y="474"/>
                      <a:pt x="667" y="474"/>
                      <a:pt x="667" y="474"/>
                    </a:cubicBezTo>
                    <a:cubicBezTo>
                      <a:pt x="665" y="473"/>
                      <a:pt x="664" y="473"/>
                      <a:pt x="663" y="473"/>
                    </a:cubicBezTo>
                    <a:cubicBezTo>
                      <a:pt x="662" y="473"/>
                      <a:pt x="661" y="473"/>
                      <a:pt x="661" y="473"/>
                    </a:cubicBezTo>
                    <a:cubicBezTo>
                      <a:pt x="660" y="474"/>
                      <a:pt x="659" y="475"/>
                      <a:pt x="658" y="475"/>
                    </a:cubicBezTo>
                    <a:cubicBezTo>
                      <a:pt x="658" y="476"/>
                      <a:pt x="657" y="478"/>
                      <a:pt x="657" y="480"/>
                    </a:cubicBezTo>
                    <a:cubicBezTo>
                      <a:pt x="655" y="488"/>
                      <a:pt x="655" y="488"/>
                      <a:pt x="655" y="488"/>
                    </a:cubicBezTo>
                    <a:cubicBezTo>
                      <a:pt x="649" y="487"/>
                      <a:pt x="649" y="487"/>
                      <a:pt x="649" y="487"/>
                    </a:cubicBezTo>
                    <a:cubicBezTo>
                      <a:pt x="651" y="478"/>
                      <a:pt x="651" y="478"/>
                      <a:pt x="651" y="478"/>
                    </a:cubicBezTo>
                    <a:close/>
                    <a:moveTo>
                      <a:pt x="667" y="494"/>
                    </a:moveTo>
                    <a:cubicBezTo>
                      <a:pt x="672" y="496"/>
                      <a:pt x="676" y="499"/>
                      <a:pt x="678" y="503"/>
                    </a:cubicBezTo>
                    <a:cubicBezTo>
                      <a:pt x="679" y="507"/>
                      <a:pt x="679" y="512"/>
                      <a:pt x="677" y="517"/>
                    </a:cubicBezTo>
                    <a:cubicBezTo>
                      <a:pt x="675" y="523"/>
                      <a:pt x="671" y="526"/>
                      <a:pt x="668" y="528"/>
                    </a:cubicBezTo>
                    <a:cubicBezTo>
                      <a:pt x="664" y="529"/>
                      <a:pt x="659" y="529"/>
                      <a:pt x="653" y="527"/>
                    </a:cubicBezTo>
                    <a:cubicBezTo>
                      <a:pt x="647" y="524"/>
                      <a:pt x="644" y="521"/>
                      <a:pt x="642" y="517"/>
                    </a:cubicBezTo>
                    <a:cubicBezTo>
                      <a:pt x="640" y="513"/>
                      <a:pt x="641" y="509"/>
                      <a:pt x="643" y="503"/>
                    </a:cubicBezTo>
                    <a:cubicBezTo>
                      <a:pt x="645" y="497"/>
                      <a:pt x="648" y="494"/>
                      <a:pt x="652" y="492"/>
                    </a:cubicBezTo>
                    <a:cubicBezTo>
                      <a:pt x="656" y="491"/>
                      <a:pt x="661" y="491"/>
                      <a:pt x="667" y="494"/>
                    </a:cubicBezTo>
                    <a:close/>
                    <a:moveTo>
                      <a:pt x="671" y="515"/>
                    </a:moveTo>
                    <a:cubicBezTo>
                      <a:pt x="670" y="518"/>
                      <a:pt x="668" y="520"/>
                      <a:pt x="666" y="520"/>
                    </a:cubicBezTo>
                    <a:cubicBezTo>
                      <a:pt x="663" y="521"/>
                      <a:pt x="660" y="521"/>
                      <a:pt x="656" y="519"/>
                    </a:cubicBezTo>
                    <a:cubicBezTo>
                      <a:pt x="652" y="517"/>
                      <a:pt x="650" y="516"/>
                      <a:pt x="649" y="513"/>
                    </a:cubicBezTo>
                    <a:cubicBezTo>
                      <a:pt x="647" y="511"/>
                      <a:pt x="647" y="508"/>
                      <a:pt x="648" y="505"/>
                    </a:cubicBezTo>
                    <a:cubicBezTo>
                      <a:pt x="650" y="502"/>
                      <a:pt x="651" y="500"/>
                      <a:pt x="654" y="500"/>
                    </a:cubicBezTo>
                    <a:cubicBezTo>
                      <a:pt x="656" y="499"/>
                      <a:pt x="660" y="500"/>
                      <a:pt x="664" y="501"/>
                    </a:cubicBezTo>
                    <a:cubicBezTo>
                      <a:pt x="667" y="503"/>
                      <a:pt x="670" y="505"/>
                      <a:pt x="671" y="507"/>
                    </a:cubicBezTo>
                    <a:cubicBezTo>
                      <a:pt x="672" y="509"/>
                      <a:pt x="672" y="512"/>
                      <a:pt x="671" y="515"/>
                    </a:cubicBezTo>
                    <a:close/>
                    <a:moveTo>
                      <a:pt x="641" y="544"/>
                    </a:moveTo>
                    <a:cubicBezTo>
                      <a:pt x="646" y="547"/>
                      <a:pt x="646" y="547"/>
                      <a:pt x="646" y="547"/>
                    </a:cubicBezTo>
                    <a:cubicBezTo>
                      <a:pt x="637" y="562"/>
                      <a:pt x="637" y="562"/>
                      <a:pt x="637" y="562"/>
                    </a:cubicBezTo>
                    <a:cubicBezTo>
                      <a:pt x="619" y="552"/>
                      <a:pt x="619" y="552"/>
                      <a:pt x="619" y="552"/>
                    </a:cubicBezTo>
                    <a:cubicBezTo>
                      <a:pt x="628" y="538"/>
                      <a:pt x="628" y="538"/>
                      <a:pt x="628" y="538"/>
                    </a:cubicBezTo>
                    <a:cubicBezTo>
                      <a:pt x="629" y="535"/>
                      <a:pt x="631" y="533"/>
                      <a:pt x="632" y="532"/>
                    </a:cubicBezTo>
                    <a:cubicBezTo>
                      <a:pt x="633" y="531"/>
                      <a:pt x="634" y="530"/>
                      <a:pt x="636" y="530"/>
                    </a:cubicBezTo>
                    <a:cubicBezTo>
                      <a:pt x="638" y="529"/>
                      <a:pt x="641" y="529"/>
                      <a:pt x="643" y="529"/>
                    </a:cubicBezTo>
                    <a:cubicBezTo>
                      <a:pt x="645" y="529"/>
                      <a:pt x="648" y="530"/>
                      <a:pt x="651" y="532"/>
                    </a:cubicBezTo>
                    <a:cubicBezTo>
                      <a:pt x="656" y="535"/>
                      <a:pt x="659" y="539"/>
                      <a:pt x="661" y="543"/>
                    </a:cubicBezTo>
                    <a:cubicBezTo>
                      <a:pt x="662" y="547"/>
                      <a:pt x="661" y="551"/>
                      <a:pt x="658" y="556"/>
                    </a:cubicBezTo>
                    <a:cubicBezTo>
                      <a:pt x="650" y="570"/>
                      <a:pt x="650" y="570"/>
                      <a:pt x="650" y="570"/>
                    </a:cubicBezTo>
                    <a:cubicBezTo>
                      <a:pt x="644" y="567"/>
                      <a:pt x="644" y="567"/>
                      <a:pt x="644" y="567"/>
                    </a:cubicBezTo>
                    <a:cubicBezTo>
                      <a:pt x="653" y="553"/>
                      <a:pt x="653" y="553"/>
                      <a:pt x="653" y="553"/>
                    </a:cubicBezTo>
                    <a:cubicBezTo>
                      <a:pt x="654" y="550"/>
                      <a:pt x="654" y="548"/>
                      <a:pt x="654" y="546"/>
                    </a:cubicBezTo>
                    <a:cubicBezTo>
                      <a:pt x="653" y="544"/>
                      <a:pt x="650" y="542"/>
                      <a:pt x="647" y="539"/>
                    </a:cubicBezTo>
                    <a:cubicBezTo>
                      <a:pt x="644" y="537"/>
                      <a:pt x="641" y="537"/>
                      <a:pt x="639" y="537"/>
                    </a:cubicBezTo>
                    <a:cubicBezTo>
                      <a:pt x="636" y="537"/>
                      <a:pt x="635" y="538"/>
                      <a:pt x="633" y="541"/>
                    </a:cubicBezTo>
                    <a:cubicBezTo>
                      <a:pt x="629" y="548"/>
                      <a:pt x="629" y="548"/>
                      <a:pt x="629" y="548"/>
                    </a:cubicBezTo>
                    <a:cubicBezTo>
                      <a:pt x="636" y="553"/>
                      <a:pt x="636" y="553"/>
                      <a:pt x="636" y="553"/>
                    </a:cubicBezTo>
                    <a:cubicBezTo>
                      <a:pt x="641" y="544"/>
                      <a:pt x="641" y="544"/>
                      <a:pt x="641" y="544"/>
                    </a:cubicBezTo>
                    <a:close/>
                    <a:moveTo>
                      <a:pt x="648" y="574"/>
                    </a:moveTo>
                    <a:cubicBezTo>
                      <a:pt x="643" y="581"/>
                      <a:pt x="643" y="581"/>
                      <a:pt x="643" y="581"/>
                    </a:cubicBezTo>
                    <a:cubicBezTo>
                      <a:pt x="627" y="580"/>
                      <a:pt x="627" y="580"/>
                      <a:pt x="627" y="580"/>
                    </a:cubicBezTo>
                    <a:cubicBezTo>
                      <a:pt x="632" y="595"/>
                      <a:pt x="632" y="595"/>
                      <a:pt x="632" y="595"/>
                    </a:cubicBezTo>
                    <a:cubicBezTo>
                      <a:pt x="627" y="602"/>
                      <a:pt x="627" y="602"/>
                      <a:pt x="627" y="602"/>
                    </a:cubicBezTo>
                    <a:cubicBezTo>
                      <a:pt x="619" y="579"/>
                      <a:pt x="619" y="579"/>
                      <a:pt x="619" y="579"/>
                    </a:cubicBezTo>
                    <a:cubicBezTo>
                      <a:pt x="607" y="570"/>
                      <a:pt x="607" y="570"/>
                      <a:pt x="607" y="570"/>
                    </a:cubicBezTo>
                    <a:cubicBezTo>
                      <a:pt x="611" y="564"/>
                      <a:pt x="611" y="564"/>
                      <a:pt x="611" y="564"/>
                    </a:cubicBezTo>
                    <a:cubicBezTo>
                      <a:pt x="624" y="573"/>
                      <a:pt x="624" y="573"/>
                      <a:pt x="624" y="573"/>
                    </a:cubicBezTo>
                    <a:cubicBezTo>
                      <a:pt x="648" y="574"/>
                      <a:pt x="648" y="574"/>
                      <a:pt x="648" y="574"/>
                    </a:cubicBezTo>
                    <a:close/>
                    <a:moveTo>
                      <a:pt x="264" y="535"/>
                    </a:moveTo>
                    <a:cubicBezTo>
                      <a:pt x="392" y="535"/>
                      <a:pt x="392" y="535"/>
                      <a:pt x="392" y="535"/>
                    </a:cubicBezTo>
                    <a:cubicBezTo>
                      <a:pt x="401" y="536"/>
                      <a:pt x="400" y="566"/>
                      <a:pt x="392" y="565"/>
                    </a:cubicBezTo>
                    <a:cubicBezTo>
                      <a:pt x="264" y="565"/>
                      <a:pt x="264" y="565"/>
                      <a:pt x="264" y="565"/>
                    </a:cubicBezTo>
                    <a:cubicBezTo>
                      <a:pt x="275" y="565"/>
                      <a:pt x="276" y="536"/>
                      <a:pt x="264" y="535"/>
                    </a:cubicBezTo>
                    <a:close/>
                    <a:moveTo>
                      <a:pt x="550" y="535"/>
                    </a:moveTo>
                    <a:cubicBezTo>
                      <a:pt x="538" y="536"/>
                      <a:pt x="539" y="565"/>
                      <a:pt x="550" y="565"/>
                    </a:cubicBezTo>
                    <a:cubicBezTo>
                      <a:pt x="421" y="565"/>
                      <a:pt x="421" y="565"/>
                      <a:pt x="421" y="565"/>
                    </a:cubicBezTo>
                    <a:cubicBezTo>
                      <a:pt x="413" y="566"/>
                      <a:pt x="412" y="536"/>
                      <a:pt x="421" y="535"/>
                    </a:cubicBezTo>
                    <a:cubicBezTo>
                      <a:pt x="550" y="535"/>
                      <a:pt x="550" y="535"/>
                      <a:pt x="550" y="535"/>
                    </a:cubicBezTo>
                    <a:close/>
                    <a:moveTo>
                      <a:pt x="495" y="212"/>
                    </a:moveTo>
                    <a:cubicBezTo>
                      <a:pt x="495" y="260"/>
                      <a:pt x="495" y="260"/>
                      <a:pt x="495" y="260"/>
                    </a:cubicBezTo>
                    <a:cubicBezTo>
                      <a:pt x="481" y="257"/>
                      <a:pt x="469" y="266"/>
                      <a:pt x="462" y="280"/>
                    </a:cubicBezTo>
                    <a:cubicBezTo>
                      <a:pt x="462" y="449"/>
                      <a:pt x="462" y="449"/>
                      <a:pt x="462" y="449"/>
                    </a:cubicBezTo>
                    <a:cubicBezTo>
                      <a:pt x="493" y="439"/>
                      <a:pt x="510" y="421"/>
                      <a:pt x="516" y="396"/>
                    </a:cubicBezTo>
                    <a:cubicBezTo>
                      <a:pt x="519" y="389"/>
                      <a:pt x="519" y="377"/>
                      <a:pt x="514" y="358"/>
                    </a:cubicBezTo>
                    <a:cubicBezTo>
                      <a:pt x="501" y="332"/>
                      <a:pt x="486" y="324"/>
                      <a:pt x="477" y="327"/>
                    </a:cubicBezTo>
                    <a:cubicBezTo>
                      <a:pt x="477" y="278"/>
                      <a:pt x="477" y="278"/>
                      <a:pt x="477" y="278"/>
                    </a:cubicBezTo>
                    <a:cubicBezTo>
                      <a:pt x="516" y="281"/>
                      <a:pt x="552" y="305"/>
                      <a:pt x="562" y="357"/>
                    </a:cubicBezTo>
                    <a:cubicBezTo>
                      <a:pt x="570" y="390"/>
                      <a:pt x="562" y="422"/>
                      <a:pt x="545" y="449"/>
                    </a:cubicBezTo>
                    <a:cubicBezTo>
                      <a:pt x="523" y="472"/>
                      <a:pt x="499" y="491"/>
                      <a:pt x="462" y="497"/>
                    </a:cubicBezTo>
                    <a:cubicBezTo>
                      <a:pt x="462" y="514"/>
                      <a:pt x="462" y="514"/>
                      <a:pt x="462" y="514"/>
                    </a:cubicBezTo>
                    <a:cubicBezTo>
                      <a:pt x="413" y="514"/>
                      <a:pt x="413" y="514"/>
                      <a:pt x="413" y="514"/>
                    </a:cubicBezTo>
                    <a:cubicBezTo>
                      <a:pt x="413" y="274"/>
                      <a:pt x="413" y="274"/>
                      <a:pt x="413" y="274"/>
                    </a:cubicBezTo>
                    <a:cubicBezTo>
                      <a:pt x="425" y="233"/>
                      <a:pt x="453" y="213"/>
                      <a:pt x="495" y="212"/>
                    </a:cubicBezTo>
                    <a:close/>
                    <a:moveTo>
                      <a:pt x="316" y="212"/>
                    </a:moveTo>
                    <a:cubicBezTo>
                      <a:pt x="358" y="213"/>
                      <a:pt x="386" y="233"/>
                      <a:pt x="398" y="274"/>
                    </a:cubicBezTo>
                    <a:cubicBezTo>
                      <a:pt x="398" y="514"/>
                      <a:pt x="398" y="514"/>
                      <a:pt x="398" y="514"/>
                    </a:cubicBezTo>
                    <a:cubicBezTo>
                      <a:pt x="349" y="514"/>
                      <a:pt x="349" y="514"/>
                      <a:pt x="349" y="514"/>
                    </a:cubicBezTo>
                    <a:cubicBezTo>
                      <a:pt x="349" y="497"/>
                      <a:pt x="349" y="497"/>
                      <a:pt x="349" y="497"/>
                    </a:cubicBezTo>
                    <a:cubicBezTo>
                      <a:pt x="312" y="491"/>
                      <a:pt x="288" y="472"/>
                      <a:pt x="267" y="449"/>
                    </a:cubicBezTo>
                    <a:cubicBezTo>
                      <a:pt x="249" y="422"/>
                      <a:pt x="241" y="390"/>
                      <a:pt x="249" y="357"/>
                    </a:cubicBezTo>
                    <a:cubicBezTo>
                      <a:pt x="259" y="305"/>
                      <a:pt x="295" y="281"/>
                      <a:pt x="334" y="278"/>
                    </a:cubicBezTo>
                    <a:cubicBezTo>
                      <a:pt x="334" y="327"/>
                      <a:pt x="334" y="327"/>
                      <a:pt x="334" y="327"/>
                    </a:cubicBezTo>
                    <a:cubicBezTo>
                      <a:pt x="325" y="324"/>
                      <a:pt x="310" y="332"/>
                      <a:pt x="297" y="358"/>
                    </a:cubicBezTo>
                    <a:cubicBezTo>
                      <a:pt x="292" y="377"/>
                      <a:pt x="292" y="389"/>
                      <a:pt x="295" y="396"/>
                    </a:cubicBezTo>
                    <a:cubicBezTo>
                      <a:pt x="302" y="421"/>
                      <a:pt x="318" y="439"/>
                      <a:pt x="349" y="449"/>
                    </a:cubicBezTo>
                    <a:cubicBezTo>
                      <a:pt x="349" y="280"/>
                      <a:pt x="349" y="280"/>
                      <a:pt x="349" y="280"/>
                    </a:cubicBezTo>
                    <a:cubicBezTo>
                      <a:pt x="343" y="266"/>
                      <a:pt x="330" y="257"/>
                      <a:pt x="316" y="260"/>
                    </a:cubicBezTo>
                    <a:cubicBezTo>
                      <a:pt x="316" y="212"/>
                      <a:pt x="316" y="212"/>
                      <a:pt x="316" y="212"/>
                    </a:cubicBezTo>
                    <a:close/>
                    <a:moveTo>
                      <a:pt x="249" y="587"/>
                    </a:moveTo>
                    <a:cubicBezTo>
                      <a:pt x="567" y="587"/>
                      <a:pt x="567" y="587"/>
                      <a:pt x="567" y="587"/>
                    </a:cubicBezTo>
                    <a:cubicBezTo>
                      <a:pt x="567" y="615"/>
                      <a:pt x="567" y="615"/>
                      <a:pt x="567" y="615"/>
                    </a:cubicBezTo>
                    <a:cubicBezTo>
                      <a:pt x="249" y="615"/>
                      <a:pt x="249" y="615"/>
                      <a:pt x="249" y="615"/>
                    </a:cubicBezTo>
                    <a:lnTo>
                      <a:pt x="249" y="5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  <a:endParaRPr/>
              </a:p>
            </p:txBody>
          </p:sp>
        </p:grpSp>
        <p:cxnSp>
          <p:nvCxnSpPr>
            <p:cNvPr id="32" name="直接连接符 31">
              <a:extLst>
                <a:ext uri="{FF2B5EF4-FFF2-40B4-BE49-F238E27FC236}">
                  <a16:creationId xmlns:a16="http://schemas.microsoft.com/office/drawing/2014/main" id="{62BAE69D-EDBF-4F60-9DA2-699991C52DA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66918" y="4184198"/>
              <a:ext cx="1553997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3" name="直接连接符 32">
            <a:extLst>
              <a:ext uri="{FF2B5EF4-FFF2-40B4-BE49-F238E27FC236}">
                <a16:creationId xmlns:a16="http://schemas.microsoft.com/office/drawing/2014/main" id="{E4E18912-55E8-44B7-8CB8-18C4CE9AFCA9}"/>
              </a:ext>
            </a:extLst>
          </p:cNvPr>
          <p:cNvCxnSpPr>
            <a:cxnSpLocks/>
          </p:cNvCxnSpPr>
          <p:nvPr userDrawn="1"/>
        </p:nvCxnSpPr>
        <p:spPr>
          <a:xfrm>
            <a:off x="1425031" y="1317941"/>
            <a:ext cx="591154" cy="0"/>
          </a:xfrm>
          <a:prstGeom prst="line">
            <a:avLst/>
          </a:prstGeom>
          <a:ln w="12700" cap="rnd"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>
            <a:extLst>
              <a:ext uri="{FF2B5EF4-FFF2-40B4-BE49-F238E27FC236}">
                <a16:creationId xmlns:a16="http://schemas.microsoft.com/office/drawing/2014/main" id="{937C86F2-BA7F-4398-937F-CAFC908C22A4}"/>
              </a:ext>
            </a:extLst>
          </p:cNvPr>
          <p:cNvCxnSpPr>
            <a:cxnSpLocks/>
          </p:cNvCxnSpPr>
          <p:nvPr userDrawn="1"/>
        </p:nvCxnSpPr>
        <p:spPr>
          <a:xfrm>
            <a:off x="1631422" y="1341752"/>
            <a:ext cx="801992" cy="0"/>
          </a:xfrm>
          <a:prstGeom prst="line">
            <a:avLst/>
          </a:prstGeom>
          <a:ln w="12700" cap="rnd"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>
            <a:extLst>
              <a:ext uri="{FF2B5EF4-FFF2-40B4-BE49-F238E27FC236}">
                <a16:creationId xmlns:a16="http://schemas.microsoft.com/office/drawing/2014/main" id="{AE661067-1967-4EF8-84C2-5FC2AB30DB85}"/>
              </a:ext>
            </a:extLst>
          </p:cNvPr>
          <p:cNvCxnSpPr>
            <a:cxnSpLocks/>
          </p:cNvCxnSpPr>
          <p:nvPr userDrawn="1"/>
        </p:nvCxnSpPr>
        <p:spPr>
          <a:xfrm>
            <a:off x="5356685" y="3403914"/>
            <a:ext cx="1204134" cy="0"/>
          </a:xfrm>
          <a:prstGeom prst="line">
            <a:avLst/>
          </a:prstGeom>
          <a:ln w="12700" cap="rnd"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>
            <a:extLst>
              <a:ext uri="{FF2B5EF4-FFF2-40B4-BE49-F238E27FC236}">
                <a16:creationId xmlns:a16="http://schemas.microsoft.com/office/drawing/2014/main" id="{181C67DA-F4B9-43FA-BD1D-6CA0C9A011AC}"/>
              </a:ext>
            </a:extLst>
          </p:cNvPr>
          <p:cNvCxnSpPr>
            <a:cxnSpLocks/>
          </p:cNvCxnSpPr>
          <p:nvPr userDrawn="1"/>
        </p:nvCxnSpPr>
        <p:spPr>
          <a:xfrm>
            <a:off x="5563076" y="3427725"/>
            <a:ext cx="1245394" cy="0"/>
          </a:xfrm>
          <a:prstGeom prst="line">
            <a:avLst/>
          </a:prstGeom>
          <a:ln w="12700" cap="rnd"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>
            <a:extLst>
              <a:ext uri="{FF2B5EF4-FFF2-40B4-BE49-F238E27FC236}">
                <a16:creationId xmlns:a16="http://schemas.microsoft.com/office/drawing/2014/main" id="{3BCEADA6-CA5A-4AFC-9BC3-2135D337E5C3}"/>
              </a:ext>
            </a:extLst>
          </p:cNvPr>
          <p:cNvCxnSpPr>
            <a:cxnSpLocks/>
          </p:cNvCxnSpPr>
          <p:nvPr userDrawn="1"/>
        </p:nvCxnSpPr>
        <p:spPr>
          <a:xfrm>
            <a:off x="3423570" y="5635938"/>
            <a:ext cx="591154" cy="0"/>
          </a:xfrm>
          <a:prstGeom prst="line">
            <a:avLst/>
          </a:prstGeom>
          <a:ln w="12700" cap="rnd"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>
            <a:extLst>
              <a:ext uri="{FF2B5EF4-FFF2-40B4-BE49-F238E27FC236}">
                <a16:creationId xmlns:a16="http://schemas.microsoft.com/office/drawing/2014/main" id="{93108D4E-4A21-4559-A420-B3CA8316AF53}"/>
              </a:ext>
            </a:extLst>
          </p:cNvPr>
          <p:cNvCxnSpPr>
            <a:cxnSpLocks/>
          </p:cNvCxnSpPr>
          <p:nvPr userDrawn="1"/>
        </p:nvCxnSpPr>
        <p:spPr>
          <a:xfrm>
            <a:off x="3629961" y="5659749"/>
            <a:ext cx="1468295" cy="0"/>
          </a:xfrm>
          <a:prstGeom prst="line">
            <a:avLst/>
          </a:prstGeom>
          <a:ln w="12700" cap="rnd"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804724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1366" userDrawn="1">
          <p15:clr>
            <a:srgbClr val="FBAE40"/>
          </p15:clr>
        </p15:guide>
        <p15:guide id="4" orient="horz" pos="2954" userDrawn="1">
          <p15:clr>
            <a:srgbClr val="FBAE40"/>
          </p15:clr>
        </p15:guide>
        <p15:guide id="5" orient="horz" pos="391">
          <p15:clr>
            <a:srgbClr val="FBAE40"/>
          </p15:clr>
        </p15:guide>
        <p15:guide id="6" orient="horz" pos="3929">
          <p15:clr>
            <a:srgbClr val="FBAE40"/>
          </p15:clr>
        </p15:guide>
        <p15:guide id="7" pos="7287" userDrawn="1">
          <p15:clr>
            <a:srgbClr val="FBAE40"/>
          </p15:clr>
        </p15:guide>
        <p15:guide id="8" pos="393" userDrawn="1">
          <p15:clr>
            <a:srgbClr val="FBAE40"/>
          </p15:clr>
        </p15:guide>
        <p15:guide id="10" orient="horz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转场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矩形 43">
            <a:extLst>
              <a:ext uri="{FF2B5EF4-FFF2-40B4-BE49-F238E27FC236}">
                <a16:creationId xmlns:a16="http://schemas.microsoft.com/office/drawing/2014/main" id="{89F3374C-7254-4138-B0B0-0CD4A76B32E9}"/>
              </a:ext>
            </a:extLst>
          </p:cNvPr>
          <p:cNvSpPr/>
          <p:nvPr userDrawn="1"/>
        </p:nvSpPr>
        <p:spPr>
          <a:xfrm>
            <a:off x="0" y="3418932"/>
            <a:ext cx="12210654" cy="3439067"/>
          </a:xfrm>
          <a:prstGeom prst="rect">
            <a:avLst/>
          </a:prstGeom>
          <a:blipFill dpi="0" rotWithShape="1">
            <a:blip r:embed="rId3" cstate="email">
              <a:alphaModFix amt="9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6" name="矩形 55">
            <a:extLst>
              <a:ext uri="{FF2B5EF4-FFF2-40B4-BE49-F238E27FC236}">
                <a16:creationId xmlns:a16="http://schemas.microsoft.com/office/drawing/2014/main" id="{64765955-93C5-4346-BF40-FA3E17D57827}"/>
              </a:ext>
            </a:extLst>
          </p:cNvPr>
          <p:cNvSpPr/>
          <p:nvPr userDrawn="1"/>
        </p:nvSpPr>
        <p:spPr>
          <a:xfrm>
            <a:off x="-8413" y="-4480"/>
            <a:ext cx="12211049" cy="342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: 圆角 5">
            <a:extLst>
              <a:ext uri="{FF2B5EF4-FFF2-40B4-BE49-F238E27FC236}">
                <a16:creationId xmlns:a16="http://schemas.microsoft.com/office/drawing/2014/main" id="{8028CC50-3A9F-49F5-9734-1AC7E1BC3E10}"/>
              </a:ext>
            </a:extLst>
          </p:cNvPr>
          <p:cNvSpPr/>
          <p:nvPr userDrawn="1"/>
        </p:nvSpPr>
        <p:spPr>
          <a:xfrm>
            <a:off x="1092200" y="1713912"/>
            <a:ext cx="3323806" cy="3429000"/>
          </a:xfrm>
          <a:prstGeom prst="roundRect">
            <a:avLst>
              <a:gd name="adj" fmla="val 2253"/>
            </a:avLst>
          </a:prstGeom>
          <a:solidFill>
            <a:schemeClr val="bg1"/>
          </a:solidFill>
          <a:ln w="0"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2B0C73FB-EC75-4CAE-942B-0CBDBF278F30}"/>
              </a:ext>
            </a:extLst>
          </p:cNvPr>
          <p:cNvSpPr/>
          <p:nvPr userDrawn="1"/>
        </p:nvSpPr>
        <p:spPr>
          <a:xfrm>
            <a:off x="1084795" y="2616250"/>
            <a:ext cx="137267" cy="1624325"/>
          </a:xfrm>
          <a:prstGeom prst="rect">
            <a:avLst/>
          </a:prstGeom>
          <a:solidFill>
            <a:schemeClr val="accent2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文本占位符 31">
            <a:extLst>
              <a:ext uri="{FF2B5EF4-FFF2-40B4-BE49-F238E27FC236}">
                <a16:creationId xmlns:a16="http://schemas.microsoft.com/office/drawing/2014/main" id="{DD6D719D-0940-40BB-92B5-FE31674E16D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451650" y="1998325"/>
            <a:ext cx="5773628" cy="553584"/>
          </a:xfrm>
        </p:spPr>
        <p:txBody>
          <a:bodyPr>
            <a:noAutofit/>
          </a:bodyPr>
          <a:lstStyle>
            <a:lvl1pPr algn="r">
              <a:defRPr sz="4400">
                <a:solidFill>
                  <a:schemeClr val="bg1"/>
                </a:solidFill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请在此处添加你的标题</a:t>
            </a:r>
          </a:p>
        </p:txBody>
      </p:sp>
      <p:sp>
        <p:nvSpPr>
          <p:cNvPr id="36" name="文本占位符 35">
            <a:extLst>
              <a:ext uri="{FF2B5EF4-FFF2-40B4-BE49-F238E27FC236}">
                <a16:creationId xmlns:a16="http://schemas.microsoft.com/office/drawing/2014/main" id="{0C4CA3E2-078D-48C9-A748-0A3FF536DB5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451650" y="2801310"/>
            <a:ext cx="5773628" cy="240597"/>
          </a:xfrm>
        </p:spPr>
        <p:txBody>
          <a:bodyPr>
            <a:noAutofit/>
          </a:bodyPr>
          <a:lstStyle>
            <a:lvl1pPr algn="r" hangingPunct="0">
              <a:defRPr sz="1800">
                <a:solidFill>
                  <a:schemeClr val="bg1"/>
                </a:solidFill>
                <a:latin typeface="Alibaba Sans Medium" panose="020B0603020203040204" pitchFamily="34" charset="0"/>
                <a:ea typeface="思源黑体 CN Normal" panose="020B0400000000000000" pitchFamily="34" charset="-122"/>
                <a:cs typeface="Alibaba Sans Medium" panose="020B0603020203040204" pitchFamily="34" charset="0"/>
              </a:defRPr>
            </a:lvl1pPr>
          </a:lstStyle>
          <a:p>
            <a:pPr lvl="0"/>
            <a:r>
              <a:rPr lang="zh-CN" altLang="en-US" dirty="0"/>
              <a:t>请在此处添加英文标题</a:t>
            </a:r>
          </a:p>
        </p:txBody>
      </p:sp>
      <p:grpSp>
        <p:nvGrpSpPr>
          <p:cNvPr id="49" name="组合 48">
            <a:extLst>
              <a:ext uri="{FF2B5EF4-FFF2-40B4-BE49-F238E27FC236}">
                <a16:creationId xmlns:a16="http://schemas.microsoft.com/office/drawing/2014/main" id="{515CE431-0C70-49B2-A404-3E8B637DDF10}"/>
              </a:ext>
            </a:extLst>
          </p:cNvPr>
          <p:cNvGrpSpPr/>
          <p:nvPr userDrawn="1"/>
        </p:nvGrpSpPr>
        <p:grpSpPr>
          <a:xfrm>
            <a:off x="10856988" y="3737304"/>
            <a:ext cx="245390" cy="128440"/>
            <a:chOff x="4909622" y="1685731"/>
            <a:chExt cx="2144762" cy="1122596"/>
          </a:xfrm>
        </p:grpSpPr>
        <p:sp>
          <p:nvSpPr>
            <p:cNvPr id="50" name="菱形 49">
              <a:extLst>
                <a:ext uri="{FF2B5EF4-FFF2-40B4-BE49-F238E27FC236}">
                  <a16:creationId xmlns:a16="http://schemas.microsoft.com/office/drawing/2014/main" id="{1CBD37C4-7660-4B6E-801B-B527B705FEA7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1" name="任意多边形: 形状 50">
              <a:extLst>
                <a:ext uri="{FF2B5EF4-FFF2-40B4-BE49-F238E27FC236}">
                  <a16:creationId xmlns:a16="http://schemas.microsoft.com/office/drawing/2014/main" id="{154EA911-84DD-4C6A-B7E9-954EBCAEB76E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52" name="直接连接符 51">
              <a:extLst>
                <a:ext uri="{FF2B5EF4-FFF2-40B4-BE49-F238E27FC236}">
                  <a16:creationId xmlns:a16="http://schemas.microsoft.com/office/drawing/2014/main" id="{ED38152B-05F3-41AF-8E1B-A0D78E48D49B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椭圆 52">
              <a:extLst>
                <a:ext uri="{FF2B5EF4-FFF2-40B4-BE49-F238E27FC236}">
                  <a16:creationId xmlns:a16="http://schemas.microsoft.com/office/drawing/2014/main" id="{1DCE27DB-ED5F-493C-A26F-DDB0F8D8C754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" name="等腰三角形 53">
              <a:extLst>
                <a:ext uri="{FF2B5EF4-FFF2-40B4-BE49-F238E27FC236}">
                  <a16:creationId xmlns:a16="http://schemas.microsoft.com/office/drawing/2014/main" id="{BBA9FE7C-F992-4093-A7C2-17FACCAE7547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1" name="组合 60">
            <a:extLst>
              <a:ext uri="{FF2B5EF4-FFF2-40B4-BE49-F238E27FC236}">
                <a16:creationId xmlns:a16="http://schemas.microsoft.com/office/drawing/2014/main" id="{FAB63EE9-5748-4E9F-A263-95DB5792B754}"/>
              </a:ext>
            </a:extLst>
          </p:cNvPr>
          <p:cNvGrpSpPr/>
          <p:nvPr userDrawn="1"/>
        </p:nvGrpSpPr>
        <p:grpSpPr>
          <a:xfrm>
            <a:off x="10856988" y="4086704"/>
            <a:ext cx="245390" cy="128440"/>
            <a:chOff x="4909622" y="1685731"/>
            <a:chExt cx="2144762" cy="1122596"/>
          </a:xfrm>
        </p:grpSpPr>
        <p:sp>
          <p:nvSpPr>
            <p:cNvPr id="62" name="菱形 61">
              <a:extLst>
                <a:ext uri="{FF2B5EF4-FFF2-40B4-BE49-F238E27FC236}">
                  <a16:creationId xmlns:a16="http://schemas.microsoft.com/office/drawing/2014/main" id="{EBB241C4-2276-4EE2-A336-F1EB49AECA05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" name="任意多边形: 形状 62">
              <a:extLst>
                <a:ext uri="{FF2B5EF4-FFF2-40B4-BE49-F238E27FC236}">
                  <a16:creationId xmlns:a16="http://schemas.microsoft.com/office/drawing/2014/main" id="{B36A30F5-3466-4E49-8B05-285E44B6AF9B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64" name="直接连接符 63">
              <a:extLst>
                <a:ext uri="{FF2B5EF4-FFF2-40B4-BE49-F238E27FC236}">
                  <a16:creationId xmlns:a16="http://schemas.microsoft.com/office/drawing/2014/main" id="{A4173870-7788-46A8-9702-23FF42687588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椭圆 64">
              <a:extLst>
                <a:ext uri="{FF2B5EF4-FFF2-40B4-BE49-F238E27FC236}">
                  <a16:creationId xmlns:a16="http://schemas.microsoft.com/office/drawing/2014/main" id="{BBBD3BEE-BA61-48C2-BC0D-110096926649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6" name="等腰三角形 65">
              <a:extLst>
                <a:ext uri="{FF2B5EF4-FFF2-40B4-BE49-F238E27FC236}">
                  <a16:creationId xmlns:a16="http://schemas.microsoft.com/office/drawing/2014/main" id="{BDFC7297-3671-4D2E-990F-76ADF04A2874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7" name="组合 66">
            <a:extLst>
              <a:ext uri="{FF2B5EF4-FFF2-40B4-BE49-F238E27FC236}">
                <a16:creationId xmlns:a16="http://schemas.microsoft.com/office/drawing/2014/main" id="{D86A985A-CF4E-4AB0-A79E-F502D3BBBBE8}"/>
              </a:ext>
            </a:extLst>
          </p:cNvPr>
          <p:cNvGrpSpPr/>
          <p:nvPr userDrawn="1"/>
        </p:nvGrpSpPr>
        <p:grpSpPr>
          <a:xfrm>
            <a:off x="10856988" y="4436104"/>
            <a:ext cx="245390" cy="128440"/>
            <a:chOff x="4909622" y="1685731"/>
            <a:chExt cx="2144762" cy="1122596"/>
          </a:xfrm>
        </p:grpSpPr>
        <p:sp>
          <p:nvSpPr>
            <p:cNvPr id="68" name="菱形 67">
              <a:extLst>
                <a:ext uri="{FF2B5EF4-FFF2-40B4-BE49-F238E27FC236}">
                  <a16:creationId xmlns:a16="http://schemas.microsoft.com/office/drawing/2014/main" id="{A46781E0-6F5F-4CC2-B915-457BA3EE2B27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9" name="任意多边形: 形状 68">
              <a:extLst>
                <a:ext uri="{FF2B5EF4-FFF2-40B4-BE49-F238E27FC236}">
                  <a16:creationId xmlns:a16="http://schemas.microsoft.com/office/drawing/2014/main" id="{C7AF4FC5-25EF-4E82-A550-EF773EE3F881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70" name="直接连接符 69">
              <a:extLst>
                <a:ext uri="{FF2B5EF4-FFF2-40B4-BE49-F238E27FC236}">
                  <a16:creationId xmlns:a16="http://schemas.microsoft.com/office/drawing/2014/main" id="{0718A07E-A25F-42B2-B495-81369E29AFBB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椭圆 70">
              <a:extLst>
                <a:ext uri="{FF2B5EF4-FFF2-40B4-BE49-F238E27FC236}">
                  <a16:creationId xmlns:a16="http://schemas.microsoft.com/office/drawing/2014/main" id="{287498D2-7C7E-4EAA-B157-B404F06C21BA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2" name="等腰三角形 71">
              <a:extLst>
                <a:ext uri="{FF2B5EF4-FFF2-40B4-BE49-F238E27FC236}">
                  <a16:creationId xmlns:a16="http://schemas.microsoft.com/office/drawing/2014/main" id="{DC0AA951-D55D-40DD-9F5F-A5DE39F97B04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3" name="组合 72">
            <a:extLst>
              <a:ext uri="{FF2B5EF4-FFF2-40B4-BE49-F238E27FC236}">
                <a16:creationId xmlns:a16="http://schemas.microsoft.com/office/drawing/2014/main" id="{AECF6524-503A-4188-BF51-A2644E4AFEB8}"/>
              </a:ext>
            </a:extLst>
          </p:cNvPr>
          <p:cNvGrpSpPr/>
          <p:nvPr userDrawn="1"/>
        </p:nvGrpSpPr>
        <p:grpSpPr>
          <a:xfrm>
            <a:off x="10856988" y="4785503"/>
            <a:ext cx="245390" cy="128440"/>
            <a:chOff x="4909622" y="1685731"/>
            <a:chExt cx="2144762" cy="1122596"/>
          </a:xfrm>
        </p:grpSpPr>
        <p:sp>
          <p:nvSpPr>
            <p:cNvPr id="74" name="菱形 73">
              <a:extLst>
                <a:ext uri="{FF2B5EF4-FFF2-40B4-BE49-F238E27FC236}">
                  <a16:creationId xmlns:a16="http://schemas.microsoft.com/office/drawing/2014/main" id="{0C4AE2E9-C326-402D-A962-3D3945361D1D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5" name="任意多边形: 形状 74">
              <a:extLst>
                <a:ext uri="{FF2B5EF4-FFF2-40B4-BE49-F238E27FC236}">
                  <a16:creationId xmlns:a16="http://schemas.microsoft.com/office/drawing/2014/main" id="{63865D75-B403-43A2-B8D5-190EA434CF00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76" name="直接连接符 75">
              <a:extLst>
                <a:ext uri="{FF2B5EF4-FFF2-40B4-BE49-F238E27FC236}">
                  <a16:creationId xmlns:a16="http://schemas.microsoft.com/office/drawing/2014/main" id="{CBEC8D34-0749-4E5D-B1E8-FCFE1BE274C1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椭圆 76">
              <a:extLst>
                <a:ext uri="{FF2B5EF4-FFF2-40B4-BE49-F238E27FC236}">
                  <a16:creationId xmlns:a16="http://schemas.microsoft.com/office/drawing/2014/main" id="{91C7DA38-9638-4371-B8E7-7B1ED4E5A53F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8" name="等腰三角形 77">
              <a:extLst>
                <a:ext uri="{FF2B5EF4-FFF2-40B4-BE49-F238E27FC236}">
                  <a16:creationId xmlns:a16="http://schemas.microsoft.com/office/drawing/2014/main" id="{CFA15267-4043-45A2-B301-DD48B3EA3437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80" name="文本占位符 79">
            <a:extLst>
              <a:ext uri="{FF2B5EF4-FFF2-40B4-BE49-F238E27FC236}">
                <a16:creationId xmlns:a16="http://schemas.microsoft.com/office/drawing/2014/main" id="{310FCED4-80A5-4972-88EB-AED733E40B8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05136" y="3673874"/>
            <a:ext cx="4751919" cy="248787"/>
          </a:xfrm>
        </p:spPr>
        <p:txBody>
          <a:bodyPr>
            <a:noAutofit/>
          </a:bodyPr>
          <a:lstStyle>
            <a:lvl1pPr algn="r">
              <a:defRPr sz="1400"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这里可以简单写一下自己的论点</a:t>
            </a:r>
          </a:p>
        </p:txBody>
      </p:sp>
      <p:sp>
        <p:nvSpPr>
          <p:cNvPr id="81" name="文本占位符 79">
            <a:extLst>
              <a:ext uri="{FF2B5EF4-FFF2-40B4-BE49-F238E27FC236}">
                <a16:creationId xmlns:a16="http://schemas.microsoft.com/office/drawing/2014/main" id="{B8BDCFB6-256A-40F0-8FFD-91755703DE3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96000" y="4012990"/>
            <a:ext cx="4761055" cy="248787"/>
          </a:xfrm>
        </p:spPr>
        <p:txBody>
          <a:bodyPr>
            <a:noAutofit/>
          </a:bodyPr>
          <a:lstStyle>
            <a:lvl1pPr algn="r">
              <a:defRPr sz="1400"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这里可以简单写一下自己的论点</a:t>
            </a:r>
          </a:p>
        </p:txBody>
      </p:sp>
      <p:sp>
        <p:nvSpPr>
          <p:cNvPr id="82" name="文本占位符 79">
            <a:extLst>
              <a:ext uri="{FF2B5EF4-FFF2-40B4-BE49-F238E27FC236}">
                <a16:creationId xmlns:a16="http://schemas.microsoft.com/office/drawing/2014/main" id="{201394EB-E31A-488F-8F41-9DE947FADF5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4352106"/>
            <a:ext cx="4761055" cy="248787"/>
          </a:xfrm>
        </p:spPr>
        <p:txBody>
          <a:bodyPr>
            <a:noAutofit/>
          </a:bodyPr>
          <a:lstStyle>
            <a:lvl1pPr algn="r">
              <a:defRPr sz="1400"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这里可以简单写一下自己的论点</a:t>
            </a:r>
          </a:p>
        </p:txBody>
      </p:sp>
      <p:sp>
        <p:nvSpPr>
          <p:cNvPr id="83" name="文本占位符 79">
            <a:extLst>
              <a:ext uri="{FF2B5EF4-FFF2-40B4-BE49-F238E27FC236}">
                <a16:creationId xmlns:a16="http://schemas.microsoft.com/office/drawing/2014/main" id="{E76147EA-BCC5-4E1E-BEE0-23F2C2055D2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96000" y="4691221"/>
            <a:ext cx="4761055" cy="248787"/>
          </a:xfrm>
        </p:spPr>
        <p:txBody>
          <a:bodyPr>
            <a:noAutofit/>
          </a:bodyPr>
          <a:lstStyle>
            <a:lvl1pPr algn="r">
              <a:defRPr sz="1400"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这里可以简单写一下自己的论点</a:t>
            </a:r>
          </a:p>
        </p:txBody>
      </p:sp>
      <p:grpSp>
        <p:nvGrpSpPr>
          <p:cNvPr id="86" name="676fecc8-5938-4c2a-98aa-ea8df123951c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>
            <a:extLst>
              <a:ext uri="{FF2B5EF4-FFF2-40B4-BE49-F238E27FC236}">
                <a16:creationId xmlns:a16="http://schemas.microsoft.com/office/drawing/2014/main" id="{8FB9A118-C0C2-4B16-B974-BD4148271968}"/>
              </a:ext>
            </a:extLst>
          </p:cNvPr>
          <p:cNvGrpSpPr>
            <a:grpSpLocks noChangeAspect="1"/>
          </p:cNvGrpSpPr>
          <p:nvPr userDrawn="1">
            <p:custDataLst>
              <p:tags r:id="rId1"/>
            </p:custDataLst>
          </p:nvPr>
        </p:nvGrpSpPr>
        <p:grpSpPr>
          <a:xfrm>
            <a:off x="9126909" y="640430"/>
            <a:ext cx="1972891" cy="535381"/>
            <a:chOff x="2647449" y="2492374"/>
            <a:chExt cx="6897103" cy="1871663"/>
          </a:xfrm>
          <a:solidFill>
            <a:schemeClr val="bg1"/>
          </a:solidFill>
        </p:grpSpPr>
        <p:sp>
          <p:nvSpPr>
            <p:cNvPr id="87" name="ïṡlîḓê">
              <a:extLst>
                <a:ext uri="{FF2B5EF4-FFF2-40B4-BE49-F238E27FC236}">
                  <a16:creationId xmlns:a16="http://schemas.microsoft.com/office/drawing/2014/main" id="{6219C384-7D79-4FFC-B074-466DDE4F6177}"/>
                </a:ext>
              </a:extLst>
            </p:cNvPr>
            <p:cNvSpPr/>
            <p:nvPr userDrawn="1"/>
          </p:nvSpPr>
          <p:spPr bwMode="auto">
            <a:xfrm>
              <a:off x="4864297" y="2650172"/>
              <a:ext cx="4625464" cy="1089247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8" name="ïṧlïďê">
              <a:extLst>
                <a:ext uri="{FF2B5EF4-FFF2-40B4-BE49-F238E27FC236}">
                  <a16:creationId xmlns:a16="http://schemas.microsoft.com/office/drawing/2014/main" id="{8482A2A8-37B3-4674-9876-D87CA84412CD}"/>
                </a:ext>
              </a:extLst>
            </p:cNvPr>
            <p:cNvSpPr/>
            <p:nvPr userDrawn="1"/>
          </p:nvSpPr>
          <p:spPr bwMode="auto">
            <a:xfrm>
              <a:off x="4816081" y="4076932"/>
              <a:ext cx="4728471" cy="131499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9" name="ïş1îdé">
              <a:extLst>
                <a:ext uri="{FF2B5EF4-FFF2-40B4-BE49-F238E27FC236}">
                  <a16:creationId xmlns:a16="http://schemas.microsoft.com/office/drawing/2014/main" id="{FD7A1AAB-7A91-4D7D-A343-092A7A621375}"/>
                </a:ext>
              </a:extLst>
            </p:cNvPr>
            <p:cNvSpPr/>
            <p:nvPr userDrawn="1"/>
          </p:nvSpPr>
          <p:spPr bwMode="auto">
            <a:xfrm>
              <a:off x="2647449" y="2492374"/>
              <a:ext cx="1838789" cy="1871663"/>
            </a:xfrm>
            <a:custGeom>
              <a:avLst/>
              <a:gdLst>
                <a:gd name="T0" fmla="*/ 606 w 808"/>
                <a:gd name="T1" fmla="*/ 701 h 821"/>
                <a:gd name="T2" fmla="*/ 597 w 808"/>
                <a:gd name="T3" fmla="*/ 703 h 821"/>
                <a:gd name="T4" fmla="*/ 597 w 808"/>
                <a:gd name="T5" fmla="*/ 684 h 821"/>
                <a:gd name="T6" fmla="*/ 620 w 808"/>
                <a:gd name="T7" fmla="*/ 651 h 821"/>
                <a:gd name="T8" fmla="*/ 606 w 808"/>
                <a:gd name="T9" fmla="*/ 661 h 821"/>
                <a:gd name="T10" fmla="*/ 584 w 808"/>
                <a:gd name="T11" fmla="*/ 659 h 821"/>
                <a:gd name="T12" fmla="*/ 591 w 808"/>
                <a:gd name="T13" fmla="*/ 642 h 821"/>
                <a:gd name="T14" fmla="*/ 597 w 808"/>
                <a:gd name="T15" fmla="*/ 649 h 821"/>
                <a:gd name="T16" fmla="*/ 620 w 808"/>
                <a:gd name="T17" fmla="*/ 619 h 821"/>
                <a:gd name="T18" fmla="*/ 636 w 808"/>
                <a:gd name="T19" fmla="*/ 634 h 821"/>
                <a:gd name="T20" fmla="*/ 623 w 808"/>
                <a:gd name="T21" fmla="*/ 679 h 821"/>
                <a:gd name="T22" fmla="*/ 620 w 808"/>
                <a:gd name="T23" fmla="*/ 692 h 821"/>
                <a:gd name="T24" fmla="*/ 177 w 808"/>
                <a:gd name="T25" fmla="*/ 710 h 821"/>
                <a:gd name="T26" fmla="*/ 216 w 808"/>
                <a:gd name="T27" fmla="*/ 643 h 821"/>
                <a:gd name="T28" fmla="*/ 233 w 808"/>
                <a:gd name="T29" fmla="*/ 632 h 821"/>
                <a:gd name="T30" fmla="*/ 209 w 808"/>
                <a:gd name="T31" fmla="*/ 667 h 821"/>
                <a:gd name="T32" fmla="*/ 245 w 808"/>
                <a:gd name="T33" fmla="*/ 647 h 821"/>
                <a:gd name="T34" fmla="*/ 246 w 808"/>
                <a:gd name="T35" fmla="*/ 676 h 821"/>
                <a:gd name="T36" fmla="*/ 228 w 808"/>
                <a:gd name="T37" fmla="*/ 694 h 821"/>
                <a:gd name="T38" fmla="*/ 203 w 808"/>
                <a:gd name="T39" fmla="*/ 719 h 821"/>
                <a:gd name="T40" fmla="*/ 207 w 808"/>
                <a:gd name="T41" fmla="*/ 683 h 821"/>
                <a:gd name="T42" fmla="*/ 446 w 808"/>
                <a:gd name="T43" fmla="*/ 698 h 821"/>
                <a:gd name="T44" fmla="*/ 444 w 808"/>
                <a:gd name="T45" fmla="*/ 686 h 821"/>
                <a:gd name="T46" fmla="*/ 445 w 808"/>
                <a:gd name="T47" fmla="*/ 674 h 821"/>
                <a:gd name="T48" fmla="*/ 434 w 808"/>
                <a:gd name="T49" fmla="*/ 668 h 821"/>
                <a:gd name="T50" fmla="*/ 438 w 808"/>
                <a:gd name="T51" fmla="*/ 651 h 821"/>
                <a:gd name="T52" fmla="*/ 456 w 808"/>
                <a:gd name="T53" fmla="*/ 644 h 821"/>
                <a:gd name="T54" fmla="*/ 465 w 808"/>
                <a:gd name="T55" fmla="*/ 643 h 821"/>
                <a:gd name="T56" fmla="*/ 457 w 808"/>
                <a:gd name="T57" fmla="*/ 675 h 821"/>
                <a:gd name="T58" fmla="*/ 455 w 808"/>
                <a:gd name="T59" fmla="*/ 690 h 821"/>
                <a:gd name="T60" fmla="*/ 265 w 808"/>
                <a:gd name="T61" fmla="*/ 713 h 821"/>
                <a:gd name="T62" fmla="*/ 562 w 808"/>
                <a:gd name="T63" fmla="*/ 715 h 821"/>
                <a:gd name="T64" fmla="*/ 292 w 808"/>
                <a:gd name="T65" fmla="*/ 705 h 821"/>
                <a:gd name="T66" fmla="*/ 300 w 808"/>
                <a:gd name="T67" fmla="*/ 666 h 821"/>
                <a:gd name="T68" fmla="*/ 285 w 808"/>
                <a:gd name="T69" fmla="*/ 672 h 821"/>
                <a:gd name="T70" fmla="*/ 302 w 808"/>
                <a:gd name="T71" fmla="*/ 650 h 821"/>
                <a:gd name="T72" fmla="*/ 307 w 808"/>
                <a:gd name="T73" fmla="*/ 637 h 821"/>
                <a:gd name="T74" fmla="*/ 319 w 808"/>
                <a:gd name="T75" fmla="*/ 648 h 821"/>
                <a:gd name="T76" fmla="*/ 305 w 808"/>
                <a:gd name="T77" fmla="*/ 696 h 821"/>
                <a:gd name="T78" fmla="*/ 511 w 808"/>
                <a:gd name="T79" fmla="*/ 689 h 821"/>
                <a:gd name="T80" fmla="*/ 538 w 808"/>
                <a:gd name="T81" fmla="*/ 638 h 821"/>
                <a:gd name="T82" fmla="*/ 529 w 808"/>
                <a:gd name="T83" fmla="*/ 700 h 821"/>
                <a:gd name="T84" fmla="*/ 241 w 808"/>
                <a:gd name="T85" fmla="*/ 701 h 821"/>
                <a:gd name="T86" fmla="*/ 469 w 808"/>
                <a:gd name="T87" fmla="*/ 701 h 821"/>
                <a:gd name="T88" fmla="*/ 447 w 808"/>
                <a:gd name="T89" fmla="*/ 705 h 821"/>
                <a:gd name="T90" fmla="*/ 349 w 808"/>
                <a:gd name="T91" fmla="*/ 697 h 821"/>
                <a:gd name="T92" fmla="*/ 371 w 808"/>
                <a:gd name="T93" fmla="*/ 665 h 821"/>
                <a:gd name="T94" fmla="*/ 400 w 808"/>
                <a:gd name="T95" fmla="*/ 667 h 821"/>
                <a:gd name="T96" fmla="*/ 375 w 808"/>
                <a:gd name="T97" fmla="*/ 697 h 821"/>
                <a:gd name="T98" fmla="*/ 220 w 808"/>
                <a:gd name="T99" fmla="*/ 683 h 821"/>
                <a:gd name="T100" fmla="*/ 223 w 808"/>
                <a:gd name="T101" fmla="*/ 690 h 821"/>
                <a:gd name="T102" fmla="*/ 318 w 808"/>
                <a:gd name="T103" fmla="*/ 697 h 821"/>
                <a:gd name="T104" fmla="*/ 206 w 808"/>
                <a:gd name="T105" fmla="*/ 674 h 821"/>
                <a:gd name="T106" fmla="*/ 311 w 808"/>
                <a:gd name="T107" fmla="*/ 660 h 821"/>
                <a:gd name="T108" fmla="*/ 614 w 808"/>
                <a:gd name="T109" fmla="*/ 661 h 821"/>
                <a:gd name="T110" fmla="*/ 607 w 808"/>
                <a:gd name="T111" fmla="*/ 650 h 821"/>
                <a:gd name="T112" fmla="*/ 217 w 808"/>
                <a:gd name="T113" fmla="*/ 627 h 821"/>
                <a:gd name="T114" fmla="*/ 161 w 808"/>
                <a:gd name="T115" fmla="*/ 585 h 821"/>
                <a:gd name="T116" fmla="*/ 114 w 808"/>
                <a:gd name="T117" fmla="*/ 372 h 821"/>
                <a:gd name="T118" fmla="*/ 243 w 808"/>
                <a:gd name="T119" fmla="*/ 205 h 821"/>
                <a:gd name="T120" fmla="*/ 433 w 808"/>
                <a:gd name="T121" fmla="*/ 152 h 821"/>
                <a:gd name="T122" fmla="*/ 653 w 808"/>
                <a:gd name="T123" fmla="*/ 325 h 821"/>
                <a:gd name="T124" fmla="*/ 664 w 808"/>
                <a:gd name="T125" fmla="*/ 501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821">
                  <a:moveTo>
                    <a:pt x="404" y="821"/>
                  </a:moveTo>
                  <a:cubicBezTo>
                    <a:pt x="626" y="821"/>
                    <a:pt x="808" y="637"/>
                    <a:pt x="808" y="411"/>
                  </a:cubicBezTo>
                  <a:cubicBezTo>
                    <a:pt x="808" y="185"/>
                    <a:pt x="626" y="0"/>
                    <a:pt x="404" y="0"/>
                  </a:cubicBezTo>
                  <a:cubicBezTo>
                    <a:pt x="181" y="0"/>
                    <a:pt x="0" y="185"/>
                    <a:pt x="0" y="411"/>
                  </a:cubicBezTo>
                  <a:cubicBezTo>
                    <a:pt x="0" y="637"/>
                    <a:pt x="181" y="821"/>
                    <a:pt x="404" y="821"/>
                  </a:cubicBezTo>
                  <a:close/>
                  <a:moveTo>
                    <a:pt x="404" y="3"/>
                  </a:moveTo>
                  <a:cubicBezTo>
                    <a:pt x="474" y="48"/>
                    <a:pt x="616" y="90"/>
                    <a:pt x="583" y="158"/>
                  </a:cubicBezTo>
                  <a:cubicBezTo>
                    <a:pt x="638" y="106"/>
                    <a:pt x="721" y="230"/>
                    <a:pt x="785" y="285"/>
                  </a:cubicBezTo>
                  <a:cubicBezTo>
                    <a:pt x="765" y="362"/>
                    <a:pt x="769" y="520"/>
                    <a:pt x="693" y="507"/>
                  </a:cubicBezTo>
                  <a:cubicBezTo>
                    <a:pt x="761" y="544"/>
                    <a:pt x="669" y="666"/>
                    <a:pt x="644" y="734"/>
                  </a:cubicBezTo>
                  <a:cubicBezTo>
                    <a:pt x="567" y="740"/>
                    <a:pt x="412" y="799"/>
                    <a:pt x="405" y="723"/>
                  </a:cubicBezTo>
                  <a:cubicBezTo>
                    <a:pt x="392" y="797"/>
                    <a:pt x="241" y="737"/>
                    <a:pt x="161" y="732"/>
                  </a:cubicBezTo>
                  <a:cubicBezTo>
                    <a:pt x="134" y="658"/>
                    <a:pt x="46" y="545"/>
                    <a:pt x="113" y="509"/>
                  </a:cubicBezTo>
                  <a:cubicBezTo>
                    <a:pt x="35" y="520"/>
                    <a:pt x="47" y="364"/>
                    <a:pt x="23" y="284"/>
                  </a:cubicBezTo>
                  <a:cubicBezTo>
                    <a:pt x="90" y="245"/>
                    <a:pt x="172" y="105"/>
                    <a:pt x="229" y="159"/>
                  </a:cubicBezTo>
                  <a:cubicBezTo>
                    <a:pt x="197" y="85"/>
                    <a:pt x="340" y="46"/>
                    <a:pt x="404" y="3"/>
                  </a:cubicBezTo>
                  <a:close/>
                  <a:moveTo>
                    <a:pt x="609" y="729"/>
                  </a:move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09" y="729"/>
                    <a:pt x="609" y="729"/>
                    <a:pt x="609" y="729"/>
                  </a:cubicBezTo>
                  <a:close/>
                  <a:moveTo>
                    <a:pt x="176" y="724"/>
                  </a:move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3"/>
                    <a:pt x="194" y="683"/>
                    <a:pt x="195" y="683"/>
                  </a:cubicBezTo>
                  <a:cubicBezTo>
                    <a:pt x="195" y="683"/>
                    <a:pt x="195" y="683"/>
                    <a:pt x="195" y="683"/>
                  </a:cubicBezTo>
                  <a:cubicBezTo>
                    <a:pt x="195" y="683"/>
                    <a:pt x="195" y="682"/>
                    <a:pt x="196" y="682"/>
                  </a:cubicBezTo>
                  <a:cubicBezTo>
                    <a:pt x="196" y="682"/>
                    <a:pt x="196" y="682"/>
                    <a:pt x="196" y="682"/>
                  </a:cubicBezTo>
                  <a:cubicBezTo>
                    <a:pt x="196" y="682"/>
                    <a:pt x="196" y="682"/>
                    <a:pt x="196" y="681"/>
                  </a:cubicBezTo>
                  <a:cubicBezTo>
                    <a:pt x="196" y="681"/>
                    <a:pt x="196" y="681"/>
                    <a:pt x="196" y="681"/>
                  </a:cubicBezTo>
                  <a:cubicBezTo>
                    <a:pt x="196" y="681"/>
                    <a:pt x="196" y="681"/>
                    <a:pt x="197" y="681"/>
                  </a:cubicBezTo>
                  <a:cubicBezTo>
                    <a:pt x="197" y="681"/>
                    <a:pt x="197" y="681"/>
                    <a:pt x="197" y="681"/>
                  </a:cubicBezTo>
                  <a:cubicBezTo>
                    <a:pt x="198" y="679"/>
                    <a:pt x="199" y="677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15" y="706"/>
                    <a:pt x="215" y="706"/>
                    <a:pt x="215" y="706"/>
                  </a:cubicBezTo>
                  <a:cubicBezTo>
                    <a:pt x="214" y="707"/>
                    <a:pt x="214" y="707"/>
                    <a:pt x="214" y="707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8"/>
                    <a:pt x="214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213" y="698"/>
                    <a:pt x="213" y="698"/>
                    <a:pt x="213" y="697"/>
                  </a:cubicBezTo>
                  <a:cubicBezTo>
                    <a:pt x="213" y="697"/>
                    <a:pt x="213" y="697"/>
                    <a:pt x="213" y="697"/>
                  </a:cubicBezTo>
                  <a:cubicBezTo>
                    <a:pt x="213" y="696"/>
                    <a:pt x="213" y="696"/>
                    <a:pt x="213" y="695"/>
                  </a:cubicBezTo>
                  <a:cubicBezTo>
                    <a:pt x="213" y="695"/>
                    <a:pt x="213" y="695"/>
                    <a:pt x="213" y="695"/>
                  </a:cubicBezTo>
                  <a:cubicBezTo>
                    <a:pt x="213" y="693"/>
                    <a:pt x="213" y="691"/>
                    <a:pt x="213" y="689"/>
                  </a:cubicBezTo>
                  <a:cubicBezTo>
                    <a:pt x="213" y="689"/>
                    <a:pt x="213" y="689"/>
                    <a:pt x="213" y="689"/>
                  </a:cubicBezTo>
                  <a:cubicBezTo>
                    <a:pt x="213" y="688"/>
                    <a:pt x="213" y="688"/>
                    <a:pt x="214" y="687"/>
                  </a:cubicBezTo>
                  <a:cubicBezTo>
                    <a:pt x="214" y="687"/>
                    <a:pt x="214" y="687"/>
                    <a:pt x="214" y="687"/>
                  </a:cubicBezTo>
                  <a:cubicBezTo>
                    <a:pt x="214" y="686"/>
                    <a:pt x="214" y="685"/>
                    <a:pt x="215" y="684"/>
                  </a:cubicBezTo>
                  <a:cubicBezTo>
                    <a:pt x="215" y="684"/>
                    <a:pt x="215" y="684"/>
                    <a:pt x="215" y="684"/>
                  </a:cubicBezTo>
                  <a:cubicBezTo>
                    <a:pt x="215" y="684"/>
                    <a:pt x="216" y="683"/>
                    <a:pt x="216" y="682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7" y="681"/>
                    <a:pt x="217" y="680"/>
                    <a:pt x="218" y="679"/>
                  </a:cubicBezTo>
                  <a:cubicBezTo>
                    <a:pt x="218" y="679"/>
                    <a:pt x="218" y="679"/>
                    <a:pt x="218" y="679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6" y="679"/>
                    <a:pt x="213" y="681"/>
                    <a:pt x="210" y="683"/>
                  </a:cubicBezTo>
                  <a:cubicBezTo>
                    <a:pt x="210" y="683"/>
                    <a:pt x="210" y="683"/>
                    <a:pt x="210" y="683"/>
                  </a:cubicBezTo>
                  <a:cubicBezTo>
                    <a:pt x="209" y="684"/>
                    <a:pt x="208" y="684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79"/>
                  </a:cubicBezTo>
                  <a:cubicBezTo>
                    <a:pt x="202" y="679"/>
                    <a:pt x="202" y="679"/>
                    <a:pt x="202" y="679"/>
                  </a:cubicBezTo>
                  <a:cubicBezTo>
                    <a:pt x="202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0" y="680"/>
                    <a:pt x="200" y="680"/>
                  </a:cubicBezTo>
                  <a:cubicBezTo>
                    <a:pt x="200" y="680"/>
                    <a:pt x="200" y="680"/>
                    <a:pt x="200" y="680"/>
                  </a:cubicBezTo>
                  <a:cubicBezTo>
                    <a:pt x="200" y="680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76" y="724"/>
                    <a:pt x="176" y="724"/>
                    <a:pt x="176" y="724"/>
                  </a:cubicBezTo>
                  <a:close/>
                  <a:moveTo>
                    <a:pt x="425" y="723"/>
                  </a:move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4" y="668"/>
                    <a:pt x="454" y="668"/>
                  </a:cubicBezTo>
                  <a:cubicBezTo>
                    <a:pt x="454" y="668"/>
                    <a:pt x="454" y="668"/>
                    <a:pt x="454" y="668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0"/>
                    <a:pt x="445" y="640"/>
                    <a:pt x="445" y="640"/>
                  </a:cubicBezTo>
                  <a:cubicBezTo>
                    <a:pt x="445" y="639"/>
                    <a:pt x="445" y="639"/>
                    <a:pt x="445" y="639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0" y="670"/>
                    <a:pt x="458" y="671"/>
                    <a:pt x="458" y="671"/>
                  </a:cubicBezTo>
                  <a:cubicBezTo>
                    <a:pt x="458" y="671"/>
                    <a:pt x="458" y="671"/>
                    <a:pt x="458" y="671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6" y="723"/>
                    <a:pt x="426" y="723"/>
                    <a:pt x="426" y="723"/>
                  </a:cubicBezTo>
                  <a:lnTo>
                    <a:pt x="425" y="723"/>
                  </a:lnTo>
                  <a:close/>
                  <a:moveTo>
                    <a:pt x="270" y="716"/>
                  </a:move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lose/>
                  <a:moveTo>
                    <a:pt x="562" y="715"/>
                  </a:moveTo>
                  <a:cubicBezTo>
                    <a:pt x="562" y="715"/>
                    <a:pt x="562" y="715"/>
                    <a:pt x="562" y="715"/>
                  </a:cubicBezTo>
                  <a:cubicBezTo>
                    <a:pt x="562" y="715"/>
                    <a:pt x="562" y="715"/>
                    <a:pt x="562" y="715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2" y="715"/>
                    <a:pt x="562" y="715"/>
                    <a:pt x="562" y="715"/>
                  </a:cubicBezTo>
                  <a:close/>
                  <a:moveTo>
                    <a:pt x="304" y="713"/>
                  </a:moveTo>
                  <a:cubicBezTo>
                    <a:pt x="302" y="712"/>
                    <a:pt x="302" y="712"/>
                    <a:pt x="302" y="712"/>
                  </a:cubicBezTo>
                  <a:cubicBezTo>
                    <a:pt x="302" y="712"/>
                    <a:pt x="302" y="712"/>
                    <a:pt x="302" y="712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1"/>
                    <a:pt x="302" y="621"/>
                    <a:pt x="302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lose/>
                  <a:moveTo>
                    <a:pt x="506" y="712"/>
                  </a:moveTo>
                  <a:cubicBezTo>
                    <a:pt x="506" y="710"/>
                    <a:pt x="506" y="710"/>
                    <a:pt x="506" y="710"/>
                  </a:cubicBezTo>
                  <a:cubicBezTo>
                    <a:pt x="506" y="710"/>
                    <a:pt x="506" y="710"/>
                    <a:pt x="506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0"/>
                    <a:pt x="536" y="650"/>
                    <a:pt x="535" y="647"/>
                  </a:cubicBezTo>
                  <a:cubicBezTo>
                    <a:pt x="535" y="647"/>
                    <a:pt x="535" y="647"/>
                    <a:pt x="535" y="647"/>
                  </a:cubicBezTo>
                  <a:cubicBezTo>
                    <a:pt x="535" y="645"/>
                    <a:pt x="534" y="644"/>
                    <a:pt x="534" y="643"/>
                  </a:cubicBezTo>
                  <a:cubicBezTo>
                    <a:pt x="534" y="643"/>
                    <a:pt x="534" y="643"/>
                    <a:pt x="534" y="643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2" y="642"/>
                    <a:pt x="542" y="642"/>
                    <a:pt x="543" y="643"/>
                  </a:cubicBezTo>
                  <a:cubicBezTo>
                    <a:pt x="543" y="643"/>
                    <a:pt x="543" y="643"/>
                    <a:pt x="543" y="643"/>
                  </a:cubicBezTo>
                  <a:cubicBezTo>
                    <a:pt x="544" y="645"/>
                    <a:pt x="544" y="645"/>
                    <a:pt x="544" y="647"/>
                  </a:cubicBezTo>
                  <a:cubicBezTo>
                    <a:pt x="544" y="647"/>
                    <a:pt x="544" y="647"/>
                    <a:pt x="544" y="647"/>
                  </a:cubicBezTo>
                  <a:cubicBezTo>
                    <a:pt x="544" y="648"/>
                    <a:pt x="544" y="648"/>
                    <a:pt x="544" y="649"/>
                  </a:cubicBezTo>
                  <a:cubicBezTo>
                    <a:pt x="544" y="649"/>
                    <a:pt x="544" y="649"/>
                    <a:pt x="544" y="649"/>
                  </a:cubicBezTo>
                  <a:cubicBezTo>
                    <a:pt x="539" y="675"/>
                    <a:pt x="539" y="675"/>
                    <a:pt x="539" y="675"/>
                  </a:cubicBezTo>
                  <a:cubicBezTo>
                    <a:pt x="540" y="675"/>
                    <a:pt x="540" y="675"/>
                    <a:pt x="540" y="675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07" y="712"/>
                    <a:pt x="507" y="712"/>
                    <a:pt x="507" y="712"/>
                  </a:cubicBezTo>
                  <a:lnTo>
                    <a:pt x="506" y="712"/>
                  </a:lnTo>
                  <a:close/>
                  <a:moveTo>
                    <a:pt x="242" y="710"/>
                  </a:move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2" y="710"/>
                    <a:pt x="242" y="710"/>
                    <a:pt x="242" y="710"/>
                  </a:cubicBezTo>
                  <a:close/>
                  <a:moveTo>
                    <a:pt x="468" y="708"/>
                  </a:moveTo>
                  <a:cubicBezTo>
                    <a:pt x="467" y="707"/>
                    <a:pt x="467" y="707"/>
                    <a:pt x="467" y="707"/>
                  </a:cubicBezTo>
                  <a:cubicBezTo>
                    <a:pt x="467" y="707"/>
                    <a:pt x="467" y="707"/>
                    <a:pt x="467" y="707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lose/>
                  <a:moveTo>
                    <a:pt x="445" y="707"/>
                  </a:move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lose/>
                  <a:moveTo>
                    <a:pt x="352" y="706"/>
                  </a:move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1" y="699"/>
                    <a:pt x="371" y="699"/>
                    <a:pt x="370" y="699"/>
                  </a:cubicBezTo>
                  <a:cubicBezTo>
                    <a:pt x="370" y="699"/>
                    <a:pt x="370" y="699"/>
                    <a:pt x="370" y="699"/>
                  </a:cubicBezTo>
                  <a:cubicBezTo>
                    <a:pt x="370" y="699"/>
                    <a:pt x="369" y="699"/>
                    <a:pt x="369" y="699"/>
                  </a:cubicBezTo>
                  <a:cubicBezTo>
                    <a:pt x="369" y="699"/>
                    <a:pt x="369" y="700"/>
                    <a:pt x="369" y="700"/>
                  </a:cubicBezTo>
                  <a:cubicBezTo>
                    <a:pt x="369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7" y="701"/>
                    <a:pt x="367" y="701"/>
                    <a:pt x="366" y="701"/>
                  </a:cubicBezTo>
                  <a:cubicBezTo>
                    <a:pt x="366" y="701"/>
                    <a:pt x="366" y="701"/>
                    <a:pt x="366" y="701"/>
                  </a:cubicBezTo>
                  <a:cubicBezTo>
                    <a:pt x="366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2"/>
                  </a:cubicBezTo>
                  <a:cubicBezTo>
                    <a:pt x="364" y="702"/>
                    <a:pt x="364" y="702"/>
                    <a:pt x="364" y="702"/>
                  </a:cubicBezTo>
                  <a:cubicBezTo>
                    <a:pt x="364" y="702"/>
                    <a:pt x="363" y="702"/>
                    <a:pt x="363" y="702"/>
                  </a:cubicBezTo>
                  <a:cubicBezTo>
                    <a:pt x="363" y="702"/>
                    <a:pt x="363" y="702"/>
                    <a:pt x="363" y="702"/>
                  </a:cubicBezTo>
                  <a:cubicBezTo>
                    <a:pt x="363" y="702"/>
                    <a:pt x="362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2" y="706"/>
                    <a:pt x="352" y="706"/>
                    <a:pt x="352" y="706"/>
                  </a:cubicBezTo>
                  <a:close/>
                  <a:moveTo>
                    <a:pt x="218" y="701"/>
                  </a:move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6" y="698"/>
                    <a:pt x="216" y="697"/>
                  </a:cubicBezTo>
                  <a:cubicBezTo>
                    <a:pt x="216" y="697"/>
                    <a:pt x="216" y="697"/>
                    <a:pt x="216" y="697"/>
                  </a:cubicBezTo>
                  <a:cubicBezTo>
                    <a:pt x="216" y="697"/>
                    <a:pt x="216" y="696"/>
                    <a:pt x="215" y="696"/>
                  </a:cubicBezTo>
                  <a:cubicBezTo>
                    <a:pt x="215" y="696"/>
                    <a:pt x="215" y="696"/>
                    <a:pt x="215" y="696"/>
                  </a:cubicBezTo>
                  <a:cubicBezTo>
                    <a:pt x="215" y="695"/>
                    <a:pt x="215" y="695"/>
                    <a:pt x="215" y="694"/>
                  </a:cubicBezTo>
                  <a:cubicBezTo>
                    <a:pt x="215" y="694"/>
                    <a:pt x="215" y="694"/>
                    <a:pt x="215" y="694"/>
                  </a:cubicBezTo>
                  <a:cubicBezTo>
                    <a:pt x="215" y="694"/>
                    <a:pt x="215" y="693"/>
                    <a:pt x="215" y="692"/>
                  </a:cubicBezTo>
                  <a:cubicBezTo>
                    <a:pt x="215" y="692"/>
                    <a:pt x="215" y="692"/>
                    <a:pt x="215" y="692"/>
                  </a:cubicBezTo>
                  <a:cubicBezTo>
                    <a:pt x="215" y="692"/>
                    <a:pt x="215" y="691"/>
                    <a:pt x="215" y="691"/>
                  </a:cubicBezTo>
                  <a:cubicBezTo>
                    <a:pt x="215" y="691"/>
                    <a:pt x="215" y="691"/>
                    <a:pt x="215" y="691"/>
                  </a:cubicBezTo>
                  <a:cubicBezTo>
                    <a:pt x="216" y="690"/>
                    <a:pt x="216" y="689"/>
                    <a:pt x="216" y="689"/>
                  </a:cubicBezTo>
                  <a:cubicBezTo>
                    <a:pt x="216" y="689"/>
                    <a:pt x="216" y="689"/>
                    <a:pt x="216" y="689"/>
                  </a:cubicBezTo>
                  <a:cubicBezTo>
                    <a:pt x="216" y="688"/>
                    <a:pt x="216" y="688"/>
                    <a:pt x="216" y="687"/>
                  </a:cubicBezTo>
                  <a:cubicBezTo>
                    <a:pt x="216" y="687"/>
                    <a:pt x="216" y="687"/>
                    <a:pt x="216" y="687"/>
                  </a:cubicBezTo>
                  <a:cubicBezTo>
                    <a:pt x="216" y="687"/>
                    <a:pt x="217" y="686"/>
                    <a:pt x="217" y="686"/>
                  </a:cubicBezTo>
                  <a:cubicBezTo>
                    <a:pt x="217" y="686"/>
                    <a:pt x="217" y="686"/>
                    <a:pt x="217" y="686"/>
                  </a:cubicBezTo>
                  <a:cubicBezTo>
                    <a:pt x="217" y="686"/>
                    <a:pt x="217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19" y="685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4" y="688"/>
                  </a:cubicBezTo>
                  <a:cubicBezTo>
                    <a:pt x="224" y="688"/>
                    <a:pt x="224" y="688"/>
                    <a:pt x="224" y="688"/>
                  </a:cubicBezTo>
                  <a:cubicBezTo>
                    <a:pt x="224" y="688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3" y="689"/>
                    <a:pt x="223" y="689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2" y="693"/>
                    <a:pt x="222" y="692"/>
                    <a:pt x="222" y="692"/>
                  </a:cubicBezTo>
                  <a:cubicBezTo>
                    <a:pt x="222" y="692"/>
                    <a:pt x="222" y="692"/>
                    <a:pt x="222" y="692"/>
                  </a:cubicBezTo>
                  <a:cubicBezTo>
                    <a:pt x="222" y="692"/>
                    <a:pt x="222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3"/>
                  </a:cubicBezTo>
                  <a:cubicBezTo>
                    <a:pt x="224" y="693"/>
                    <a:pt x="224" y="693"/>
                    <a:pt x="224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4"/>
                    <a:pt x="225" y="694"/>
                    <a:pt x="224" y="694"/>
                  </a:cubicBezTo>
                  <a:cubicBezTo>
                    <a:pt x="224" y="694"/>
                    <a:pt x="224" y="694"/>
                    <a:pt x="224" y="694"/>
                  </a:cubicBezTo>
                  <a:cubicBezTo>
                    <a:pt x="224" y="694"/>
                    <a:pt x="224" y="694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8"/>
                    <a:pt x="223" y="698"/>
                  </a:cubicBezTo>
                  <a:cubicBezTo>
                    <a:pt x="223" y="698"/>
                    <a:pt x="223" y="698"/>
                    <a:pt x="223" y="698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8" y="701"/>
                    <a:pt x="218" y="701"/>
                    <a:pt x="218" y="701"/>
                  </a:cubicBezTo>
                  <a:close/>
                  <a:moveTo>
                    <a:pt x="318" y="698"/>
                  </a:moveTo>
                  <a:cubicBezTo>
                    <a:pt x="318" y="698"/>
                    <a:pt x="318" y="698"/>
                    <a:pt x="318" y="698"/>
                  </a:cubicBezTo>
                  <a:cubicBezTo>
                    <a:pt x="318" y="698"/>
                    <a:pt x="318" y="698"/>
                    <a:pt x="318" y="698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8"/>
                    <a:pt x="319" y="698"/>
                    <a:pt x="319" y="698"/>
                  </a:cubicBezTo>
                  <a:lnTo>
                    <a:pt x="318" y="698"/>
                  </a:lnTo>
                  <a:close/>
                  <a:moveTo>
                    <a:pt x="203" y="679"/>
                  </a:moveTo>
                  <a:cubicBezTo>
                    <a:pt x="203" y="679"/>
                    <a:pt x="202" y="679"/>
                    <a:pt x="202" y="678"/>
                  </a:cubicBezTo>
                  <a:cubicBezTo>
                    <a:pt x="202" y="678"/>
                    <a:pt x="202" y="678"/>
                    <a:pt x="202" y="678"/>
                  </a:cubicBezTo>
                  <a:cubicBezTo>
                    <a:pt x="202" y="678"/>
                    <a:pt x="202" y="678"/>
                    <a:pt x="202" y="677"/>
                  </a:cubicBezTo>
                  <a:cubicBezTo>
                    <a:pt x="202" y="677"/>
                    <a:pt x="202" y="677"/>
                    <a:pt x="202" y="677"/>
                  </a:cubicBezTo>
                  <a:cubicBezTo>
                    <a:pt x="202" y="677"/>
                    <a:pt x="203" y="676"/>
                    <a:pt x="203" y="676"/>
                  </a:cubicBezTo>
                  <a:cubicBezTo>
                    <a:pt x="203" y="676"/>
                    <a:pt x="203" y="676"/>
                    <a:pt x="203" y="676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6" y="675"/>
                    <a:pt x="215" y="676"/>
                    <a:pt x="214" y="676"/>
                  </a:cubicBezTo>
                  <a:cubicBezTo>
                    <a:pt x="214" y="676"/>
                    <a:pt x="214" y="676"/>
                    <a:pt x="214" y="676"/>
                  </a:cubicBezTo>
                  <a:cubicBezTo>
                    <a:pt x="203" y="679"/>
                    <a:pt x="203" y="679"/>
                    <a:pt x="203" y="679"/>
                  </a:cubicBezTo>
                  <a:close/>
                  <a:moveTo>
                    <a:pt x="305" y="665"/>
                  </a:moveTo>
                  <a:cubicBezTo>
                    <a:pt x="306" y="655"/>
                    <a:pt x="306" y="655"/>
                    <a:pt x="306" y="655"/>
                  </a:cubicBezTo>
                  <a:cubicBezTo>
                    <a:pt x="306" y="655"/>
                    <a:pt x="306" y="655"/>
                    <a:pt x="306" y="655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5" y="665"/>
                    <a:pt x="305" y="665"/>
                    <a:pt x="305" y="665"/>
                  </a:cubicBezTo>
                  <a:close/>
                  <a:moveTo>
                    <a:pt x="598" y="662"/>
                  </a:move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2"/>
                    <a:pt x="599" y="662"/>
                    <a:pt x="599" y="662"/>
                  </a:cubicBezTo>
                  <a:lnTo>
                    <a:pt x="598" y="662"/>
                  </a:lnTo>
                  <a:close/>
                  <a:moveTo>
                    <a:pt x="615" y="662"/>
                  </a:move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2"/>
                    <a:pt x="616" y="662"/>
                    <a:pt x="616" y="662"/>
                  </a:cubicBezTo>
                  <a:lnTo>
                    <a:pt x="615" y="662"/>
                  </a:lnTo>
                  <a:close/>
                  <a:moveTo>
                    <a:pt x="607" y="656"/>
                  </a:moveTo>
                  <a:cubicBezTo>
                    <a:pt x="606" y="656"/>
                    <a:pt x="606" y="656"/>
                    <a:pt x="606" y="656"/>
                  </a:cubicBezTo>
                  <a:cubicBezTo>
                    <a:pt x="606" y="656"/>
                    <a:pt x="606" y="656"/>
                    <a:pt x="606" y="656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lose/>
                  <a:moveTo>
                    <a:pt x="307" y="647"/>
                  </a:moveTo>
                  <a:cubicBezTo>
                    <a:pt x="307" y="647"/>
                    <a:pt x="307" y="647"/>
                    <a:pt x="307" y="647"/>
                  </a:cubicBezTo>
                  <a:cubicBezTo>
                    <a:pt x="307" y="647"/>
                    <a:pt x="307" y="647"/>
                    <a:pt x="307" y="647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7" y="647"/>
                    <a:pt x="307" y="647"/>
                    <a:pt x="307" y="647"/>
                  </a:cubicBezTo>
                  <a:close/>
                  <a:moveTo>
                    <a:pt x="601" y="645"/>
                  </a:moveTo>
                  <a:cubicBezTo>
                    <a:pt x="601" y="645"/>
                    <a:pt x="601" y="645"/>
                    <a:pt x="601" y="645"/>
                  </a:cubicBezTo>
                  <a:close/>
                  <a:moveTo>
                    <a:pt x="217" y="632"/>
                  </a:moveTo>
                  <a:cubicBezTo>
                    <a:pt x="217" y="632"/>
                    <a:pt x="217" y="632"/>
                    <a:pt x="217" y="632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7" y="632"/>
                    <a:pt x="217" y="632"/>
                    <a:pt x="217" y="632"/>
                  </a:cubicBezTo>
                  <a:close/>
                  <a:moveTo>
                    <a:pt x="179" y="574"/>
                  </a:moveTo>
                  <a:cubicBezTo>
                    <a:pt x="174" y="578"/>
                    <a:pt x="174" y="578"/>
                    <a:pt x="174" y="578"/>
                  </a:cubicBezTo>
                  <a:cubicBezTo>
                    <a:pt x="164" y="563"/>
                    <a:pt x="164" y="563"/>
                    <a:pt x="164" y="563"/>
                  </a:cubicBezTo>
                  <a:cubicBezTo>
                    <a:pt x="181" y="551"/>
                    <a:pt x="181" y="551"/>
                    <a:pt x="181" y="551"/>
                  </a:cubicBezTo>
                  <a:cubicBezTo>
                    <a:pt x="190" y="565"/>
                    <a:pt x="190" y="565"/>
                    <a:pt x="190" y="565"/>
                  </a:cubicBezTo>
                  <a:cubicBezTo>
                    <a:pt x="192" y="567"/>
                    <a:pt x="193" y="569"/>
                    <a:pt x="193" y="571"/>
                  </a:cubicBezTo>
                  <a:cubicBezTo>
                    <a:pt x="194" y="572"/>
                    <a:pt x="194" y="574"/>
                    <a:pt x="194" y="576"/>
                  </a:cubicBezTo>
                  <a:cubicBezTo>
                    <a:pt x="194" y="578"/>
                    <a:pt x="193" y="580"/>
                    <a:pt x="192" y="582"/>
                  </a:cubicBezTo>
                  <a:cubicBezTo>
                    <a:pt x="190" y="585"/>
                    <a:pt x="188" y="586"/>
                    <a:pt x="185" y="588"/>
                  </a:cubicBezTo>
                  <a:cubicBezTo>
                    <a:pt x="180" y="592"/>
                    <a:pt x="176" y="593"/>
                    <a:pt x="172" y="593"/>
                  </a:cubicBezTo>
                  <a:cubicBezTo>
                    <a:pt x="168" y="592"/>
                    <a:pt x="164" y="589"/>
                    <a:pt x="161" y="585"/>
                  </a:cubicBezTo>
                  <a:cubicBezTo>
                    <a:pt x="152" y="571"/>
                    <a:pt x="152" y="571"/>
                    <a:pt x="152" y="571"/>
                  </a:cubicBezTo>
                  <a:cubicBezTo>
                    <a:pt x="157" y="568"/>
                    <a:pt x="157" y="568"/>
                    <a:pt x="157" y="568"/>
                  </a:cubicBezTo>
                  <a:cubicBezTo>
                    <a:pt x="166" y="581"/>
                    <a:pt x="166" y="581"/>
                    <a:pt x="166" y="581"/>
                  </a:cubicBezTo>
                  <a:cubicBezTo>
                    <a:pt x="168" y="584"/>
                    <a:pt x="170" y="585"/>
                    <a:pt x="172" y="585"/>
                  </a:cubicBezTo>
                  <a:cubicBezTo>
                    <a:pt x="174" y="585"/>
                    <a:pt x="177" y="584"/>
                    <a:pt x="181" y="582"/>
                  </a:cubicBezTo>
                  <a:cubicBezTo>
                    <a:pt x="184" y="579"/>
                    <a:pt x="186" y="577"/>
                    <a:pt x="186" y="575"/>
                  </a:cubicBezTo>
                  <a:cubicBezTo>
                    <a:pt x="187" y="573"/>
                    <a:pt x="187" y="571"/>
                    <a:pt x="185" y="568"/>
                  </a:cubicBezTo>
                  <a:cubicBezTo>
                    <a:pt x="180" y="561"/>
                    <a:pt x="180" y="561"/>
                    <a:pt x="180" y="561"/>
                  </a:cubicBezTo>
                  <a:cubicBezTo>
                    <a:pt x="173" y="566"/>
                    <a:pt x="173" y="566"/>
                    <a:pt x="173" y="566"/>
                  </a:cubicBezTo>
                  <a:cubicBezTo>
                    <a:pt x="179" y="574"/>
                    <a:pt x="179" y="574"/>
                    <a:pt x="179" y="574"/>
                  </a:cubicBezTo>
                  <a:close/>
                  <a:moveTo>
                    <a:pt x="143" y="556"/>
                  </a:moveTo>
                  <a:cubicBezTo>
                    <a:pt x="162" y="546"/>
                    <a:pt x="162" y="546"/>
                    <a:pt x="162" y="546"/>
                  </a:cubicBezTo>
                  <a:cubicBezTo>
                    <a:pt x="165" y="545"/>
                    <a:pt x="166" y="543"/>
                    <a:pt x="167" y="541"/>
                  </a:cubicBezTo>
                  <a:cubicBezTo>
                    <a:pt x="168" y="540"/>
                    <a:pt x="167" y="537"/>
                    <a:pt x="166" y="535"/>
                  </a:cubicBezTo>
                  <a:cubicBezTo>
                    <a:pt x="165" y="532"/>
                    <a:pt x="163" y="531"/>
                    <a:pt x="162" y="530"/>
                  </a:cubicBezTo>
                  <a:cubicBezTo>
                    <a:pt x="160" y="530"/>
                    <a:pt x="158" y="530"/>
                    <a:pt x="155" y="532"/>
                  </a:cubicBezTo>
                  <a:cubicBezTo>
                    <a:pt x="136" y="541"/>
                    <a:pt x="136" y="541"/>
                    <a:pt x="136" y="541"/>
                  </a:cubicBezTo>
                  <a:cubicBezTo>
                    <a:pt x="132" y="535"/>
                    <a:pt x="132" y="535"/>
                    <a:pt x="132" y="535"/>
                  </a:cubicBezTo>
                  <a:cubicBezTo>
                    <a:pt x="151" y="525"/>
                    <a:pt x="151" y="525"/>
                    <a:pt x="151" y="525"/>
                  </a:cubicBezTo>
                  <a:cubicBezTo>
                    <a:pt x="154" y="524"/>
                    <a:pt x="155" y="523"/>
                    <a:pt x="157" y="523"/>
                  </a:cubicBezTo>
                  <a:cubicBezTo>
                    <a:pt x="158" y="522"/>
                    <a:pt x="160" y="522"/>
                    <a:pt x="161" y="522"/>
                  </a:cubicBezTo>
                  <a:cubicBezTo>
                    <a:pt x="163" y="523"/>
                    <a:pt x="165" y="524"/>
                    <a:pt x="166" y="526"/>
                  </a:cubicBezTo>
                  <a:cubicBezTo>
                    <a:pt x="168" y="527"/>
                    <a:pt x="170" y="529"/>
                    <a:pt x="171" y="532"/>
                  </a:cubicBezTo>
                  <a:cubicBezTo>
                    <a:pt x="173" y="535"/>
                    <a:pt x="173" y="538"/>
                    <a:pt x="174" y="540"/>
                  </a:cubicBezTo>
                  <a:cubicBezTo>
                    <a:pt x="174" y="542"/>
                    <a:pt x="174" y="544"/>
                    <a:pt x="173" y="546"/>
                  </a:cubicBezTo>
                  <a:cubicBezTo>
                    <a:pt x="172" y="547"/>
                    <a:pt x="172" y="548"/>
                    <a:pt x="170" y="549"/>
                  </a:cubicBezTo>
                  <a:cubicBezTo>
                    <a:pt x="169" y="550"/>
                    <a:pt x="168" y="551"/>
                    <a:pt x="165" y="553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3" y="556"/>
                    <a:pt x="143" y="556"/>
                    <a:pt x="143" y="556"/>
                  </a:cubicBezTo>
                  <a:close/>
                  <a:moveTo>
                    <a:pt x="130" y="509"/>
                  </a:moveTo>
                  <a:cubicBezTo>
                    <a:pt x="141" y="499"/>
                    <a:pt x="141" y="499"/>
                    <a:pt x="141" y="499"/>
                  </a:cubicBezTo>
                  <a:cubicBezTo>
                    <a:pt x="145" y="509"/>
                    <a:pt x="145" y="509"/>
                    <a:pt x="145" y="509"/>
                  </a:cubicBezTo>
                  <a:cubicBezTo>
                    <a:pt x="130" y="509"/>
                    <a:pt x="130" y="509"/>
                    <a:pt x="130" y="509"/>
                  </a:cubicBezTo>
                  <a:close/>
                  <a:moveTo>
                    <a:pt x="125" y="514"/>
                  </a:moveTo>
                  <a:cubicBezTo>
                    <a:pt x="122" y="507"/>
                    <a:pt x="122" y="507"/>
                    <a:pt x="122" y="507"/>
                  </a:cubicBezTo>
                  <a:cubicBezTo>
                    <a:pt x="151" y="481"/>
                    <a:pt x="151" y="481"/>
                    <a:pt x="151" y="481"/>
                  </a:cubicBezTo>
                  <a:cubicBezTo>
                    <a:pt x="153" y="489"/>
                    <a:pt x="153" y="489"/>
                    <a:pt x="153" y="489"/>
                  </a:cubicBezTo>
                  <a:cubicBezTo>
                    <a:pt x="147" y="495"/>
                    <a:pt x="147" y="495"/>
                    <a:pt x="147" y="495"/>
                  </a:cubicBezTo>
                  <a:cubicBezTo>
                    <a:pt x="152" y="509"/>
                    <a:pt x="152" y="509"/>
                    <a:pt x="152" y="509"/>
                  </a:cubicBezTo>
                  <a:cubicBezTo>
                    <a:pt x="160" y="510"/>
                    <a:pt x="160" y="510"/>
                    <a:pt x="160" y="510"/>
                  </a:cubicBezTo>
                  <a:cubicBezTo>
                    <a:pt x="163" y="517"/>
                    <a:pt x="163" y="517"/>
                    <a:pt x="163" y="517"/>
                  </a:cubicBezTo>
                  <a:cubicBezTo>
                    <a:pt x="125" y="514"/>
                    <a:pt x="125" y="514"/>
                    <a:pt x="125" y="514"/>
                  </a:cubicBezTo>
                  <a:close/>
                  <a:moveTo>
                    <a:pt x="115" y="485"/>
                  </a:moveTo>
                  <a:cubicBezTo>
                    <a:pt x="113" y="475"/>
                    <a:pt x="113" y="475"/>
                    <a:pt x="113" y="475"/>
                  </a:cubicBezTo>
                  <a:cubicBezTo>
                    <a:pt x="135" y="456"/>
                    <a:pt x="135" y="456"/>
                    <a:pt x="135" y="456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09" y="454"/>
                    <a:pt x="109" y="454"/>
                    <a:pt x="109" y="454"/>
                  </a:cubicBezTo>
                  <a:cubicBezTo>
                    <a:pt x="144" y="447"/>
                    <a:pt x="144" y="447"/>
                    <a:pt x="144" y="447"/>
                  </a:cubicBezTo>
                  <a:cubicBezTo>
                    <a:pt x="145" y="456"/>
                    <a:pt x="145" y="456"/>
                    <a:pt x="145" y="456"/>
                  </a:cubicBezTo>
                  <a:cubicBezTo>
                    <a:pt x="122" y="476"/>
                    <a:pt x="122" y="476"/>
                    <a:pt x="122" y="476"/>
                  </a:cubicBezTo>
                  <a:cubicBezTo>
                    <a:pt x="148" y="471"/>
                    <a:pt x="148" y="471"/>
                    <a:pt x="148" y="471"/>
                  </a:cubicBezTo>
                  <a:cubicBezTo>
                    <a:pt x="149" y="478"/>
                    <a:pt x="149" y="478"/>
                    <a:pt x="149" y="478"/>
                  </a:cubicBezTo>
                  <a:cubicBezTo>
                    <a:pt x="115" y="485"/>
                    <a:pt x="115" y="485"/>
                    <a:pt x="115" y="485"/>
                  </a:cubicBezTo>
                  <a:close/>
                  <a:moveTo>
                    <a:pt x="128" y="427"/>
                  </a:moveTo>
                  <a:cubicBezTo>
                    <a:pt x="121" y="427"/>
                    <a:pt x="121" y="427"/>
                    <a:pt x="121" y="427"/>
                  </a:cubicBezTo>
                  <a:cubicBezTo>
                    <a:pt x="121" y="410"/>
                    <a:pt x="121" y="410"/>
                    <a:pt x="121" y="410"/>
                  </a:cubicBezTo>
                  <a:cubicBezTo>
                    <a:pt x="142" y="409"/>
                    <a:pt x="142" y="409"/>
                    <a:pt x="142" y="409"/>
                  </a:cubicBezTo>
                  <a:cubicBezTo>
                    <a:pt x="142" y="425"/>
                    <a:pt x="142" y="425"/>
                    <a:pt x="142" y="425"/>
                  </a:cubicBezTo>
                  <a:cubicBezTo>
                    <a:pt x="142" y="428"/>
                    <a:pt x="142" y="431"/>
                    <a:pt x="142" y="432"/>
                  </a:cubicBezTo>
                  <a:cubicBezTo>
                    <a:pt x="141" y="434"/>
                    <a:pt x="140" y="435"/>
                    <a:pt x="139" y="437"/>
                  </a:cubicBezTo>
                  <a:cubicBezTo>
                    <a:pt x="138" y="439"/>
                    <a:pt x="136" y="440"/>
                    <a:pt x="134" y="441"/>
                  </a:cubicBezTo>
                  <a:cubicBezTo>
                    <a:pt x="132" y="442"/>
                    <a:pt x="129" y="442"/>
                    <a:pt x="126" y="443"/>
                  </a:cubicBezTo>
                  <a:cubicBezTo>
                    <a:pt x="119" y="443"/>
                    <a:pt x="115" y="441"/>
                    <a:pt x="112" y="439"/>
                  </a:cubicBezTo>
                  <a:cubicBezTo>
                    <a:pt x="109" y="436"/>
                    <a:pt x="107" y="432"/>
                    <a:pt x="107" y="426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13" y="410"/>
                    <a:pt x="113" y="410"/>
                    <a:pt x="113" y="410"/>
                  </a:cubicBezTo>
                  <a:cubicBezTo>
                    <a:pt x="113" y="426"/>
                    <a:pt x="113" y="426"/>
                    <a:pt x="113" y="426"/>
                  </a:cubicBezTo>
                  <a:cubicBezTo>
                    <a:pt x="113" y="429"/>
                    <a:pt x="114" y="431"/>
                    <a:pt x="116" y="432"/>
                  </a:cubicBezTo>
                  <a:cubicBezTo>
                    <a:pt x="118" y="434"/>
                    <a:pt x="121" y="434"/>
                    <a:pt x="125" y="434"/>
                  </a:cubicBezTo>
                  <a:cubicBezTo>
                    <a:pt x="129" y="434"/>
                    <a:pt x="132" y="433"/>
                    <a:pt x="133" y="432"/>
                  </a:cubicBezTo>
                  <a:cubicBezTo>
                    <a:pt x="135" y="431"/>
                    <a:pt x="136" y="428"/>
                    <a:pt x="136" y="425"/>
                  </a:cubicBezTo>
                  <a:cubicBezTo>
                    <a:pt x="136" y="417"/>
                    <a:pt x="136" y="417"/>
                    <a:pt x="136" y="417"/>
                  </a:cubicBezTo>
                  <a:cubicBezTo>
                    <a:pt x="127" y="417"/>
                    <a:pt x="127" y="417"/>
                    <a:pt x="127" y="417"/>
                  </a:cubicBezTo>
                  <a:cubicBezTo>
                    <a:pt x="128" y="427"/>
                    <a:pt x="128" y="427"/>
                    <a:pt x="128" y="427"/>
                  </a:cubicBezTo>
                  <a:close/>
                  <a:moveTo>
                    <a:pt x="115" y="385"/>
                  </a:moveTo>
                  <a:cubicBezTo>
                    <a:pt x="115" y="385"/>
                    <a:pt x="115" y="385"/>
                    <a:pt x="115" y="385"/>
                  </a:cubicBezTo>
                  <a:cubicBezTo>
                    <a:pt x="115" y="382"/>
                    <a:pt x="116" y="379"/>
                    <a:pt x="117" y="378"/>
                  </a:cubicBezTo>
                  <a:cubicBezTo>
                    <a:pt x="119" y="377"/>
                    <a:pt x="122" y="377"/>
                    <a:pt x="127" y="377"/>
                  </a:cubicBezTo>
                  <a:cubicBezTo>
                    <a:pt x="131" y="377"/>
                    <a:pt x="134" y="378"/>
                    <a:pt x="135" y="379"/>
                  </a:cubicBezTo>
                  <a:cubicBezTo>
                    <a:pt x="137" y="381"/>
                    <a:pt x="138" y="383"/>
                    <a:pt x="137" y="386"/>
                  </a:cubicBezTo>
                  <a:cubicBezTo>
                    <a:pt x="137" y="395"/>
                    <a:pt x="137" y="395"/>
                    <a:pt x="137" y="395"/>
                  </a:cubicBezTo>
                  <a:cubicBezTo>
                    <a:pt x="114" y="394"/>
                    <a:pt x="114" y="394"/>
                    <a:pt x="114" y="394"/>
                  </a:cubicBezTo>
                  <a:cubicBezTo>
                    <a:pt x="115" y="385"/>
                    <a:pt x="115" y="385"/>
                    <a:pt x="115" y="385"/>
                  </a:cubicBezTo>
                  <a:close/>
                  <a:moveTo>
                    <a:pt x="107" y="401"/>
                  </a:moveTo>
                  <a:cubicBezTo>
                    <a:pt x="108" y="384"/>
                    <a:pt x="108" y="384"/>
                    <a:pt x="108" y="384"/>
                  </a:cubicBezTo>
                  <a:cubicBezTo>
                    <a:pt x="109" y="378"/>
                    <a:pt x="111" y="374"/>
                    <a:pt x="114" y="372"/>
                  </a:cubicBezTo>
                  <a:cubicBezTo>
                    <a:pt x="117" y="369"/>
                    <a:pt x="122" y="368"/>
                    <a:pt x="128" y="369"/>
                  </a:cubicBezTo>
                  <a:cubicBezTo>
                    <a:pt x="131" y="369"/>
                    <a:pt x="134" y="370"/>
                    <a:pt x="136" y="371"/>
                  </a:cubicBezTo>
                  <a:cubicBezTo>
                    <a:pt x="138" y="372"/>
                    <a:pt x="140" y="373"/>
                    <a:pt x="141" y="375"/>
                  </a:cubicBezTo>
                  <a:cubicBezTo>
                    <a:pt x="142" y="377"/>
                    <a:pt x="143" y="378"/>
                    <a:pt x="143" y="380"/>
                  </a:cubicBezTo>
                  <a:cubicBezTo>
                    <a:pt x="144" y="381"/>
                    <a:pt x="144" y="384"/>
                    <a:pt x="144" y="387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07" y="401"/>
                    <a:pt x="107" y="401"/>
                    <a:pt x="107" y="401"/>
                  </a:cubicBezTo>
                  <a:close/>
                  <a:moveTo>
                    <a:pt x="128" y="362"/>
                  </a:moveTo>
                  <a:cubicBezTo>
                    <a:pt x="123" y="361"/>
                    <a:pt x="118" y="359"/>
                    <a:pt x="116" y="355"/>
                  </a:cubicBezTo>
                  <a:cubicBezTo>
                    <a:pt x="114" y="351"/>
                    <a:pt x="114" y="347"/>
                    <a:pt x="115" y="341"/>
                  </a:cubicBezTo>
                  <a:cubicBezTo>
                    <a:pt x="116" y="335"/>
                    <a:pt x="119" y="331"/>
                    <a:pt x="122" y="329"/>
                  </a:cubicBezTo>
                  <a:cubicBezTo>
                    <a:pt x="126" y="327"/>
                    <a:pt x="131" y="326"/>
                    <a:pt x="137" y="328"/>
                  </a:cubicBezTo>
                  <a:cubicBezTo>
                    <a:pt x="143" y="329"/>
                    <a:pt x="147" y="332"/>
                    <a:pt x="149" y="335"/>
                  </a:cubicBezTo>
                  <a:cubicBezTo>
                    <a:pt x="152" y="339"/>
                    <a:pt x="152" y="343"/>
                    <a:pt x="151" y="349"/>
                  </a:cubicBezTo>
                  <a:cubicBezTo>
                    <a:pt x="149" y="355"/>
                    <a:pt x="147" y="359"/>
                    <a:pt x="143" y="361"/>
                  </a:cubicBezTo>
                  <a:cubicBezTo>
                    <a:pt x="140" y="364"/>
                    <a:pt x="135" y="364"/>
                    <a:pt x="128" y="362"/>
                  </a:cubicBezTo>
                  <a:close/>
                  <a:moveTo>
                    <a:pt x="121" y="342"/>
                  </a:moveTo>
                  <a:cubicBezTo>
                    <a:pt x="122" y="339"/>
                    <a:pt x="123" y="337"/>
                    <a:pt x="125" y="336"/>
                  </a:cubicBezTo>
                  <a:cubicBezTo>
                    <a:pt x="128" y="335"/>
                    <a:pt x="131" y="335"/>
                    <a:pt x="135" y="336"/>
                  </a:cubicBezTo>
                  <a:cubicBezTo>
                    <a:pt x="139" y="337"/>
                    <a:pt x="142" y="338"/>
                    <a:pt x="143" y="340"/>
                  </a:cubicBezTo>
                  <a:cubicBezTo>
                    <a:pt x="145" y="342"/>
                    <a:pt x="145" y="345"/>
                    <a:pt x="145" y="348"/>
                  </a:cubicBezTo>
                  <a:cubicBezTo>
                    <a:pt x="144" y="351"/>
                    <a:pt x="142" y="353"/>
                    <a:pt x="140" y="354"/>
                  </a:cubicBezTo>
                  <a:cubicBezTo>
                    <a:pt x="138" y="355"/>
                    <a:pt x="135" y="355"/>
                    <a:pt x="130" y="354"/>
                  </a:cubicBezTo>
                  <a:cubicBezTo>
                    <a:pt x="126" y="353"/>
                    <a:pt x="124" y="352"/>
                    <a:pt x="122" y="350"/>
                  </a:cubicBezTo>
                  <a:cubicBezTo>
                    <a:pt x="121" y="348"/>
                    <a:pt x="120" y="345"/>
                    <a:pt x="121" y="342"/>
                  </a:cubicBezTo>
                  <a:close/>
                  <a:moveTo>
                    <a:pt x="124" y="314"/>
                  </a:moveTo>
                  <a:cubicBezTo>
                    <a:pt x="127" y="305"/>
                    <a:pt x="127" y="305"/>
                    <a:pt x="127" y="305"/>
                  </a:cubicBezTo>
                  <a:cubicBezTo>
                    <a:pt x="156" y="301"/>
                    <a:pt x="156" y="301"/>
                    <a:pt x="156" y="301"/>
                  </a:cubicBezTo>
                  <a:cubicBezTo>
                    <a:pt x="133" y="292"/>
                    <a:pt x="133" y="292"/>
                    <a:pt x="133" y="292"/>
                  </a:cubicBezTo>
                  <a:cubicBezTo>
                    <a:pt x="135" y="284"/>
                    <a:pt x="135" y="284"/>
                    <a:pt x="135" y="284"/>
                  </a:cubicBezTo>
                  <a:cubicBezTo>
                    <a:pt x="168" y="298"/>
                    <a:pt x="168" y="298"/>
                    <a:pt x="168" y="298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6" y="327"/>
                    <a:pt x="156" y="327"/>
                    <a:pt x="156" y="327"/>
                  </a:cubicBezTo>
                  <a:cubicBezTo>
                    <a:pt x="124" y="314"/>
                    <a:pt x="124" y="314"/>
                    <a:pt x="124" y="314"/>
                  </a:cubicBezTo>
                  <a:close/>
                  <a:moveTo>
                    <a:pt x="166" y="273"/>
                  </a:moveTo>
                  <a:cubicBezTo>
                    <a:pt x="160" y="269"/>
                    <a:pt x="160" y="269"/>
                    <a:pt x="160" y="269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79" y="279"/>
                    <a:pt x="179" y="279"/>
                    <a:pt x="179" y="279"/>
                  </a:cubicBezTo>
                  <a:cubicBezTo>
                    <a:pt x="178" y="281"/>
                    <a:pt x="176" y="283"/>
                    <a:pt x="175" y="284"/>
                  </a:cubicBezTo>
                  <a:cubicBezTo>
                    <a:pt x="174" y="286"/>
                    <a:pt x="172" y="286"/>
                    <a:pt x="171" y="287"/>
                  </a:cubicBezTo>
                  <a:cubicBezTo>
                    <a:pt x="168" y="288"/>
                    <a:pt x="166" y="288"/>
                    <a:pt x="164" y="288"/>
                  </a:cubicBezTo>
                  <a:cubicBezTo>
                    <a:pt x="161" y="287"/>
                    <a:pt x="159" y="286"/>
                    <a:pt x="156" y="284"/>
                  </a:cubicBezTo>
                  <a:cubicBezTo>
                    <a:pt x="151" y="281"/>
                    <a:pt x="147" y="278"/>
                    <a:pt x="146" y="274"/>
                  </a:cubicBezTo>
                  <a:cubicBezTo>
                    <a:pt x="145" y="270"/>
                    <a:pt x="146" y="265"/>
                    <a:pt x="149" y="260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54" y="264"/>
                    <a:pt x="154" y="264"/>
                    <a:pt x="154" y="264"/>
                  </a:cubicBezTo>
                  <a:cubicBezTo>
                    <a:pt x="153" y="266"/>
                    <a:pt x="152" y="268"/>
                    <a:pt x="153" y="271"/>
                  </a:cubicBezTo>
                  <a:cubicBezTo>
                    <a:pt x="154" y="273"/>
                    <a:pt x="156" y="275"/>
                    <a:pt x="160" y="277"/>
                  </a:cubicBezTo>
                  <a:cubicBezTo>
                    <a:pt x="163" y="279"/>
                    <a:pt x="166" y="280"/>
                    <a:pt x="168" y="280"/>
                  </a:cubicBezTo>
                  <a:cubicBezTo>
                    <a:pt x="170" y="279"/>
                    <a:pt x="172" y="278"/>
                    <a:pt x="174" y="276"/>
                  </a:cubicBezTo>
                  <a:cubicBezTo>
                    <a:pt x="178" y="268"/>
                    <a:pt x="178" y="268"/>
                    <a:pt x="178" y="268"/>
                  </a:cubicBezTo>
                  <a:cubicBezTo>
                    <a:pt x="171" y="264"/>
                    <a:pt x="171" y="264"/>
                    <a:pt x="171" y="264"/>
                  </a:cubicBezTo>
                  <a:cubicBezTo>
                    <a:pt x="166" y="273"/>
                    <a:pt x="166" y="273"/>
                    <a:pt x="166" y="273"/>
                  </a:cubicBezTo>
                  <a:close/>
                  <a:moveTo>
                    <a:pt x="197" y="199"/>
                  </a:moveTo>
                  <a:cubicBezTo>
                    <a:pt x="211" y="215"/>
                    <a:pt x="211" y="215"/>
                    <a:pt x="211" y="215"/>
                  </a:cubicBezTo>
                  <a:cubicBezTo>
                    <a:pt x="213" y="217"/>
                    <a:pt x="215" y="218"/>
                    <a:pt x="217" y="219"/>
                  </a:cubicBezTo>
                  <a:cubicBezTo>
                    <a:pt x="219" y="219"/>
                    <a:pt x="221" y="218"/>
                    <a:pt x="223" y="216"/>
                  </a:cubicBezTo>
                  <a:cubicBezTo>
                    <a:pt x="225" y="214"/>
                    <a:pt x="226" y="212"/>
                    <a:pt x="226" y="210"/>
                  </a:cubicBezTo>
                  <a:cubicBezTo>
                    <a:pt x="226" y="208"/>
                    <a:pt x="225" y="206"/>
                    <a:pt x="223" y="204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4" y="183"/>
                    <a:pt x="214" y="183"/>
                    <a:pt x="214" y="183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0" y="201"/>
                    <a:pt x="231" y="202"/>
                    <a:pt x="232" y="203"/>
                  </a:cubicBezTo>
                  <a:cubicBezTo>
                    <a:pt x="233" y="205"/>
                    <a:pt x="233" y="206"/>
                    <a:pt x="233" y="207"/>
                  </a:cubicBezTo>
                  <a:cubicBezTo>
                    <a:pt x="233" y="209"/>
                    <a:pt x="233" y="212"/>
                    <a:pt x="232" y="214"/>
                  </a:cubicBezTo>
                  <a:cubicBezTo>
                    <a:pt x="231" y="216"/>
                    <a:pt x="229" y="218"/>
                    <a:pt x="227" y="220"/>
                  </a:cubicBezTo>
                  <a:cubicBezTo>
                    <a:pt x="224" y="222"/>
                    <a:pt x="222" y="224"/>
                    <a:pt x="220" y="225"/>
                  </a:cubicBezTo>
                  <a:cubicBezTo>
                    <a:pt x="218" y="226"/>
                    <a:pt x="216" y="226"/>
                    <a:pt x="214" y="226"/>
                  </a:cubicBezTo>
                  <a:cubicBezTo>
                    <a:pt x="213" y="225"/>
                    <a:pt x="212" y="225"/>
                    <a:pt x="210" y="224"/>
                  </a:cubicBezTo>
                  <a:cubicBezTo>
                    <a:pt x="209" y="223"/>
                    <a:pt x="208" y="222"/>
                    <a:pt x="206" y="220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7" y="199"/>
                    <a:pt x="197" y="199"/>
                    <a:pt x="197" y="199"/>
                  </a:cubicBezTo>
                  <a:close/>
                  <a:moveTo>
                    <a:pt x="222" y="175"/>
                  </a:moveTo>
                  <a:cubicBezTo>
                    <a:pt x="230" y="170"/>
                    <a:pt x="230" y="170"/>
                    <a:pt x="230" y="170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42" y="162"/>
                    <a:pt x="242" y="162"/>
                    <a:pt x="242" y="162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22" y="175"/>
                    <a:pt x="222" y="175"/>
                    <a:pt x="222" y="175"/>
                  </a:cubicBezTo>
                  <a:close/>
                  <a:moveTo>
                    <a:pt x="282" y="180"/>
                  </a:moveTo>
                  <a:cubicBezTo>
                    <a:pt x="275" y="184"/>
                    <a:pt x="275" y="184"/>
                    <a:pt x="275" y="184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64" y="149"/>
                    <a:pt x="264" y="149"/>
                    <a:pt x="264" y="149"/>
                  </a:cubicBezTo>
                  <a:cubicBezTo>
                    <a:pt x="282" y="180"/>
                    <a:pt x="282" y="180"/>
                    <a:pt x="282" y="180"/>
                  </a:cubicBezTo>
                  <a:close/>
                  <a:moveTo>
                    <a:pt x="297" y="172"/>
                  </a:moveTo>
                  <a:cubicBezTo>
                    <a:pt x="268" y="146"/>
                    <a:pt x="268" y="146"/>
                    <a:pt x="268" y="146"/>
                  </a:cubicBezTo>
                  <a:cubicBezTo>
                    <a:pt x="276" y="142"/>
                    <a:pt x="276" y="142"/>
                    <a:pt x="276" y="142"/>
                  </a:cubicBezTo>
                  <a:cubicBezTo>
                    <a:pt x="297" y="162"/>
                    <a:pt x="297" y="162"/>
                    <a:pt x="297" y="162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302" y="130"/>
                    <a:pt x="302" y="130"/>
                    <a:pt x="302" y="130"/>
                  </a:cubicBezTo>
                  <a:cubicBezTo>
                    <a:pt x="304" y="169"/>
                    <a:pt x="304" y="169"/>
                    <a:pt x="304" y="169"/>
                  </a:cubicBezTo>
                  <a:cubicBezTo>
                    <a:pt x="297" y="172"/>
                    <a:pt x="297" y="172"/>
                    <a:pt x="297" y="172"/>
                  </a:cubicBezTo>
                  <a:close/>
                  <a:moveTo>
                    <a:pt x="325" y="130"/>
                  </a:moveTo>
                  <a:cubicBezTo>
                    <a:pt x="323" y="131"/>
                    <a:pt x="321" y="132"/>
                    <a:pt x="320" y="134"/>
                  </a:cubicBezTo>
                  <a:cubicBezTo>
                    <a:pt x="319" y="136"/>
                    <a:pt x="319" y="138"/>
                    <a:pt x="320" y="141"/>
                  </a:cubicBezTo>
                  <a:cubicBezTo>
                    <a:pt x="339" y="135"/>
                    <a:pt x="339" y="135"/>
                    <a:pt x="339" y="135"/>
                  </a:cubicBezTo>
                  <a:cubicBezTo>
                    <a:pt x="341" y="141"/>
                    <a:pt x="341" y="141"/>
                    <a:pt x="341" y="141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22" y="150"/>
                    <a:pt x="323" y="152"/>
                    <a:pt x="325" y="153"/>
                  </a:cubicBezTo>
                  <a:cubicBezTo>
                    <a:pt x="327" y="154"/>
                    <a:pt x="329" y="154"/>
                    <a:pt x="332" y="153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5" y="155"/>
                    <a:pt x="345" y="155"/>
                    <a:pt x="345" y="155"/>
                  </a:cubicBezTo>
                  <a:cubicBezTo>
                    <a:pt x="333" y="159"/>
                    <a:pt x="333" y="159"/>
                    <a:pt x="333" y="159"/>
                  </a:cubicBezTo>
                  <a:cubicBezTo>
                    <a:pt x="331" y="160"/>
                    <a:pt x="328" y="160"/>
                    <a:pt x="327" y="160"/>
                  </a:cubicBezTo>
                  <a:cubicBezTo>
                    <a:pt x="325" y="160"/>
                    <a:pt x="323" y="160"/>
                    <a:pt x="322" y="159"/>
                  </a:cubicBezTo>
                  <a:cubicBezTo>
                    <a:pt x="320" y="158"/>
                    <a:pt x="318" y="157"/>
                    <a:pt x="316" y="155"/>
                  </a:cubicBezTo>
                  <a:cubicBezTo>
                    <a:pt x="315" y="153"/>
                    <a:pt x="314" y="150"/>
                    <a:pt x="313" y="147"/>
                  </a:cubicBezTo>
                  <a:cubicBezTo>
                    <a:pt x="311" y="141"/>
                    <a:pt x="311" y="136"/>
                    <a:pt x="313" y="132"/>
                  </a:cubicBezTo>
                  <a:cubicBezTo>
                    <a:pt x="315" y="129"/>
                    <a:pt x="318" y="126"/>
                    <a:pt x="324" y="124"/>
                  </a:cubicBezTo>
                  <a:cubicBezTo>
                    <a:pt x="335" y="121"/>
                    <a:pt x="335" y="121"/>
                    <a:pt x="335" y="121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25" y="130"/>
                    <a:pt x="325" y="130"/>
                    <a:pt x="325" y="130"/>
                  </a:cubicBezTo>
                  <a:close/>
                  <a:moveTo>
                    <a:pt x="364" y="122"/>
                  </a:moveTo>
                  <a:cubicBezTo>
                    <a:pt x="364" y="122"/>
                    <a:pt x="364" y="122"/>
                    <a:pt x="364" y="122"/>
                  </a:cubicBezTo>
                  <a:cubicBezTo>
                    <a:pt x="367" y="122"/>
                    <a:pt x="368" y="122"/>
                    <a:pt x="369" y="123"/>
                  </a:cubicBezTo>
                  <a:cubicBezTo>
                    <a:pt x="370" y="123"/>
                    <a:pt x="371" y="124"/>
                    <a:pt x="371" y="126"/>
                  </a:cubicBezTo>
                  <a:cubicBezTo>
                    <a:pt x="371" y="128"/>
                    <a:pt x="371" y="129"/>
                    <a:pt x="370" y="130"/>
                  </a:cubicBezTo>
                  <a:cubicBezTo>
                    <a:pt x="369" y="130"/>
                    <a:pt x="368" y="131"/>
                    <a:pt x="365" y="131"/>
                  </a:cubicBezTo>
                  <a:cubicBezTo>
                    <a:pt x="356" y="133"/>
                    <a:pt x="356" y="133"/>
                    <a:pt x="356" y="133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64" y="122"/>
                    <a:pt x="364" y="122"/>
                    <a:pt x="364" y="122"/>
                  </a:cubicBezTo>
                  <a:close/>
                  <a:moveTo>
                    <a:pt x="347" y="118"/>
                  </a:moveTo>
                  <a:cubicBezTo>
                    <a:pt x="365" y="116"/>
                    <a:pt x="365" y="116"/>
                    <a:pt x="365" y="116"/>
                  </a:cubicBezTo>
                  <a:cubicBezTo>
                    <a:pt x="369" y="115"/>
                    <a:pt x="372" y="116"/>
                    <a:pt x="375" y="117"/>
                  </a:cubicBezTo>
                  <a:cubicBezTo>
                    <a:pt x="377" y="119"/>
                    <a:pt x="378" y="121"/>
                    <a:pt x="379" y="125"/>
                  </a:cubicBezTo>
                  <a:cubicBezTo>
                    <a:pt x="379" y="128"/>
                    <a:pt x="379" y="130"/>
                    <a:pt x="378" y="132"/>
                  </a:cubicBezTo>
                  <a:cubicBezTo>
                    <a:pt x="377" y="134"/>
                    <a:pt x="375" y="135"/>
                    <a:pt x="373" y="136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76" y="151"/>
                    <a:pt x="376" y="151"/>
                    <a:pt x="376" y="151"/>
                  </a:cubicBezTo>
                  <a:cubicBezTo>
                    <a:pt x="366" y="138"/>
                    <a:pt x="366" y="138"/>
                    <a:pt x="366" y="138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419" y="121"/>
                  </a:moveTo>
                  <a:cubicBezTo>
                    <a:pt x="401" y="121"/>
                    <a:pt x="401" y="121"/>
                    <a:pt x="401" y="121"/>
                  </a:cubicBezTo>
                  <a:cubicBezTo>
                    <a:pt x="399" y="121"/>
                    <a:pt x="397" y="121"/>
                    <a:pt x="396" y="122"/>
                  </a:cubicBezTo>
                  <a:cubicBezTo>
                    <a:pt x="395" y="123"/>
                    <a:pt x="395" y="124"/>
                    <a:pt x="395" y="125"/>
                  </a:cubicBezTo>
                  <a:cubicBezTo>
                    <a:pt x="395" y="127"/>
                    <a:pt x="395" y="128"/>
                    <a:pt x="396" y="128"/>
                  </a:cubicBezTo>
                  <a:cubicBezTo>
                    <a:pt x="397" y="129"/>
                    <a:pt x="398" y="129"/>
                    <a:pt x="399" y="129"/>
                  </a:cubicBezTo>
                  <a:cubicBezTo>
                    <a:pt x="409" y="129"/>
                    <a:pt x="409" y="129"/>
                    <a:pt x="409" y="129"/>
                  </a:cubicBezTo>
                  <a:cubicBezTo>
                    <a:pt x="413" y="130"/>
                    <a:pt x="416" y="130"/>
                    <a:pt x="418" y="132"/>
                  </a:cubicBezTo>
                  <a:cubicBezTo>
                    <a:pt x="420" y="134"/>
                    <a:pt x="420" y="136"/>
                    <a:pt x="420" y="140"/>
                  </a:cubicBezTo>
                  <a:cubicBezTo>
                    <a:pt x="420" y="144"/>
                    <a:pt x="419" y="146"/>
                    <a:pt x="417" y="148"/>
                  </a:cubicBezTo>
                  <a:cubicBezTo>
                    <a:pt x="415" y="150"/>
                    <a:pt x="412" y="150"/>
                    <a:pt x="408" y="150"/>
                  </a:cubicBezTo>
                  <a:cubicBezTo>
                    <a:pt x="388" y="150"/>
                    <a:pt x="388" y="150"/>
                    <a:pt x="388" y="150"/>
                  </a:cubicBezTo>
                  <a:cubicBezTo>
                    <a:pt x="388" y="144"/>
                    <a:pt x="388" y="144"/>
                    <a:pt x="388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10" y="144"/>
                    <a:pt x="411" y="143"/>
                  </a:cubicBezTo>
                  <a:cubicBezTo>
                    <a:pt x="412" y="142"/>
                    <a:pt x="413" y="141"/>
                    <a:pt x="413" y="140"/>
                  </a:cubicBezTo>
                  <a:cubicBezTo>
                    <a:pt x="413" y="139"/>
                    <a:pt x="412" y="137"/>
                    <a:pt x="411" y="137"/>
                  </a:cubicBezTo>
                  <a:cubicBezTo>
                    <a:pt x="411" y="136"/>
                    <a:pt x="409" y="136"/>
                    <a:pt x="407" y="136"/>
                  </a:cubicBezTo>
                  <a:cubicBezTo>
                    <a:pt x="399" y="136"/>
                    <a:pt x="399" y="136"/>
                    <a:pt x="399" y="136"/>
                  </a:cubicBezTo>
                  <a:cubicBezTo>
                    <a:pt x="395" y="136"/>
                    <a:pt x="392" y="135"/>
                    <a:pt x="390" y="133"/>
                  </a:cubicBezTo>
                  <a:cubicBezTo>
                    <a:pt x="388" y="131"/>
                    <a:pt x="387" y="129"/>
                    <a:pt x="387" y="125"/>
                  </a:cubicBezTo>
                  <a:cubicBezTo>
                    <a:pt x="387" y="121"/>
                    <a:pt x="388" y="119"/>
                    <a:pt x="390" y="117"/>
                  </a:cubicBezTo>
                  <a:cubicBezTo>
                    <a:pt x="392" y="115"/>
                    <a:pt x="395" y="114"/>
                    <a:pt x="400" y="114"/>
                  </a:cubicBezTo>
                  <a:cubicBezTo>
                    <a:pt x="419" y="115"/>
                    <a:pt x="419" y="115"/>
                    <a:pt x="419" y="115"/>
                  </a:cubicBezTo>
                  <a:cubicBezTo>
                    <a:pt x="419" y="121"/>
                    <a:pt x="419" y="121"/>
                    <a:pt x="419" y="121"/>
                  </a:cubicBezTo>
                  <a:close/>
                  <a:moveTo>
                    <a:pt x="433" y="152"/>
                  </a:moveTo>
                  <a:cubicBezTo>
                    <a:pt x="426" y="151"/>
                    <a:pt x="426" y="151"/>
                    <a:pt x="426" y="151"/>
                  </a:cubicBezTo>
                  <a:cubicBezTo>
                    <a:pt x="431" y="115"/>
                    <a:pt x="431" y="115"/>
                    <a:pt x="431" y="115"/>
                  </a:cubicBezTo>
                  <a:cubicBezTo>
                    <a:pt x="438" y="117"/>
                    <a:pt x="438" y="117"/>
                    <a:pt x="438" y="117"/>
                  </a:cubicBezTo>
                  <a:cubicBezTo>
                    <a:pt x="433" y="152"/>
                    <a:pt x="433" y="152"/>
                    <a:pt x="433" y="152"/>
                  </a:cubicBezTo>
                  <a:close/>
                  <a:moveTo>
                    <a:pt x="453" y="126"/>
                  </a:moveTo>
                  <a:cubicBezTo>
                    <a:pt x="442" y="124"/>
                    <a:pt x="442" y="124"/>
                    <a:pt x="442" y="124"/>
                  </a:cubicBezTo>
                  <a:cubicBezTo>
                    <a:pt x="443" y="118"/>
                    <a:pt x="443" y="118"/>
                    <a:pt x="443" y="118"/>
                  </a:cubicBezTo>
                  <a:cubicBezTo>
                    <a:pt x="473" y="123"/>
                    <a:pt x="473" y="123"/>
                    <a:pt x="473" y="123"/>
                  </a:cubicBezTo>
                  <a:cubicBezTo>
                    <a:pt x="472" y="129"/>
                    <a:pt x="472" y="129"/>
                    <a:pt x="472" y="129"/>
                  </a:cubicBezTo>
                  <a:cubicBezTo>
                    <a:pt x="461" y="127"/>
                    <a:pt x="461" y="127"/>
                    <a:pt x="461" y="127"/>
                  </a:cubicBezTo>
                  <a:cubicBezTo>
                    <a:pt x="456" y="156"/>
                    <a:pt x="456" y="156"/>
                    <a:pt x="456" y="156"/>
                  </a:cubicBezTo>
                  <a:cubicBezTo>
                    <a:pt x="448" y="155"/>
                    <a:pt x="448" y="155"/>
                    <a:pt x="448" y="155"/>
                  </a:cubicBezTo>
                  <a:cubicBezTo>
                    <a:pt x="453" y="126"/>
                    <a:pt x="453" y="126"/>
                    <a:pt x="453" y="126"/>
                  </a:cubicBezTo>
                  <a:close/>
                  <a:moveTo>
                    <a:pt x="477" y="124"/>
                  </a:moveTo>
                  <a:cubicBezTo>
                    <a:pt x="485" y="127"/>
                    <a:pt x="485" y="127"/>
                    <a:pt x="485" y="127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9" y="135"/>
                    <a:pt x="509" y="135"/>
                    <a:pt x="509" y="135"/>
                  </a:cubicBezTo>
                  <a:cubicBezTo>
                    <a:pt x="490" y="150"/>
                    <a:pt x="490" y="150"/>
                    <a:pt x="490" y="150"/>
                  </a:cubicBezTo>
                  <a:cubicBezTo>
                    <a:pt x="485" y="165"/>
                    <a:pt x="485" y="165"/>
                    <a:pt x="485" y="165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3" y="147"/>
                    <a:pt x="483" y="147"/>
                    <a:pt x="483" y="147"/>
                  </a:cubicBezTo>
                  <a:cubicBezTo>
                    <a:pt x="477" y="124"/>
                    <a:pt x="477" y="124"/>
                    <a:pt x="477" y="124"/>
                  </a:cubicBezTo>
                  <a:close/>
                  <a:moveTo>
                    <a:pt x="541" y="171"/>
                  </a:moveTo>
                  <a:cubicBezTo>
                    <a:pt x="545" y="166"/>
                    <a:pt x="548" y="163"/>
                    <a:pt x="552" y="162"/>
                  </a:cubicBezTo>
                  <a:cubicBezTo>
                    <a:pt x="557" y="161"/>
                    <a:pt x="561" y="162"/>
                    <a:pt x="566" y="166"/>
                  </a:cubicBezTo>
                  <a:cubicBezTo>
                    <a:pt x="571" y="169"/>
                    <a:pt x="574" y="173"/>
                    <a:pt x="574" y="177"/>
                  </a:cubicBezTo>
                  <a:cubicBezTo>
                    <a:pt x="575" y="181"/>
                    <a:pt x="574" y="186"/>
                    <a:pt x="570" y="191"/>
                  </a:cubicBezTo>
                  <a:cubicBezTo>
                    <a:pt x="567" y="196"/>
                    <a:pt x="563" y="200"/>
                    <a:pt x="559" y="200"/>
                  </a:cubicBezTo>
                  <a:cubicBezTo>
                    <a:pt x="555" y="201"/>
                    <a:pt x="550" y="200"/>
                    <a:pt x="545" y="197"/>
                  </a:cubicBezTo>
                  <a:cubicBezTo>
                    <a:pt x="540" y="193"/>
                    <a:pt x="538" y="190"/>
                    <a:pt x="537" y="185"/>
                  </a:cubicBezTo>
                  <a:cubicBezTo>
                    <a:pt x="536" y="181"/>
                    <a:pt x="538" y="176"/>
                    <a:pt x="541" y="171"/>
                  </a:cubicBezTo>
                  <a:close/>
                  <a:moveTo>
                    <a:pt x="563" y="171"/>
                  </a:moveTo>
                  <a:cubicBezTo>
                    <a:pt x="565" y="173"/>
                    <a:pt x="567" y="175"/>
                    <a:pt x="567" y="178"/>
                  </a:cubicBezTo>
                  <a:cubicBezTo>
                    <a:pt x="567" y="180"/>
                    <a:pt x="566" y="183"/>
                    <a:pt x="564" y="187"/>
                  </a:cubicBezTo>
                  <a:cubicBezTo>
                    <a:pt x="561" y="190"/>
                    <a:pt x="559" y="192"/>
                    <a:pt x="556" y="193"/>
                  </a:cubicBezTo>
                  <a:cubicBezTo>
                    <a:pt x="554" y="194"/>
                    <a:pt x="551" y="193"/>
                    <a:pt x="549" y="192"/>
                  </a:cubicBezTo>
                  <a:cubicBezTo>
                    <a:pt x="546" y="190"/>
                    <a:pt x="545" y="188"/>
                    <a:pt x="545" y="185"/>
                  </a:cubicBezTo>
                  <a:cubicBezTo>
                    <a:pt x="544" y="182"/>
                    <a:pt x="546" y="179"/>
                    <a:pt x="548" y="176"/>
                  </a:cubicBezTo>
                  <a:cubicBezTo>
                    <a:pt x="550" y="172"/>
                    <a:pt x="553" y="170"/>
                    <a:pt x="555" y="169"/>
                  </a:cubicBezTo>
                  <a:cubicBezTo>
                    <a:pt x="557" y="169"/>
                    <a:pt x="560" y="169"/>
                    <a:pt x="563" y="171"/>
                  </a:cubicBezTo>
                  <a:close/>
                  <a:moveTo>
                    <a:pt x="574" y="198"/>
                  </a:moveTo>
                  <a:cubicBezTo>
                    <a:pt x="577" y="194"/>
                    <a:pt x="580" y="192"/>
                    <a:pt x="581" y="191"/>
                  </a:cubicBezTo>
                  <a:cubicBezTo>
                    <a:pt x="583" y="189"/>
                    <a:pt x="585" y="189"/>
                    <a:pt x="587" y="188"/>
                  </a:cubicBezTo>
                  <a:cubicBezTo>
                    <a:pt x="589" y="188"/>
                    <a:pt x="591" y="189"/>
                    <a:pt x="593" y="190"/>
                  </a:cubicBezTo>
                  <a:cubicBezTo>
                    <a:pt x="595" y="191"/>
                    <a:pt x="597" y="192"/>
                    <a:pt x="600" y="195"/>
                  </a:cubicBezTo>
                  <a:cubicBezTo>
                    <a:pt x="608" y="202"/>
                    <a:pt x="608" y="202"/>
                    <a:pt x="608" y="202"/>
                  </a:cubicBezTo>
                  <a:cubicBezTo>
                    <a:pt x="604" y="207"/>
                    <a:pt x="604" y="207"/>
                    <a:pt x="604" y="207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3" y="197"/>
                    <a:pt x="591" y="196"/>
                    <a:pt x="589" y="196"/>
                  </a:cubicBezTo>
                  <a:cubicBezTo>
                    <a:pt x="587" y="196"/>
                    <a:pt x="585" y="197"/>
                    <a:pt x="583" y="199"/>
                  </a:cubicBezTo>
                  <a:cubicBezTo>
                    <a:pt x="599" y="213"/>
                    <a:pt x="599" y="213"/>
                    <a:pt x="599" y="213"/>
                  </a:cubicBezTo>
                  <a:cubicBezTo>
                    <a:pt x="595" y="218"/>
                    <a:pt x="595" y="218"/>
                    <a:pt x="595" y="218"/>
                  </a:cubicBezTo>
                  <a:cubicBezTo>
                    <a:pt x="579" y="204"/>
                    <a:pt x="579" y="204"/>
                    <a:pt x="579" y="204"/>
                  </a:cubicBezTo>
                  <a:cubicBezTo>
                    <a:pt x="569" y="215"/>
                    <a:pt x="569" y="215"/>
                    <a:pt x="569" y="215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4" y="198"/>
                    <a:pt x="574" y="198"/>
                    <a:pt x="574" y="198"/>
                  </a:cubicBezTo>
                  <a:close/>
                  <a:moveTo>
                    <a:pt x="641" y="254"/>
                  </a:moveTo>
                  <a:cubicBezTo>
                    <a:pt x="635" y="244"/>
                    <a:pt x="635" y="244"/>
                    <a:pt x="635" y="244"/>
                  </a:cubicBezTo>
                  <a:cubicBezTo>
                    <a:pt x="640" y="241"/>
                    <a:pt x="640" y="241"/>
                    <a:pt x="640" y="241"/>
                  </a:cubicBezTo>
                  <a:cubicBezTo>
                    <a:pt x="656" y="267"/>
                    <a:pt x="656" y="267"/>
                    <a:pt x="656" y="267"/>
                  </a:cubicBezTo>
                  <a:cubicBezTo>
                    <a:pt x="651" y="270"/>
                    <a:pt x="651" y="270"/>
                    <a:pt x="651" y="270"/>
                  </a:cubicBezTo>
                  <a:cubicBezTo>
                    <a:pt x="645" y="260"/>
                    <a:pt x="645" y="260"/>
                    <a:pt x="645" y="260"/>
                  </a:cubicBezTo>
                  <a:cubicBezTo>
                    <a:pt x="620" y="276"/>
                    <a:pt x="620" y="276"/>
                    <a:pt x="620" y="276"/>
                  </a:cubicBezTo>
                  <a:cubicBezTo>
                    <a:pt x="616" y="269"/>
                    <a:pt x="616" y="269"/>
                    <a:pt x="616" y="269"/>
                  </a:cubicBezTo>
                  <a:cubicBezTo>
                    <a:pt x="641" y="254"/>
                    <a:pt x="641" y="254"/>
                    <a:pt x="641" y="254"/>
                  </a:cubicBezTo>
                  <a:close/>
                  <a:moveTo>
                    <a:pt x="662" y="290"/>
                  </a:moveTo>
                  <a:cubicBezTo>
                    <a:pt x="660" y="287"/>
                    <a:pt x="659" y="286"/>
                    <a:pt x="657" y="285"/>
                  </a:cubicBezTo>
                  <a:cubicBezTo>
                    <a:pt x="655" y="284"/>
                    <a:pt x="653" y="285"/>
                    <a:pt x="651" y="286"/>
                  </a:cubicBezTo>
                  <a:cubicBezTo>
                    <a:pt x="659" y="305"/>
                    <a:pt x="659" y="305"/>
                    <a:pt x="659" y="305"/>
                  </a:cubicBezTo>
                  <a:cubicBezTo>
                    <a:pt x="654" y="307"/>
                    <a:pt x="654" y="307"/>
                    <a:pt x="654" y="307"/>
                  </a:cubicBezTo>
                  <a:cubicBezTo>
                    <a:pt x="645" y="288"/>
                    <a:pt x="645" y="288"/>
                    <a:pt x="645" y="288"/>
                  </a:cubicBezTo>
                  <a:cubicBezTo>
                    <a:pt x="642" y="290"/>
                    <a:pt x="641" y="291"/>
                    <a:pt x="640" y="293"/>
                  </a:cubicBezTo>
                  <a:cubicBezTo>
                    <a:pt x="639" y="295"/>
                    <a:pt x="639" y="297"/>
                    <a:pt x="641" y="300"/>
                  </a:cubicBezTo>
                  <a:cubicBezTo>
                    <a:pt x="646" y="311"/>
                    <a:pt x="646" y="311"/>
                    <a:pt x="646" y="311"/>
                  </a:cubicBezTo>
                  <a:cubicBezTo>
                    <a:pt x="640" y="313"/>
                    <a:pt x="640" y="313"/>
                    <a:pt x="640" y="313"/>
                  </a:cubicBezTo>
                  <a:cubicBezTo>
                    <a:pt x="635" y="302"/>
                    <a:pt x="635" y="302"/>
                    <a:pt x="635" y="302"/>
                  </a:cubicBezTo>
                  <a:cubicBezTo>
                    <a:pt x="634" y="299"/>
                    <a:pt x="633" y="297"/>
                    <a:pt x="633" y="296"/>
                  </a:cubicBezTo>
                  <a:cubicBezTo>
                    <a:pt x="633" y="294"/>
                    <a:pt x="633" y="292"/>
                    <a:pt x="633" y="291"/>
                  </a:cubicBezTo>
                  <a:cubicBezTo>
                    <a:pt x="634" y="288"/>
                    <a:pt x="635" y="286"/>
                    <a:pt x="637" y="284"/>
                  </a:cubicBezTo>
                  <a:cubicBezTo>
                    <a:pt x="638" y="283"/>
                    <a:pt x="641" y="281"/>
                    <a:pt x="644" y="280"/>
                  </a:cubicBezTo>
                  <a:cubicBezTo>
                    <a:pt x="649" y="277"/>
                    <a:pt x="654" y="276"/>
                    <a:pt x="658" y="277"/>
                  </a:cubicBezTo>
                  <a:cubicBezTo>
                    <a:pt x="662" y="279"/>
                    <a:pt x="665" y="282"/>
                    <a:pt x="667" y="287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67" y="301"/>
                    <a:pt x="667" y="301"/>
                    <a:pt x="667" y="301"/>
                  </a:cubicBezTo>
                  <a:cubicBezTo>
                    <a:pt x="662" y="290"/>
                    <a:pt x="662" y="290"/>
                    <a:pt x="662" y="290"/>
                  </a:cubicBezTo>
                  <a:close/>
                  <a:moveTo>
                    <a:pt x="675" y="325"/>
                  </a:moveTo>
                  <a:cubicBezTo>
                    <a:pt x="674" y="322"/>
                    <a:pt x="672" y="320"/>
                    <a:pt x="670" y="319"/>
                  </a:cubicBezTo>
                  <a:cubicBezTo>
                    <a:pt x="668" y="319"/>
                    <a:pt x="665" y="319"/>
                    <a:pt x="660" y="320"/>
                  </a:cubicBezTo>
                  <a:cubicBezTo>
                    <a:pt x="657" y="322"/>
                    <a:pt x="654" y="323"/>
                    <a:pt x="653" y="325"/>
                  </a:cubicBezTo>
                  <a:cubicBezTo>
                    <a:pt x="652" y="327"/>
                    <a:pt x="652" y="329"/>
                    <a:pt x="653" y="332"/>
                  </a:cubicBezTo>
                  <a:cubicBezTo>
                    <a:pt x="657" y="344"/>
                    <a:pt x="657" y="344"/>
                    <a:pt x="657" y="344"/>
                  </a:cubicBezTo>
                  <a:cubicBezTo>
                    <a:pt x="651" y="346"/>
                    <a:pt x="651" y="346"/>
                    <a:pt x="651" y="346"/>
                  </a:cubicBezTo>
                  <a:cubicBezTo>
                    <a:pt x="647" y="334"/>
                    <a:pt x="647" y="334"/>
                    <a:pt x="647" y="334"/>
                  </a:cubicBezTo>
                  <a:cubicBezTo>
                    <a:pt x="646" y="331"/>
                    <a:pt x="646" y="329"/>
                    <a:pt x="646" y="327"/>
                  </a:cubicBezTo>
                  <a:cubicBezTo>
                    <a:pt x="646" y="326"/>
                    <a:pt x="646" y="324"/>
                    <a:pt x="647" y="322"/>
                  </a:cubicBezTo>
                  <a:cubicBezTo>
                    <a:pt x="647" y="320"/>
                    <a:pt x="649" y="318"/>
                    <a:pt x="651" y="316"/>
                  </a:cubicBezTo>
                  <a:cubicBezTo>
                    <a:pt x="653" y="315"/>
                    <a:pt x="655" y="314"/>
                    <a:pt x="658" y="313"/>
                  </a:cubicBezTo>
                  <a:cubicBezTo>
                    <a:pt x="664" y="311"/>
                    <a:pt x="669" y="310"/>
                    <a:pt x="673" y="312"/>
                  </a:cubicBezTo>
                  <a:cubicBezTo>
                    <a:pt x="676" y="314"/>
                    <a:pt x="679" y="317"/>
                    <a:pt x="681" y="323"/>
                  </a:cubicBezTo>
                  <a:cubicBezTo>
                    <a:pt x="684" y="335"/>
                    <a:pt x="684" y="335"/>
                    <a:pt x="684" y="335"/>
                  </a:cubicBezTo>
                  <a:cubicBezTo>
                    <a:pt x="679" y="337"/>
                    <a:pt x="679" y="337"/>
                    <a:pt x="679" y="337"/>
                  </a:cubicBezTo>
                  <a:cubicBezTo>
                    <a:pt x="675" y="325"/>
                    <a:pt x="675" y="325"/>
                    <a:pt x="675" y="325"/>
                  </a:cubicBezTo>
                  <a:close/>
                  <a:moveTo>
                    <a:pt x="689" y="352"/>
                  </a:moveTo>
                  <a:cubicBezTo>
                    <a:pt x="675" y="354"/>
                    <a:pt x="675" y="354"/>
                    <a:pt x="675" y="354"/>
                  </a:cubicBezTo>
                  <a:cubicBezTo>
                    <a:pt x="677" y="368"/>
                    <a:pt x="677" y="368"/>
                    <a:pt x="677" y="368"/>
                  </a:cubicBezTo>
                  <a:cubicBezTo>
                    <a:pt x="691" y="365"/>
                    <a:pt x="691" y="365"/>
                    <a:pt x="691" y="365"/>
                  </a:cubicBezTo>
                  <a:cubicBezTo>
                    <a:pt x="692" y="373"/>
                    <a:pt x="692" y="373"/>
                    <a:pt x="692" y="373"/>
                  </a:cubicBezTo>
                  <a:cubicBezTo>
                    <a:pt x="658" y="379"/>
                    <a:pt x="658" y="379"/>
                    <a:pt x="658" y="379"/>
                  </a:cubicBezTo>
                  <a:cubicBezTo>
                    <a:pt x="656" y="372"/>
                    <a:pt x="656" y="372"/>
                    <a:pt x="656" y="372"/>
                  </a:cubicBezTo>
                  <a:cubicBezTo>
                    <a:pt x="671" y="369"/>
                    <a:pt x="671" y="369"/>
                    <a:pt x="671" y="369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54" y="358"/>
                    <a:pt x="654" y="358"/>
                    <a:pt x="654" y="358"/>
                  </a:cubicBezTo>
                  <a:cubicBezTo>
                    <a:pt x="653" y="351"/>
                    <a:pt x="653" y="351"/>
                    <a:pt x="653" y="351"/>
                  </a:cubicBezTo>
                  <a:cubicBezTo>
                    <a:pt x="687" y="344"/>
                    <a:pt x="687" y="344"/>
                    <a:pt x="687" y="344"/>
                  </a:cubicBezTo>
                  <a:cubicBezTo>
                    <a:pt x="689" y="352"/>
                    <a:pt x="689" y="352"/>
                    <a:pt x="689" y="352"/>
                  </a:cubicBezTo>
                  <a:close/>
                  <a:moveTo>
                    <a:pt x="695" y="386"/>
                  </a:moveTo>
                  <a:cubicBezTo>
                    <a:pt x="695" y="396"/>
                    <a:pt x="695" y="396"/>
                    <a:pt x="695" y="396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95" y="410"/>
                    <a:pt x="695" y="410"/>
                    <a:pt x="695" y="410"/>
                  </a:cubicBezTo>
                  <a:cubicBezTo>
                    <a:pt x="695" y="418"/>
                    <a:pt x="695" y="418"/>
                    <a:pt x="695" y="418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0" y="410"/>
                    <a:pt x="660" y="410"/>
                    <a:pt x="660" y="410"/>
                  </a:cubicBezTo>
                  <a:cubicBezTo>
                    <a:pt x="686" y="394"/>
                    <a:pt x="686" y="394"/>
                    <a:pt x="686" y="394"/>
                  </a:cubicBezTo>
                  <a:cubicBezTo>
                    <a:pt x="660" y="395"/>
                    <a:pt x="660" y="395"/>
                    <a:pt x="660" y="395"/>
                  </a:cubicBezTo>
                  <a:cubicBezTo>
                    <a:pt x="659" y="387"/>
                    <a:pt x="659" y="387"/>
                    <a:pt x="659" y="387"/>
                  </a:cubicBezTo>
                  <a:cubicBezTo>
                    <a:pt x="695" y="386"/>
                    <a:pt x="695" y="386"/>
                    <a:pt x="695" y="386"/>
                  </a:cubicBezTo>
                  <a:close/>
                  <a:moveTo>
                    <a:pt x="677" y="425"/>
                  </a:moveTo>
                  <a:cubicBezTo>
                    <a:pt x="683" y="426"/>
                    <a:pt x="688" y="428"/>
                    <a:pt x="690" y="431"/>
                  </a:cubicBezTo>
                  <a:cubicBezTo>
                    <a:pt x="693" y="434"/>
                    <a:pt x="694" y="439"/>
                    <a:pt x="693" y="445"/>
                  </a:cubicBezTo>
                  <a:cubicBezTo>
                    <a:pt x="692" y="451"/>
                    <a:pt x="690" y="455"/>
                    <a:pt x="687" y="458"/>
                  </a:cubicBezTo>
                  <a:cubicBezTo>
                    <a:pt x="684" y="460"/>
                    <a:pt x="679" y="461"/>
                    <a:pt x="673" y="460"/>
                  </a:cubicBezTo>
                  <a:cubicBezTo>
                    <a:pt x="667" y="459"/>
                    <a:pt x="662" y="457"/>
                    <a:pt x="660" y="454"/>
                  </a:cubicBezTo>
                  <a:cubicBezTo>
                    <a:pt x="657" y="451"/>
                    <a:pt x="656" y="446"/>
                    <a:pt x="657" y="440"/>
                  </a:cubicBezTo>
                  <a:cubicBezTo>
                    <a:pt x="657" y="434"/>
                    <a:pt x="659" y="430"/>
                    <a:pt x="663" y="427"/>
                  </a:cubicBezTo>
                  <a:cubicBezTo>
                    <a:pt x="666" y="425"/>
                    <a:pt x="671" y="424"/>
                    <a:pt x="677" y="425"/>
                  </a:cubicBezTo>
                  <a:close/>
                  <a:moveTo>
                    <a:pt x="687" y="444"/>
                  </a:moveTo>
                  <a:cubicBezTo>
                    <a:pt x="687" y="447"/>
                    <a:pt x="685" y="450"/>
                    <a:pt x="683" y="451"/>
                  </a:cubicBezTo>
                  <a:cubicBezTo>
                    <a:pt x="681" y="452"/>
                    <a:pt x="678" y="453"/>
                    <a:pt x="674" y="452"/>
                  </a:cubicBezTo>
                  <a:cubicBezTo>
                    <a:pt x="670" y="452"/>
                    <a:pt x="667" y="450"/>
                    <a:pt x="665" y="449"/>
                  </a:cubicBezTo>
                  <a:cubicBezTo>
                    <a:pt x="663" y="447"/>
                    <a:pt x="662" y="444"/>
                    <a:pt x="663" y="441"/>
                  </a:cubicBezTo>
                  <a:cubicBezTo>
                    <a:pt x="663" y="438"/>
                    <a:pt x="664" y="435"/>
                    <a:pt x="667" y="434"/>
                  </a:cubicBezTo>
                  <a:cubicBezTo>
                    <a:pt x="669" y="433"/>
                    <a:pt x="672" y="432"/>
                    <a:pt x="676" y="433"/>
                  </a:cubicBezTo>
                  <a:cubicBezTo>
                    <a:pt x="680" y="433"/>
                    <a:pt x="683" y="435"/>
                    <a:pt x="685" y="436"/>
                  </a:cubicBezTo>
                  <a:cubicBezTo>
                    <a:pt x="687" y="438"/>
                    <a:pt x="687" y="441"/>
                    <a:pt x="687" y="444"/>
                  </a:cubicBezTo>
                  <a:close/>
                  <a:moveTo>
                    <a:pt x="651" y="478"/>
                  </a:moveTo>
                  <a:cubicBezTo>
                    <a:pt x="652" y="474"/>
                    <a:pt x="653" y="472"/>
                    <a:pt x="654" y="471"/>
                  </a:cubicBezTo>
                  <a:cubicBezTo>
                    <a:pt x="655" y="469"/>
                    <a:pt x="656" y="468"/>
                    <a:pt x="658" y="467"/>
                  </a:cubicBezTo>
                  <a:cubicBezTo>
                    <a:pt x="659" y="466"/>
                    <a:pt x="661" y="466"/>
                    <a:pt x="662" y="465"/>
                  </a:cubicBezTo>
                  <a:cubicBezTo>
                    <a:pt x="664" y="465"/>
                    <a:pt x="666" y="466"/>
                    <a:pt x="669" y="466"/>
                  </a:cubicBezTo>
                  <a:cubicBezTo>
                    <a:pt x="689" y="471"/>
                    <a:pt x="689" y="471"/>
                    <a:pt x="689" y="471"/>
                  </a:cubicBezTo>
                  <a:cubicBezTo>
                    <a:pt x="687" y="478"/>
                    <a:pt x="687" y="478"/>
                    <a:pt x="687" y="478"/>
                  </a:cubicBezTo>
                  <a:cubicBezTo>
                    <a:pt x="667" y="474"/>
                    <a:pt x="667" y="474"/>
                    <a:pt x="667" y="474"/>
                  </a:cubicBezTo>
                  <a:cubicBezTo>
                    <a:pt x="665" y="473"/>
                    <a:pt x="664" y="473"/>
                    <a:pt x="663" y="473"/>
                  </a:cubicBezTo>
                  <a:cubicBezTo>
                    <a:pt x="662" y="473"/>
                    <a:pt x="661" y="473"/>
                    <a:pt x="661" y="473"/>
                  </a:cubicBezTo>
                  <a:cubicBezTo>
                    <a:pt x="660" y="474"/>
                    <a:pt x="659" y="475"/>
                    <a:pt x="658" y="475"/>
                  </a:cubicBezTo>
                  <a:cubicBezTo>
                    <a:pt x="658" y="476"/>
                    <a:pt x="657" y="478"/>
                    <a:pt x="657" y="480"/>
                  </a:cubicBezTo>
                  <a:cubicBezTo>
                    <a:pt x="655" y="488"/>
                    <a:pt x="655" y="488"/>
                    <a:pt x="655" y="488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1" y="478"/>
                    <a:pt x="651" y="478"/>
                    <a:pt x="651" y="478"/>
                  </a:cubicBezTo>
                  <a:close/>
                  <a:moveTo>
                    <a:pt x="667" y="494"/>
                  </a:moveTo>
                  <a:cubicBezTo>
                    <a:pt x="672" y="496"/>
                    <a:pt x="676" y="499"/>
                    <a:pt x="678" y="503"/>
                  </a:cubicBezTo>
                  <a:cubicBezTo>
                    <a:pt x="679" y="507"/>
                    <a:pt x="679" y="512"/>
                    <a:pt x="677" y="517"/>
                  </a:cubicBezTo>
                  <a:cubicBezTo>
                    <a:pt x="675" y="523"/>
                    <a:pt x="671" y="526"/>
                    <a:pt x="668" y="528"/>
                  </a:cubicBezTo>
                  <a:cubicBezTo>
                    <a:pt x="664" y="529"/>
                    <a:pt x="659" y="529"/>
                    <a:pt x="653" y="527"/>
                  </a:cubicBezTo>
                  <a:cubicBezTo>
                    <a:pt x="647" y="524"/>
                    <a:pt x="644" y="521"/>
                    <a:pt x="642" y="517"/>
                  </a:cubicBezTo>
                  <a:cubicBezTo>
                    <a:pt x="640" y="513"/>
                    <a:pt x="641" y="509"/>
                    <a:pt x="643" y="503"/>
                  </a:cubicBezTo>
                  <a:cubicBezTo>
                    <a:pt x="645" y="497"/>
                    <a:pt x="648" y="494"/>
                    <a:pt x="652" y="492"/>
                  </a:cubicBezTo>
                  <a:cubicBezTo>
                    <a:pt x="656" y="491"/>
                    <a:pt x="661" y="491"/>
                    <a:pt x="667" y="494"/>
                  </a:cubicBezTo>
                  <a:close/>
                  <a:moveTo>
                    <a:pt x="671" y="515"/>
                  </a:moveTo>
                  <a:cubicBezTo>
                    <a:pt x="670" y="518"/>
                    <a:pt x="668" y="520"/>
                    <a:pt x="666" y="520"/>
                  </a:cubicBezTo>
                  <a:cubicBezTo>
                    <a:pt x="663" y="521"/>
                    <a:pt x="660" y="521"/>
                    <a:pt x="656" y="519"/>
                  </a:cubicBezTo>
                  <a:cubicBezTo>
                    <a:pt x="652" y="517"/>
                    <a:pt x="650" y="516"/>
                    <a:pt x="649" y="513"/>
                  </a:cubicBezTo>
                  <a:cubicBezTo>
                    <a:pt x="647" y="511"/>
                    <a:pt x="647" y="508"/>
                    <a:pt x="648" y="505"/>
                  </a:cubicBezTo>
                  <a:cubicBezTo>
                    <a:pt x="650" y="502"/>
                    <a:pt x="651" y="500"/>
                    <a:pt x="654" y="500"/>
                  </a:cubicBezTo>
                  <a:cubicBezTo>
                    <a:pt x="656" y="499"/>
                    <a:pt x="660" y="500"/>
                    <a:pt x="664" y="501"/>
                  </a:cubicBezTo>
                  <a:cubicBezTo>
                    <a:pt x="667" y="503"/>
                    <a:pt x="670" y="505"/>
                    <a:pt x="671" y="507"/>
                  </a:cubicBezTo>
                  <a:cubicBezTo>
                    <a:pt x="672" y="509"/>
                    <a:pt x="672" y="512"/>
                    <a:pt x="671" y="515"/>
                  </a:cubicBezTo>
                  <a:close/>
                  <a:moveTo>
                    <a:pt x="641" y="544"/>
                  </a:moveTo>
                  <a:cubicBezTo>
                    <a:pt x="646" y="547"/>
                    <a:pt x="646" y="547"/>
                    <a:pt x="646" y="547"/>
                  </a:cubicBezTo>
                  <a:cubicBezTo>
                    <a:pt x="637" y="562"/>
                    <a:pt x="637" y="562"/>
                    <a:pt x="637" y="562"/>
                  </a:cubicBezTo>
                  <a:cubicBezTo>
                    <a:pt x="619" y="552"/>
                    <a:pt x="619" y="552"/>
                    <a:pt x="619" y="552"/>
                  </a:cubicBezTo>
                  <a:cubicBezTo>
                    <a:pt x="628" y="538"/>
                    <a:pt x="628" y="538"/>
                    <a:pt x="628" y="538"/>
                  </a:cubicBezTo>
                  <a:cubicBezTo>
                    <a:pt x="629" y="535"/>
                    <a:pt x="631" y="533"/>
                    <a:pt x="632" y="532"/>
                  </a:cubicBezTo>
                  <a:cubicBezTo>
                    <a:pt x="633" y="531"/>
                    <a:pt x="634" y="530"/>
                    <a:pt x="636" y="530"/>
                  </a:cubicBezTo>
                  <a:cubicBezTo>
                    <a:pt x="638" y="529"/>
                    <a:pt x="641" y="529"/>
                    <a:pt x="643" y="529"/>
                  </a:cubicBezTo>
                  <a:cubicBezTo>
                    <a:pt x="645" y="529"/>
                    <a:pt x="648" y="530"/>
                    <a:pt x="651" y="532"/>
                  </a:cubicBezTo>
                  <a:cubicBezTo>
                    <a:pt x="656" y="535"/>
                    <a:pt x="659" y="539"/>
                    <a:pt x="661" y="543"/>
                  </a:cubicBezTo>
                  <a:cubicBezTo>
                    <a:pt x="662" y="547"/>
                    <a:pt x="661" y="551"/>
                    <a:pt x="658" y="556"/>
                  </a:cubicBezTo>
                  <a:cubicBezTo>
                    <a:pt x="650" y="570"/>
                    <a:pt x="650" y="570"/>
                    <a:pt x="650" y="570"/>
                  </a:cubicBezTo>
                  <a:cubicBezTo>
                    <a:pt x="644" y="567"/>
                    <a:pt x="644" y="567"/>
                    <a:pt x="644" y="567"/>
                  </a:cubicBezTo>
                  <a:cubicBezTo>
                    <a:pt x="653" y="553"/>
                    <a:pt x="653" y="553"/>
                    <a:pt x="653" y="553"/>
                  </a:cubicBezTo>
                  <a:cubicBezTo>
                    <a:pt x="654" y="550"/>
                    <a:pt x="654" y="548"/>
                    <a:pt x="654" y="546"/>
                  </a:cubicBezTo>
                  <a:cubicBezTo>
                    <a:pt x="653" y="544"/>
                    <a:pt x="650" y="542"/>
                    <a:pt x="647" y="539"/>
                  </a:cubicBezTo>
                  <a:cubicBezTo>
                    <a:pt x="644" y="537"/>
                    <a:pt x="641" y="537"/>
                    <a:pt x="639" y="537"/>
                  </a:cubicBezTo>
                  <a:cubicBezTo>
                    <a:pt x="636" y="537"/>
                    <a:pt x="635" y="538"/>
                    <a:pt x="633" y="541"/>
                  </a:cubicBezTo>
                  <a:cubicBezTo>
                    <a:pt x="629" y="548"/>
                    <a:pt x="629" y="548"/>
                    <a:pt x="629" y="548"/>
                  </a:cubicBezTo>
                  <a:cubicBezTo>
                    <a:pt x="636" y="553"/>
                    <a:pt x="636" y="553"/>
                    <a:pt x="636" y="553"/>
                  </a:cubicBezTo>
                  <a:cubicBezTo>
                    <a:pt x="641" y="544"/>
                    <a:pt x="641" y="544"/>
                    <a:pt x="641" y="544"/>
                  </a:cubicBezTo>
                  <a:close/>
                  <a:moveTo>
                    <a:pt x="648" y="574"/>
                  </a:moveTo>
                  <a:cubicBezTo>
                    <a:pt x="643" y="581"/>
                    <a:pt x="643" y="581"/>
                    <a:pt x="643" y="581"/>
                  </a:cubicBezTo>
                  <a:cubicBezTo>
                    <a:pt x="627" y="580"/>
                    <a:pt x="627" y="580"/>
                    <a:pt x="627" y="580"/>
                  </a:cubicBezTo>
                  <a:cubicBezTo>
                    <a:pt x="632" y="595"/>
                    <a:pt x="632" y="595"/>
                    <a:pt x="632" y="595"/>
                  </a:cubicBezTo>
                  <a:cubicBezTo>
                    <a:pt x="627" y="602"/>
                    <a:pt x="627" y="602"/>
                    <a:pt x="627" y="602"/>
                  </a:cubicBezTo>
                  <a:cubicBezTo>
                    <a:pt x="619" y="579"/>
                    <a:pt x="619" y="579"/>
                    <a:pt x="619" y="579"/>
                  </a:cubicBezTo>
                  <a:cubicBezTo>
                    <a:pt x="607" y="570"/>
                    <a:pt x="607" y="570"/>
                    <a:pt x="607" y="570"/>
                  </a:cubicBezTo>
                  <a:cubicBezTo>
                    <a:pt x="611" y="564"/>
                    <a:pt x="611" y="564"/>
                    <a:pt x="611" y="564"/>
                  </a:cubicBezTo>
                  <a:cubicBezTo>
                    <a:pt x="624" y="573"/>
                    <a:pt x="624" y="573"/>
                    <a:pt x="624" y="573"/>
                  </a:cubicBezTo>
                  <a:cubicBezTo>
                    <a:pt x="648" y="574"/>
                    <a:pt x="648" y="574"/>
                    <a:pt x="648" y="574"/>
                  </a:cubicBezTo>
                  <a:close/>
                  <a:moveTo>
                    <a:pt x="264" y="535"/>
                  </a:moveTo>
                  <a:cubicBezTo>
                    <a:pt x="392" y="535"/>
                    <a:pt x="392" y="535"/>
                    <a:pt x="392" y="535"/>
                  </a:cubicBezTo>
                  <a:cubicBezTo>
                    <a:pt x="401" y="536"/>
                    <a:pt x="400" y="566"/>
                    <a:pt x="392" y="565"/>
                  </a:cubicBezTo>
                  <a:cubicBezTo>
                    <a:pt x="264" y="565"/>
                    <a:pt x="264" y="565"/>
                    <a:pt x="264" y="565"/>
                  </a:cubicBezTo>
                  <a:cubicBezTo>
                    <a:pt x="275" y="565"/>
                    <a:pt x="276" y="536"/>
                    <a:pt x="264" y="535"/>
                  </a:cubicBezTo>
                  <a:close/>
                  <a:moveTo>
                    <a:pt x="550" y="535"/>
                  </a:moveTo>
                  <a:cubicBezTo>
                    <a:pt x="538" y="536"/>
                    <a:pt x="539" y="565"/>
                    <a:pt x="550" y="565"/>
                  </a:cubicBezTo>
                  <a:cubicBezTo>
                    <a:pt x="421" y="565"/>
                    <a:pt x="421" y="565"/>
                    <a:pt x="421" y="565"/>
                  </a:cubicBezTo>
                  <a:cubicBezTo>
                    <a:pt x="413" y="566"/>
                    <a:pt x="412" y="536"/>
                    <a:pt x="421" y="535"/>
                  </a:cubicBezTo>
                  <a:cubicBezTo>
                    <a:pt x="550" y="535"/>
                    <a:pt x="550" y="535"/>
                    <a:pt x="550" y="535"/>
                  </a:cubicBezTo>
                  <a:close/>
                  <a:moveTo>
                    <a:pt x="495" y="212"/>
                  </a:moveTo>
                  <a:cubicBezTo>
                    <a:pt x="495" y="260"/>
                    <a:pt x="495" y="260"/>
                    <a:pt x="495" y="260"/>
                  </a:cubicBezTo>
                  <a:cubicBezTo>
                    <a:pt x="481" y="257"/>
                    <a:pt x="469" y="266"/>
                    <a:pt x="462" y="280"/>
                  </a:cubicBezTo>
                  <a:cubicBezTo>
                    <a:pt x="462" y="449"/>
                    <a:pt x="462" y="449"/>
                    <a:pt x="462" y="449"/>
                  </a:cubicBezTo>
                  <a:cubicBezTo>
                    <a:pt x="493" y="439"/>
                    <a:pt x="510" y="421"/>
                    <a:pt x="516" y="396"/>
                  </a:cubicBezTo>
                  <a:cubicBezTo>
                    <a:pt x="519" y="389"/>
                    <a:pt x="519" y="377"/>
                    <a:pt x="514" y="358"/>
                  </a:cubicBezTo>
                  <a:cubicBezTo>
                    <a:pt x="501" y="332"/>
                    <a:pt x="486" y="324"/>
                    <a:pt x="477" y="327"/>
                  </a:cubicBezTo>
                  <a:cubicBezTo>
                    <a:pt x="477" y="278"/>
                    <a:pt x="477" y="278"/>
                    <a:pt x="477" y="278"/>
                  </a:cubicBezTo>
                  <a:cubicBezTo>
                    <a:pt x="516" y="281"/>
                    <a:pt x="552" y="305"/>
                    <a:pt x="562" y="357"/>
                  </a:cubicBezTo>
                  <a:cubicBezTo>
                    <a:pt x="570" y="390"/>
                    <a:pt x="562" y="422"/>
                    <a:pt x="545" y="449"/>
                  </a:cubicBezTo>
                  <a:cubicBezTo>
                    <a:pt x="523" y="472"/>
                    <a:pt x="499" y="491"/>
                    <a:pt x="462" y="497"/>
                  </a:cubicBezTo>
                  <a:cubicBezTo>
                    <a:pt x="462" y="514"/>
                    <a:pt x="462" y="514"/>
                    <a:pt x="462" y="514"/>
                  </a:cubicBezTo>
                  <a:cubicBezTo>
                    <a:pt x="413" y="514"/>
                    <a:pt x="413" y="514"/>
                    <a:pt x="413" y="514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25" y="233"/>
                    <a:pt x="453" y="213"/>
                    <a:pt x="495" y="212"/>
                  </a:cubicBezTo>
                  <a:close/>
                  <a:moveTo>
                    <a:pt x="316" y="212"/>
                  </a:moveTo>
                  <a:cubicBezTo>
                    <a:pt x="358" y="213"/>
                    <a:pt x="386" y="233"/>
                    <a:pt x="398" y="274"/>
                  </a:cubicBezTo>
                  <a:cubicBezTo>
                    <a:pt x="398" y="514"/>
                    <a:pt x="398" y="514"/>
                    <a:pt x="398" y="514"/>
                  </a:cubicBezTo>
                  <a:cubicBezTo>
                    <a:pt x="349" y="514"/>
                    <a:pt x="349" y="514"/>
                    <a:pt x="349" y="514"/>
                  </a:cubicBezTo>
                  <a:cubicBezTo>
                    <a:pt x="349" y="497"/>
                    <a:pt x="349" y="497"/>
                    <a:pt x="349" y="497"/>
                  </a:cubicBezTo>
                  <a:cubicBezTo>
                    <a:pt x="312" y="491"/>
                    <a:pt x="288" y="472"/>
                    <a:pt x="267" y="449"/>
                  </a:cubicBezTo>
                  <a:cubicBezTo>
                    <a:pt x="249" y="422"/>
                    <a:pt x="241" y="390"/>
                    <a:pt x="249" y="357"/>
                  </a:cubicBezTo>
                  <a:cubicBezTo>
                    <a:pt x="259" y="305"/>
                    <a:pt x="295" y="281"/>
                    <a:pt x="334" y="27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25" y="324"/>
                    <a:pt x="310" y="332"/>
                    <a:pt x="297" y="358"/>
                  </a:cubicBezTo>
                  <a:cubicBezTo>
                    <a:pt x="292" y="377"/>
                    <a:pt x="292" y="389"/>
                    <a:pt x="295" y="396"/>
                  </a:cubicBezTo>
                  <a:cubicBezTo>
                    <a:pt x="302" y="421"/>
                    <a:pt x="318" y="439"/>
                    <a:pt x="349" y="449"/>
                  </a:cubicBezTo>
                  <a:cubicBezTo>
                    <a:pt x="349" y="280"/>
                    <a:pt x="349" y="280"/>
                    <a:pt x="349" y="280"/>
                  </a:cubicBezTo>
                  <a:cubicBezTo>
                    <a:pt x="343" y="266"/>
                    <a:pt x="330" y="257"/>
                    <a:pt x="316" y="260"/>
                  </a:cubicBezTo>
                  <a:cubicBezTo>
                    <a:pt x="316" y="212"/>
                    <a:pt x="316" y="212"/>
                    <a:pt x="316" y="212"/>
                  </a:cubicBezTo>
                  <a:close/>
                  <a:moveTo>
                    <a:pt x="249" y="587"/>
                  </a:moveTo>
                  <a:cubicBezTo>
                    <a:pt x="567" y="587"/>
                    <a:pt x="567" y="587"/>
                    <a:pt x="567" y="587"/>
                  </a:cubicBezTo>
                  <a:cubicBezTo>
                    <a:pt x="567" y="615"/>
                    <a:pt x="567" y="615"/>
                    <a:pt x="567" y="615"/>
                  </a:cubicBezTo>
                  <a:cubicBezTo>
                    <a:pt x="249" y="615"/>
                    <a:pt x="249" y="615"/>
                    <a:pt x="249" y="615"/>
                  </a:cubicBezTo>
                  <a:lnTo>
                    <a:pt x="249" y="5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cxnSp>
        <p:nvCxnSpPr>
          <p:cNvPr id="91" name="直接连接符 90">
            <a:extLst>
              <a:ext uri="{FF2B5EF4-FFF2-40B4-BE49-F238E27FC236}">
                <a16:creationId xmlns:a16="http://schemas.microsoft.com/office/drawing/2014/main" id="{B2805594-F7DB-459E-B94A-9AA668F76BA8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文本占位符 95">
            <a:extLst>
              <a:ext uri="{FF2B5EF4-FFF2-40B4-BE49-F238E27FC236}">
                <a16:creationId xmlns:a16="http://schemas.microsoft.com/office/drawing/2014/main" id="{2F1C5654-830D-4549-B818-84589D8BE54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578329" y="2904994"/>
            <a:ext cx="2334124" cy="1511545"/>
          </a:xfrm>
          <a:ln w="25400">
            <a:noFill/>
          </a:ln>
          <a:effectLst/>
        </p:spPr>
        <p:txBody>
          <a:bodyPr>
            <a:noAutofit/>
          </a:bodyPr>
          <a:lstStyle>
            <a:lvl1pPr algn="ctr">
              <a:defRPr sz="11500">
                <a:solidFill>
                  <a:schemeClr val="tx1">
                    <a:alpha val="80000"/>
                  </a:schemeClr>
                </a:solidFill>
                <a:effectLst>
                  <a:reflection blurRad="6350" stA="28000" endPos="46000" dist="12700" dir="5400000" sy="-100000" algn="bl" rotWithShape="0"/>
                </a:effectLst>
                <a:latin typeface="思源黑体 CN Medium" panose="020B0600000000000000" pitchFamily="34" charset="-122"/>
                <a:ea typeface="思源黑体 CN Medium" panose="020B0600000000000000" pitchFamily="34" charset="-122"/>
              </a:defRPr>
            </a:lvl1pPr>
          </a:lstStyle>
          <a:p>
            <a:pPr lvl="0"/>
            <a:r>
              <a:rPr lang="en-US" altLang="zh-CN" dirty="0"/>
              <a:t>0x</a:t>
            </a:r>
            <a:endParaRPr lang="zh-CN" altLang="en-US" dirty="0"/>
          </a:p>
        </p:txBody>
      </p:sp>
      <p:sp>
        <p:nvSpPr>
          <p:cNvPr id="97" name="文本框 96">
            <a:extLst>
              <a:ext uri="{FF2B5EF4-FFF2-40B4-BE49-F238E27FC236}">
                <a16:creationId xmlns:a16="http://schemas.microsoft.com/office/drawing/2014/main" id="{E4505C22-810B-49AD-8E0B-85D5064CEBD9}"/>
              </a:ext>
            </a:extLst>
          </p:cNvPr>
          <p:cNvSpPr txBox="1"/>
          <p:nvPr userDrawn="1"/>
        </p:nvSpPr>
        <p:spPr>
          <a:xfrm>
            <a:off x="9779302" y="6218011"/>
            <a:ext cx="141555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B1F0CD46-4545-4E17-85F1-79BBBBC5ADAB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1828800" y="2441465"/>
            <a:ext cx="1851660" cy="450850"/>
          </a:xfrm>
          <a:noFill/>
          <a:ln w="25400">
            <a:noFill/>
          </a:ln>
        </p:spPr>
        <p:txBody>
          <a:bodyPr>
            <a:noAutofit/>
          </a:bodyPr>
          <a:lstStyle>
            <a:lvl1pPr algn="dist">
              <a:defRPr sz="2800" spc="500" baseline="0">
                <a:solidFill>
                  <a:schemeClr val="tx2"/>
                </a:solidFill>
                <a:latin typeface="Alibaba Sans Medium" panose="020B0603020203040204" pitchFamily="34" charset="0"/>
                <a:cs typeface="Alibaba Sans Medium" panose="020B0603020203040204" pitchFamily="34" charset="0"/>
              </a:defRPr>
            </a:lvl1pPr>
          </a:lstStyle>
          <a:p>
            <a:pPr lvl="0"/>
            <a:r>
              <a:rPr lang="en-US" altLang="zh-CN" dirty="0"/>
              <a:t>PART</a:t>
            </a:r>
            <a:endParaRPr lang="zh-CN" altLang="en-US" dirty="0"/>
          </a:p>
        </p:txBody>
      </p:sp>
      <p:sp>
        <p:nvSpPr>
          <p:cNvPr id="48" name="日期占位符 1">
            <a:extLst>
              <a:ext uri="{FF2B5EF4-FFF2-40B4-BE49-F238E27FC236}">
                <a16:creationId xmlns:a16="http://schemas.microsoft.com/office/drawing/2014/main" id="{FB0A03F4-63E3-4406-90C1-71B7035081F1}"/>
              </a:ext>
            </a:extLst>
          </p:cNvPr>
          <p:cNvSpPr txBox="1">
            <a:spLocks/>
          </p:cNvSpPr>
          <p:nvPr userDrawn="1"/>
        </p:nvSpPr>
        <p:spPr>
          <a:xfrm>
            <a:off x="100743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802251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pos="688" userDrawn="1">
          <p15:clr>
            <a:srgbClr val="FBAE40"/>
          </p15:clr>
        </p15:guide>
        <p15:guide id="4" pos="6992" userDrawn="1">
          <p15:clr>
            <a:srgbClr val="FBAE40"/>
          </p15:clr>
        </p15:guide>
        <p15:guide id="5" orient="horz" pos="391" userDrawn="1">
          <p15:clr>
            <a:srgbClr val="FBAE40"/>
          </p15:clr>
        </p15:guide>
        <p15:guide id="6" pos="2207" userDrawn="1">
          <p15:clr>
            <a:srgbClr val="FBAE40"/>
          </p15:clr>
        </p15:guide>
        <p15:guide id="7" pos="1232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一段内容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椭圆 37">
            <a:extLst>
              <a:ext uri="{FF2B5EF4-FFF2-40B4-BE49-F238E27FC236}">
                <a16:creationId xmlns:a16="http://schemas.microsoft.com/office/drawing/2014/main" id="{84C04A6D-860C-41ED-A546-DAC2DED2EA97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BB1B28FC-5126-4DA9-BA2D-1E17C604E85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文本框 5">
            <a:extLst>
              <a:ext uri="{FF2B5EF4-FFF2-40B4-BE49-F238E27FC236}">
                <a16:creationId xmlns:a16="http://schemas.microsoft.com/office/drawing/2014/main" id="{9110076B-9D45-49DA-8CA0-5BC641A317F1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7" name="日期占位符 1">
            <a:extLst>
              <a:ext uri="{FF2B5EF4-FFF2-40B4-BE49-F238E27FC236}">
                <a16:creationId xmlns:a16="http://schemas.microsoft.com/office/drawing/2014/main" id="{D7A2292B-EE40-46A9-AB98-7BECD588F0CD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pPr/>
              <a:t>2026/4/22/Wed</a:t>
            </a:fld>
            <a:endParaRPr lang="zh-CN" altLang="en-US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" name="平行四边形 8">
            <a:extLst>
              <a:ext uri="{FF2B5EF4-FFF2-40B4-BE49-F238E27FC236}">
                <a16:creationId xmlns:a16="http://schemas.microsoft.com/office/drawing/2014/main" id="{A7C7F805-A58D-4296-AF31-1EE00E23C95F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0B11FB7-DB2C-4245-B7EE-CA089E05FF93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2" name="菱形 11">
              <a:extLst>
                <a:ext uri="{FF2B5EF4-FFF2-40B4-BE49-F238E27FC236}">
                  <a16:creationId xmlns:a16="http://schemas.microsoft.com/office/drawing/2014/main" id="{4E3A30AA-7A81-4828-B56E-64B4855B98C3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53670DF4-4556-484D-A931-D0A57714B6B2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97D17A4B-9EE1-4015-B7DA-FDD7BF0CAE3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椭圆 14">
              <a:extLst>
                <a:ext uri="{FF2B5EF4-FFF2-40B4-BE49-F238E27FC236}">
                  <a16:creationId xmlns:a16="http://schemas.microsoft.com/office/drawing/2014/main" id="{AB5741C4-F007-4D49-AB56-D3830699B41E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等腰三角形 15">
              <a:extLst>
                <a:ext uri="{FF2B5EF4-FFF2-40B4-BE49-F238E27FC236}">
                  <a16:creationId xmlns:a16="http://schemas.microsoft.com/office/drawing/2014/main" id="{2F56512E-4A9E-42E0-8C18-8EF639B0E3F3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787942FB-3711-4D37-AAF1-BAA04895D433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A716CDBA-6821-442A-B59F-720B68DA2BC4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2" name="平行四边形 21">
              <a:extLst>
                <a:ext uri="{FF2B5EF4-FFF2-40B4-BE49-F238E27FC236}">
                  <a16:creationId xmlns:a16="http://schemas.microsoft.com/office/drawing/2014/main" id="{0D8910CD-0BCC-44FD-B55B-673A70B5078F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2A25BA52-A5FB-488B-A560-EAB7F4D9E376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5DDC271-B8F1-4852-BB4F-697E8E813C53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E16C6B13-3D47-4624-AA51-BEB36FC85148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0" name="文本占位符 39">
            <a:extLst>
              <a:ext uri="{FF2B5EF4-FFF2-40B4-BE49-F238E27FC236}">
                <a16:creationId xmlns:a16="http://schemas.microsoft.com/office/drawing/2014/main" id="{17AE51E0-F08D-4790-AA1C-6240CCB4FC2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一段内容页</a:t>
            </a:r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id="{07509782-3AE6-4FAE-B82B-1CB1E7D763A4}"/>
              </a:ext>
            </a:extLst>
          </p:cNvPr>
          <p:cNvSpPr/>
          <p:nvPr userDrawn="1"/>
        </p:nvSpPr>
        <p:spPr>
          <a:xfrm>
            <a:off x="623518" y="1542829"/>
            <a:ext cx="10927132" cy="425159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9" name="文本占位符 48">
            <a:extLst>
              <a:ext uri="{FF2B5EF4-FFF2-40B4-BE49-F238E27FC236}">
                <a16:creationId xmlns:a16="http://schemas.microsoft.com/office/drawing/2014/main" id="{34CE351C-5563-4FB9-BDAB-546DF2E9B3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29284" y="1859071"/>
            <a:ext cx="10533432" cy="534215"/>
          </a:xfrm>
        </p:spPr>
        <p:txBody>
          <a:bodyPr>
            <a:normAutofit/>
          </a:bodyPr>
          <a:lstStyle>
            <a:lvl1pPr algn="ctr">
              <a:defRPr sz="2000">
                <a:solidFill>
                  <a:schemeClr val="tx1"/>
                </a:solidFill>
              </a:defRPr>
            </a:lvl1pPr>
          </a:lstStyle>
          <a:p>
            <a:pPr lvl="0"/>
            <a:endParaRPr lang="zh-CN" altLang="en-US" dirty="0"/>
          </a:p>
        </p:txBody>
      </p:sp>
      <p:sp>
        <p:nvSpPr>
          <p:cNvPr id="51" name="文本占位符 50">
            <a:extLst>
              <a:ext uri="{FF2B5EF4-FFF2-40B4-BE49-F238E27FC236}">
                <a16:creationId xmlns:a16="http://schemas.microsoft.com/office/drawing/2014/main" id="{8849167B-4560-4950-B07D-E2F77FF10148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29284" y="2554628"/>
            <a:ext cx="10515600" cy="2979553"/>
          </a:xfrm>
        </p:spPr>
        <p:txBody>
          <a:bodyPr>
            <a:normAutofit/>
          </a:bodyPr>
          <a:lstStyle>
            <a:lvl1pPr algn="just"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endParaRPr lang="zh-CN" altLang="en-US" dirty="0"/>
          </a:p>
        </p:txBody>
      </p:sp>
      <p:grpSp>
        <p:nvGrpSpPr>
          <p:cNvPr id="56" name="组合 55">
            <a:extLst>
              <a:ext uri="{FF2B5EF4-FFF2-40B4-BE49-F238E27FC236}">
                <a16:creationId xmlns:a16="http://schemas.microsoft.com/office/drawing/2014/main" id="{2E6A9140-6FD0-420D-9B61-E9F8D609DFE2}"/>
              </a:ext>
            </a:extLst>
          </p:cNvPr>
          <p:cNvGrpSpPr/>
          <p:nvPr userDrawn="1"/>
        </p:nvGrpSpPr>
        <p:grpSpPr>
          <a:xfrm>
            <a:off x="1049869" y="1494282"/>
            <a:ext cx="148977" cy="157615"/>
            <a:chOff x="1049869" y="1233026"/>
            <a:chExt cx="148977" cy="157615"/>
          </a:xfrm>
        </p:grpSpPr>
        <p:sp>
          <p:nvSpPr>
            <p:cNvPr id="52" name="矩形 51">
              <a:extLst>
                <a:ext uri="{FF2B5EF4-FFF2-40B4-BE49-F238E27FC236}">
                  <a16:creationId xmlns:a16="http://schemas.microsoft.com/office/drawing/2014/main" id="{0F140A68-4A03-4C4B-B690-A0CA3D98B140}"/>
                </a:ext>
              </a:extLst>
            </p:cNvPr>
            <p:cNvSpPr/>
            <p:nvPr userDrawn="1"/>
          </p:nvSpPr>
          <p:spPr>
            <a:xfrm rot="19951687">
              <a:off x="1049869" y="1243579"/>
              <a:ext cx="45719" cy="14706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>
              <a:outerShdw blurRad="25400" dist="127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3" name="矩形 52">
              <a:extLst>
                <a:ext uri="{FF2B5EF4-FFF2-40B4-BE49-F238E27FC236}">
                  <a16:creationId xmlns:a16="http://schemas.microsoft.com/office/drawing/2014/main" id="{FEEE719B-187F-4EDD-A955-09A5DD7C5552}"/>
                </a:ext>
              </a:extLst>
            </p:cNvPr>
            <p:cNvSpPr/>
            <p:nvPr userDrawn="1"/>
          </p:nvSpPr>
          <p:spPr>
            <a:xfrm rot="343724">
              <a:off x="1153127" y="1233026"/>
              <a:ext cx="45719" cy="14706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>
              <a:outerShdw blurRad="25400" dist="127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064997C8-AF7C-46B7-A1FC-7A81BEBA1550}"/>
              </a:ext>
            </a:extLst>
          </p:cNvPr>
          <p:cNvGrpSpPr/>
          <p:nvPr userDrawn="1"/>
        </p:nvGrpSpPr>
        <p:grpSpPr>
          <a:xfrm flipH="1">
            <a:off x="11010655" y="1495856"/>
            <a:ext cx="148977" cy="157615"/>
            <a:chOff x="1049869" y="1233026"/>
            <a:chExt cx="148977" cy="157615"/>
          </a:xfrm>
        </p:grpSpPr>
        <p:sp>
          <p:nvSpPr>
            <p:cNvPr id="58" name="矩形 57">
              <a:extLst>
                <a:ext uri="{FF2B5EF4-FFF2-40B4-BE49-F238E27FC236}">
                  <a16:creationId xmlns:a16="http://schemas.microsoft.com/office/drawing/2014/main" id="{E63C5373-DD0A-4066-BE39-E78267095997}"/>
                </a:ext>
              </a:extLst>
            </p:cNvPr>
            <p:cNvSpPr/>
            <p:nvPr userDrawn="1"/>
          </p:nvSpPr>
          <p:spPr>
            <a:xfrm rot="19951687">
              <a:off x="1049869" y="1243579"/>
              <a:ext cx="45719" cy="14706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>
              <a:outerShdw blurRad="25400" dist="127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59" name="矩形 58">
              <a:extLst>
                <a:ext uri="{FF2B5EF4-FFF2-40B4-BE49-F238E27FC236}">
                  <a16:creationId xmlns:a16="http://schemas.microsoft.com/office/drawing/2014/main" id="{E142DF7E-747B-4F68-AF9F-403F9AD14810}"/>
                </a:ext>
              </a:extLst>
            </p:cNvPr>
            <p:cNvSpPr/>
            <p:nvPr userDrawn="1"/>
          </p:nvSpPr>
          <p:spPr>
            <a:xfrm rot="343724">
              <a:off x="1153127" y="1233026"/>
              <a:ext cx="45719" cy="14706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>
              <a:outerShdw blurRad="25400" dist="127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2" name="组合 31">
            <a:extLst>
              <a:ext uri="{FF2B5EF4-FFF2-40B4-BE49-F238E27FC236}">
                <a16:creationId xmlns:a16="http://schemas.microsoft.com/office/drawing/2014/main" id="{73FDB69E-E9D5-4C81-8785-58116F0DC6AB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33" name="isľïḑé">
              <a:extLst>
                <a:ext uri="{FF2B5EF4-FFF2-40B4-BE49-F238E27FC236}">
                  <a16:creationId xmlns:a16="http://schemas.microsoft.com/office/drawing/2014/main" id="{3BE0C6BD-4CEB-4786-A968-CEA590FF16FF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34" name="ïṣḷîḍè">
              <a:extLst>
                <a:ext uri="{FF2B5EF4-FFF2-40B4-BE49-F238E27FC236}">
                  <a16:creationId xmlns:a16="http://schemas.microsoft.com/office/drawing/2014/main" id="{EFAE1A28-F1BC-428F-9CC2-5F77CC77B763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5" name="文本框 34">
            <a:extLst>
              <a:ext uri="{FF2B5EF4-FFF2-40B4-BE49-F238E27FC236}">
                <a16:creationId xmlns:a16="http://schemas.microsoft.com/office/drawing/2014/main" id="{C8181E22-A60A-4841-9838-5B5AB16F9E7D}"/>
              </a:ext>
            </a:extLst>
          </p:cNvPr>
          <p:cNvSpPr txBox="1"/>
          <p:nvPr userDrawn="1"/>
        </p:nvSpPr>
        <p:spPr>
          <a:xfrm>
            <a:off x="4401987" y="1285290"/>
            <a:ext cx="3388027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6600" b="0" i="0" kern="1200" spc="600" dirty="0">
                <a:gradFill flip="none" rotWithShape="1">
                  <a:gsLst>
                    <a:gs pos="0">
                      <a:schemeClr val="accent1">
                        <a:alpha val="24000"/>
                      </a:schemeClr>
                    </a:gs>
                    <a:gs pos="66000">
                      <a:srgbClr val="CC696E">
                        <a:alpha val="14000"/>
                      </a:srgbClr>
                    </a:gs>
                    <a:gs pos="100000">
                      <a:schemeClr val="accent1">
                        <a:lumMod val="20000"/>
                        <a:lumOff val="80000"/>
                        <a:alpha val="0"/>
                      </a:schemeClr>
                    </a:gs>
                  </a:gsLst>
                  <a:lin ang="5400000" scaled="1"/>
                  <a:tileRect/>
                </a:gradFill>
                <a:effectLst/>
                <a:latin typeface="Alibaba Sans Medium" panose="020B0603020203040204" pitchFamily="34" charset="0"/>
                <a:ea typeface="+mn-ea"/>
                <a:cs typeface="Alibaba Sans Medium" panose="020B0603020203040204" pitchFamily="34" charset="0"/>
              </a:rPr>
              <a:t>THESIS</a:t>
            </a:r>
            <a:endParaRPr lang="zh-CN" altLang="en-US" sz="6600" spc="600" dirty="0">
              <a:gradFill flip="none" rotWithShape="1">
                <a:gsLst>
                  <a:gs pos="0">
                    <a:schemeClr val="accent1">
                      <a:alpha val="24000"/>
                    </a:schemeClr>
                  </a:gs>
                  <a:gs pos="66000">
                    <a:srgbClr val="CC696E">
                      <a:alpha val="14000"/>
                    </a:srgbClr>
                  </a:gs>
                  <a:gs pos="100000">
                    <a:schemeClr val="accent1">
                      <a:lumMod val="20000"/>
                      <a:lumOff val="80000"/>
                      <a:alpha val="0"/>
                    </a:schemeClr>
                  </a:gs>
                </a:gsLst>
                <a:lin ang="5400000" scaled="1"/>
                <a:tileRect/>
              </a:gradFill>
              <a:latin typeface="Alibaba Sans Medium" panose="020B0603020203040204" pitchFamily="34" charset="0"/>
              <a:cs typeface="Alibaba Sans Medium" panose="020B0603020203040204" pitchFamily="34" charset="0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B8BF3C6B-5A4F-47F8-8646-E43EC0759AFA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489186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3840" userDrawn="1">
          <p15:clr>
            <a:srgbClr val="FBAE40"/>
          </p15:clr>
        </p15:guide>
        <p15:guide id="3" orient="horz" pos="4065" userDrawn="1">
          <p15:clr>
            <a:srgbClr val="FBAE40"/>
          </p15:clr>
        </p15:guide>
        <p15:guide id="4" orient="horz" pos="572" userDrawn="1">
          <p15:clr>
            <a:srgbClr val="FBAE40"/>
          </p15:clr>
        </p15:guide>
        <p15:guide id="5" pos="393" userDrawn="1">
          <p15:clr>
            <a:srgbClr val="FBAE40"/>
          </p15:clr>
        </p15:guide>
        <p15:guide id="6" pos="7287" userDrawn="1">
          <p15:clr>
            <a:srgbClr val="FBAE40"/>
          </p15:clr>
        </p15:guide>
        <p15:guide id="9" orient="horz" pos="216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二段内容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椭圆 37">
            <a:extLst>
              <a:ext uri="{FF2B5EF4-FFF2-40B4-BE49-F238E27FC236}">
                <a16:creationId xmlns:a16="http://schemas.microsoft.com/office/drawing/2014/main" id="{84C04A6D-860C-41ED-A546-DAC2DED2EA97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BB1B28FC-5126-4DA9-BA2D-1E17C604E85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日期占位符 1">
            <a:extLst>
              <a:ext uri="{FF2B5EF4-FFF2-40B4-BE49-F238E27FC236}">
                <a16:creationId xmlns:a16="http://schemas.microsoft.com/office/drawing/2014/main" id="{D7A2292B-EE40-46A9-AB98-7BECD588F0CD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9" name="平行四边形 8">
            <a:extLst>
              <a:ext uri="{FF2B5EF4-FFF2-40B4-BE49-F238E27FC236}">
                <a16:creationId xmlns:a16="http://schemas.microsoft.com/office/drawing/2014/main" id="{A7C7F805-A58D-4296-AF31-1EE00E23C95F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0B11FB7-DB2C-4245-B7EE-CA089E05FF93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2" name="菱形 11">
              <a:extLst>
                <a:ext uri="{FF2B5EF4-FFF2-40B4-BE49-F238E27FC236}">
                  <a16:creationId xmlns:a16="http://schemas.microsoft.com/office/drawing/2014/main" id="{4E3A30AA-7A81-4828-B56E-64B4855B98C3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53670DF4-4556-484D-A931-D0A57714B6B2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97D17A4B-9EE1-4015-B7DA-FDD7BF0CAE3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椭圆 14">
              <a:extLst>
                <a:ext uri="{FF2B5EF4-FFF2-40B4-BE49-F238E27FC236}">
                  <a16:creationId xmlns:a16="http://schemas.microsoft.com/office/drawing/2014/main" id="{AB5741C4-F007-4D49-AB56-D3830699B41E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等腰三角形 15">
              <a:extLst>
                <a:ext uri="{FF2B5EF4-FFF2-40B4-BE49-F238E27FC236}">
                  <a16:creationId xmlns:a16="http://schemas.microsoft.com/office/drawing/2014/main" id="{2F56512E-4A9E-42E0-8C18-8EF639B0E3F3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787942FB-3711-4D37-AAF1-BAA04895D433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A716CDBA-6821-442A-B59F-720B68DA2BC4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2" name="平行四边形 21">
              <a:extLst>
                <a:ext uri="{FF2B5EF4-FFF2-40B4-BE49-F238E27FC236}">
                  <a16:creationId xmlns:a16="http://schemas.microsoft.com/office/drawing/2014/main" id="{0D8910CD-0BCC-44FD-B55B-673A70B5078F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2A25BA52-A5FB-488B-A560-EAB7F4D9E376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5DDC271-B8F1-4852-BB4F-697E8E813C53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E16C6B13-3D47-4624-AA51-BEB36FC85148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31" name="直接连接符 30" hidden="1">
            <a:extLst>
              <a:ext uri="{FF2B5EF4-FFF2-40B4-BE49-F238E27FC236}">
                <a16:creationId xmlns:a16="http://schemas.microsoft.com/office/drawing/2014/main" id="{335426BE-9D01-43E2-B143-F97143DD952D}"/>
              </a:ext>
            </a:extLst>
          </p:cNvPr>
          <p:cNvCxnSpPr>
            <a:cxnSpLocks/>
          </p:cNvCxnSpPr>
          <p:nvPr userDrawn="1"/>
        </p:nvCxnSpPr>
        <p:spPr>
          <a:xfrm>
            <a:off x="346404" y="331315"/>
            <a:ext cx="2355850" cy="0"/>
          </a:xfrm>
          <a:prstGeom prst="line">
            <a:avLst/>
          </a:prstGeom>
          <a:ln w="25400">
            <a:gradFill flip="none" rotWithShape="1">
              <a:gsLst>
                <a:gs pos="0">
                  <a:schemeClr val="accent1"/>
                </a:gs>
                <a:gs pos="66000">
                  <a:srgbClr val="CC696E"/>
                </a:gs>
                <a:gs pos="100000">
                  <a:schemeClr val="accent1">
                    <a:lumMod val="20000"/>
                    <a:lumOff val="80000"/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>
            <a:extLst>
              <a:ext uri="{FF2B5EF4-FFF2-40B4-BE49-F238E27FC236}">
                <a16:creationId xmlns:a16="http://schemas.microsoft.com/office/drawing/2014/main" id="{88452D12-2BB2-48BD-9B56-D7C82238AAF5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800350"/>
            <a:ext cx="0" cy="2762250"/>
          </a:xfrm>
          <a:prstGeom prst="line">
            <a:avLst/>
          </a:prstGeom>
          <a:ln>
            <a:solidFill>
              <a:schemeClr val="tx2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内容占位符 47">
            <a:extLst>
              <a:ext uri="{FF2B5EF4-FFF2-40B4-BE49-F238E27FC236}">
                <a16:creationId xmlns:a16="http://schemas.microsoft.com/office/drawing/2014/main" id="{4D9C289B-A46F-44E7-B0B6-DDFC9BF10D29}"/>
              </a:ext>
            </a:extLst>
          </p:cNvPr>
          <p:cNvSpPr>
            <a:spLocks noGrp="1"/>
          </p:cNvSpPr>
          <p:nvPr userDrawn="1">
            <p:ph sz="quarter" idx="14"/>
          </p:nvPr>
        </p:nvSpPr>
        <p:spPr>
          <a:xfrm>
            <a:off x="1143004" y="2980013"/>
            <a:ext cx="4305289" cy="2762249"/>
          </a:xfrm>
        </p:spPr>
        <p:txBody>
          <a:bodyPr>
            <a:noAutofit/>
          </a:bodyPr>
          <a:lstStyle>
            <a:lvl1pPr>
              <a:defRPr sz="18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endParaRPr lang="zh-CN" altLang="en-US" dirty="0"/>
          </a:p>
        </p:txBody>
      </p:sp>
      <p:sp>
        <p:nvSpPr>
          <p:cNvPr id="97" name="内容占位符 47">
            <a:extLst>
              <a:ext uri="{FF2B5EF4-FFF2-40B4-BE49-F238E27FC236}">
                <a16:creationId xmlns:a16="http://schemas.microsoft.com/office/drawing/2014/main" id="{3AD80079-650B-4140-A828-B7AB55D52183}"/>
              </a:ext>
            </a:extLst>
          </p:cNvPr>
          <p:cNvSpPr>
            <a:spLocks noGrp="1"/>
          </p:cNvSpPr>
          <p:nvPr userDrawn="1">
            <p:ph sz="quarter" idx="20"/>
          </p:nvPr>
        </p:nvSpPr>
        <p:spPr>
          <a:xfrm>
            <a:off x="6743708" y="2980014"/>
            <a:ext cx="4305288" cy="2762250"/>
          </a:xfrm>
        </p:spPr>
        <p:txBody>
          <a:bodyPr>
            <a:noAutofit/>
          </a:bodyPr>
          <a:lstStyle>
            <a:lvl1pPr>
              <a:defRPr sz="18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endParaRPr lang="zh-CN" altLang="en-US" dirty="0"/>
          </a:p>
        </p:txBody>
      </p:sp>
      <p:sp>
        <p:nvSpPr>
          <p:cNvPr id="103" name="文本占位符 39">
            <a:extLst>
              <a:ext uri="{FF2B5EF4-FFF2-40B4-BE49-F238E27FC236}">
                <a16:creationId xmlns:a16="http://schemas.microsoft.com/office/drawing/2014/main" id="{188CDF77-2465-4B0D-AE2D-7511A517218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二段内容页</a:t>
            </a:r>
          </a:p>
        </p:txBody>
      </p:sp>
      <p:grpSp>
        <p:nvGrpSpPr>
          <p:cNvPr id="28" name="组合 27">
            <a:extLst>
              <a:ext uri="{FF2B5EF4-FFF2-40B4-BE49-F238E27FC236}">
                <a16:creationId xmlns:a16="http://schemas.microsoft.com/office/drawing/2014/main" id="{222523AE-AC56-4688-976D-4F72AE568DEB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9" name="isľïḑé">
              <a:extLst>
                <a:ext uri="{FF2B5EF4-FFF2-40B4-BE49-F238E27FC236}">
                  <a16:creationId xmlns:a16="http://schemas.microsoft.com/office/drawing/2014/main" id="{C9E17786-2BC5-4DF1-A9C3-953B84981C8E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30" name="ïṣḷîḍè">
              <a:extLst>
                <a:ext uri="{FF2B5EF4-FFF2-40B4-BE49-F238E27FC236}">
                  <a16:creationId xmlns:a16="http://schemas.microsoft.com/office/drawing/2014/main" id="{FE7CBCFB-B569-4C85-9E87-0CEE1212EEDB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4" name="文本框 33">
            <a:extLst>
              <a:ext uri="{FF2B5EF4-FFF2-40B4-BE49-F238E27FC236}">
                <a16:creationId xmlns:a16="http://schemas.microsoft.com/office/drawing/2014/main" id="{13218529-9A83-4A36-B5AC-94E471665D02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5" name="文本框 34">
            <a:extLst>
              <a:ext uri="{FF2B5EF4-FFF2-40B4-BE49-F238E27FC236}">
                <a16:creationId xmlns:a16="http://schemas.microsoft.com/office/drawing/2014/main" id="{4B4D588B-2ED6-4E39-8606-359A07C432DD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FFD4E545-9485-45FB-87D5-9F2EE57EAD6A}"/>
              </a:ext>
            </a:extLst>
          </p:cNvPr>
          <p:cNvSpPr txBox="1"/>
          <p:nvPr userDrawn="1"/>
        </p:nvSpPr>
        <p:spPr>
          <a:xfrm>
            <a:off x="4401987" y="1285290"/>
            <a:ext cx="3388027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6600" b="0" i="0" kern="1200" spc="600" dirty="0">
                <a:gradFill flip="none" rotWithShape="1">
                  <a:gsLst>
                    <a:gs pos="0">
                      <a:schemeClr val="accent1">
                        <a:alpha val="24000"/>
                      </a:schemeClr>
                    </a:gs>
                    <a:gs pos="66000">
                      <a:srgbClr val="CC696E">
                        <a:alpha val="14000"/>
                      </a:srgbClr>
                    </a:gs>
                    <a:gs pos="100000">
                      <a:schemeClr val="accent1">
                        <a:lumMod val="20000"/>
                        <a:lumOff val="80000"/>
                        <a:alpha val="0"/>
                      </a:schemeClr>
                    </a:gs>
                  </a:gsLst>
                  <a:lin ang="5400000" scaled="1"/>
                  <a:tileRect/>
                </a:gradFill>
                <a:effectLst/>
                <a:latin typeface="Alibaba Sans Medium" panose="020B0603020203040204" pitchFamily="34" charset="0"/>
                <a:ea typeface="+mn-ea"/>
                <a:cs typeface="Alibaba Sans Medium" panose="020B0603020203040204" pitchFamily="34" charset="0"/>
              </a:rPr>
              <a:t>THESIS</a:t>
            </a:r>
            <a:endParaRPr lang="zh-CN" altLang="en-US" sz="6600" spc="600" dirty="0">
              <a:gradFill flip="none" rotWithShape="1">
                <a:gsLst>
                  <a:gs pos="0">
                    <a:schemeClr val="accent1">
                      <a:alpha val="24000"/>
                    </a:schemeClr>
                  </a:gs>
                  <a:gs pos="66000">
                    <a:srgbClr val="CC696E">
                      <a:alpha val="14000"/>
                    </a:srgbClr>
                  </a:gs>
                  <a:gs pos="100000">
                    <a:schemeClr val="accent1">
                      <a:lumMod val="20000"/>
                      <a:lumOff val="80000"/>
                      <a:alpha val="0"/>
                    </a:schemeClr>
                  </a:gs>
                </a:gsLst>
                <a:lin ang="5400000" scaled="1"/>
                <a:tileRect/>
              </a:gradFill>
              <a:latin typeface="Alibaba Sans Medium" panose="020B0603020203040204" pitchFamily="34" charset="0"/>
              <a:cs typeface="Alibaba Sans Medium" panose="020B0603020203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77083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orient="horz" pos="4065">
          <p15:clr>
            <a:srgbClr val="FBAE40"/>
          </p15:clr>
        </p15:guide>
        <p15:guide id="4" orient="horz" pos="572">
          <p15:clr>
            <a:srgbClr val="FBAE40"/>
          </p15:clr>
        </p15:guide>
        <p15:guide id="5" pos="393">
          <p15:clr>
            <a:srgbClr val="FBAE40"/>
          </p15:clr>
        </p15:guide>
        <p15:guide id="6" pos="7287">
          <p15:clr>
            <a:srgbClr val="FBAE40"/>
          </p15:clr>
        </p15:guide>
        <p15:guide id="7" orient="horz" pos="2160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二段内容页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椭圆 37">
            <a:extLst>
              <a:ext uri="{FF2B5EF4-FFF2-40B4-BE49-F238E27FC236}">
                <a16:creationId xmlns:a16="http://schemas.microsoft.com/office/drawing/2014/main" id="{84C04A6D-860C-41ED-A546-DAC2DED2EA97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BB1B28FC-5126-4DA9-BA2D-1E17C604E85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日期占位符 1">
            <a:extLst>
              <a:ext uri="{FF2B5EF4-FFF2-40B4-BE49-F238E27FC236}">
                <a16:creationId xmlns:a16="http://schemas.microsoft.com/office/drawing/2014/main" id="{D7A2292B-EE40-46A9-AB98-7BECD588F0CD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9" name="平行四边形 8">
            <a:extLst>
              <a:ext uri="{FF2B5EF4-FFF2-40B4-BE49-F238E27FC236}">
                <a16:creationId xmlns:a16="http://schemas.microsoft.com/office/drawing/2014/main" id="{A7C7F805-A58D-4296-AF31-1EE00E23C95F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0B11FB7-DB2C-4245-B7EE-CA089E05FF93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2" name="菱形 11">
              <a:extLst>
                <a:ext uri="{FF2B5EF4-FFF2-40B4-BE49-F238E27FC236}">
                  <a16:creationId xmlns:a16="http://schemas.microsoft.com/office/drawing/2014/main" id="{4E3A30AA-7A81-4828-B56E-64B4855B98C3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53670DF4-4556-484D-A931-D0A57714B6B2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97D17A4B-9EE1-4015-B7DA-FDD7BF0CAE3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椭圆 14">
              <a:extLst>
                <a:ext uri="{FF2B5EF4-FFF2-40B4-BE49-F238E27FC236}">
                  <a16:creationId xmlns:a16="http://schemas.microsoft.com/office/drawing/2014/main" id="{AB5741C4-F007-4D49-AB56-D3830699B41E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等腰三角形 15">
              <a:extLst>
                <a:ext uri="{FF2B5EF4-FFF2-40B4-BE49-F238E27FC236}">
                  <a16:creationId xmlns:a16="http://schemas.microsoft.com/office/drawing/2014/main" id="{2F56512E-4A9E-42E0-8C18-8EF639B0E3F3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787942FB-3711-4D37-AAF1-BAA04895D433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A716CDBA-6821-442A-B59F-720B68DA2BC4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2" name="平行四边形 21">
              <a:extLst>
                <a:ext uri="{FF2B5EF4-FFF2-40B4-BE49-F238E27FC236}">
                  <a16:creationId xmlns:a16="http://schemas.microsoft.com/office/drawing/2014/main" id="{0D8910CD-0BCC-44FD-B55B-673A70B5078F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2A25BA52-A5FB-488B-A560-EAB7F4D9E376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5DDC271-B8F1-4852-BB4F-697E8E813C53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E16C6B13-3D47-4624-AA51-BEB36FC85148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17" name="直接连接符 16">
            <a:extLst>
              <a:ext uri="{FF2B5EF4-FFF2-40B4-BE49-F238E27FC236}">
                <a16:creationId xmlns:a16="http://schemas.microsoft.com/office/drawing/2014/main" id="{88452D12-2BB2-48BD-9B56-D7C82238AAF5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800350"/>
            <a:ext cx="0" cy="2762250"/>
          </a:xfrm>
          <a:prstGeom prst="line">
            <a:avLst/>
          </a:prstGeom>
          <a:ln>
            <a:solidFill>
              <a:schemeClr val="tx2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>
            <a:extLst>
              <a:ext uri="{FF2B5EF4-FFF2-40B4-BE49-F238E27FC236}">
                <a16:creationId xmlns:a16="http://schemas.microsoft.com/office/drawing/2014/main" id="{D30C0D4B-3252-45C7-AD48-B9130186E000}"/>
              </a:ext>
            </a:extLst>
          </p:cNvPr>
          <p:cNvSpPr/>
          <p:nvPr userDrawn="1"/>
        </p:nvSpPr>
        <p:spPr>
          <a:xfrm>
            <a:off x="0" y="2483112"/>
            <a:ext cx="12192000" cy="21520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矩形 45">
            <a:extLst>
              <a:ext uri="{FF2B5EF4-FFF2-40B4-BE49-F238E27FC236}">
                <a16:creationId xmlns:a16="http://schemas.microsoft.com/office/drawing/2014/main" id="{E37DA5D0-BD1C-4A71-93A4-BF71A0112C94}"/>
              </a:ext>
            </a:extLst>
          </p:cNvPr>
          <p:cNvSpPr/>
          <p:nvPr userDrawn="1"/>
        </p:nvSpPr>
        <p:spPr>
          <a:xfrm>
            <a:off x="657990" y="1323819"/>
            <a:ext cx="10927132" cy="447060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45" name="组合 44">
            <a:extLst>
              <a:ext uri="{FF2B5EF4-FFF2-40B4-BE49-F238E27FC236}">
                <a16:creationId xmlns:a16="http://schemas.microsoft.com/office/drawing/2014/main" id="{C1EDFEB5-59FD-412F-90F8-F2ACC30694AB}"/>
              </a:ext>
            </a:extLst>
          </p:cNvPr>
          <p:cNvGrpSpPr/>
          <p:nvPr userDrawn="1"/>
        </p:nvGrpSpPr>
        <p:grpSpPr>
          <a:xfrm>
            <a:off x="2841629" y="2002936"/>
            <a:ext cx="145581" cy="157012"/>
            <a:chOff x="1185863" y="2936081"/>
            <a:chExt cx="145581" cy="157012"/>
          </a:xfrm>
        </p:grpSpPr>
        <p:cxnSp>
          <p:nvCxnSpPr>
            <p:cNvPr id="24" name="连接符: 肘形 23">
              <a:extLst>
                <a:ext uri="{FF2B5EF4-FFF2-40B4-BE49-F238E27FC236}">
                  <a16:creationId xmlns:a16="http://schemas.microsoft.com/office/drawing/2014/main" id="{BB8B9EAA-73A8-467E-BC16-DF2A4B8CA7AE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185863" y="2936081"/>
              <a:ext cx="135266" cy="112564"/>
            </a:xfrm>
            <a:prstGeom prst="bentConnector3">
              <a:avLst>
                <a:gd name="adj1" fmla="val -64427"/>
              </a:avLst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椭圆 31">
              <a:extLst>
                <a:ext uri="{FF2B5EF4-FFF2-40B4-BE49-F238E27FC236}">
                  <a16:creationId xmlns:a16="http://schemas.microsoft.com/office/drawing/2014/main" id="{1D655F7F-C719-4D65-BBB7-3A8E251E77DC}"/>
                </a:ext>
              </a:extLst>
            </p:cNvPr>
            <p:cNvSpPr/>
            <p:nvPr userDrawn="1"/>
          </p:nvSpPr>
          <p:spPr>
            <a:xfrm>
              <a:off x="1242548" y="3004197"/>
              <a:ext cx="88896" cy="88896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BB6633F9-7994-4CBF-86D7-834C06800782}"/>
              </a:ext>
            </a:extLst>
          </p:cNvPr>
          <p:cNvGrpSpPr/>
          <p:nvPr userDrawn="1"/>
        </p:nvGrpSpPr>
        <p:grpSpPr>
          <a:xfrm>
            <a:off x="2841629" y="4066050"/>
            <a:ext cx="145581" cy="157012"/>
            <a:chOff x="1185863" y="2936081"/>
            <a:chExt cx="145581" cy="157012"/>
          </a:xfrm>
        </p:grpSpPr>
        <p:cxnSp>
          <p:nvCxnSpPr>
            <p:cNvPr id="80" name="连接符: 肘形 79">
              <a:extLst>
                <a:ext uri="{FF2B5EF4-FFF2-40B4-BE49-F238E27FC236}">
                  <a16:creationId xmlns:a16="http://schemas.microsoft.com/office/drawing/2014/main" id="{B548CE38-FE55-4127-80E0-702E824A5FE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185863" y="2936081"/>
              <a:ext cx="135266" cy="112564"/>
            </a:xfrm>
            <a:prstGeom prst="bentConnector3">
              <a:avLst>
                <a:gd name="adj1" fmla="val -64427"/>
              </a:avLst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椭圆 80">
              <a:extLst>
                <a:ext uri="{FF2B5EF4-FFF2-40B4-BE49-F238E27FC236}">
                  <a16:creationId xmlns:a16="http://schemas.microsoft.com/office/drawing/2014/main" id="{53823A84-E06B-4BC5-8EE0-BA21923077BF}"/>
                </a:ext>
              </a:extLst>
            </p:cNvPr>
            <p:cNvSpPr/>
            <p:nvPr userDrawn="1"/>
          </p:nvSpPr>
          <p:spPr>
            <a:xfrm>
              <a:off x="1242548" y="3004197"/>
              <a:ext cx="88896" cy="888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28" name="内容占位符 27">
            <a:extLst>
              <a:ext uri="{FF2B5EF4-FFF2-40B4-BE49-F238E27FC236}">
                <a16:creationId xmlns:a16="http://schemas.microsoft.com/office/drawing/2014/main" id="{B5E220EC-4B96-4194-A2B2-F9F4706DCB2F}"/>
              </a:ext>
            </a:extLst>
          </p:cNvPr>
          <p:cNvSpPr>
            <a:spLocks noGrp="1"/>
          </p:cNvSpPr>
          <p:nvPr userDrawn="1">
            <p:ph sz="quarter" idx="21" hasCustomPrompt="1"/>
          </p:nvPr>
        </p:nvSpPr>
        <p:spPr>
          <a:xfrm>
            <a:off x="2987210" y="1906817"/>
            <a:ext cx="6563190" cy="349250"/>
          </a:xfrm>
        </p:spPr>
        <p:txBody>
          <a:bodyPr>
            <a:noAutofit/>
          </a:bodyPr>
          <a:lstStyle>
            <a:lvl1pPr>
              <a:defRPr sz="20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62" name="内容占位符 27">
            <a:extLst>
              <a:ext uri="{FF2B5EF4-FFF2-40B4-BE49-F238E27FC236}">
                <a16:creationId xmlns:a16="http://schemas.microsoft.com/office/drawing/2014/main" id="{489C6F19-4B17-4E17-8500-6321E0F36A58}"/>
              </a:ext>
            </a:extLst>
          </p:cNvPr>
          <p:cNvSpPr>
            <a:spLocks noGrp="1"/>
          </p:cNvSpPr>
          <p:nvPr userDrawn="1">
            <p:ph sz="quarter" idx="22" hasCustomPrompt="1"/>
          </p:nvPr>
        </p:nvSpPr>
        <p:spPr>
          <a:xfrm>
            <a:off x="2987210" y="3969931"/>
            <a:ext cx="6563190" cy="349250"/>
          </a:xfrm>
        </p:spPr>
        <p:txBody>
          <a:bodyPr>
            <a:noAutofit/>
          </a:bodyPr>
          <a:lstStyle>
            <a:lvl1pPr>
              <a:defRPr sz="20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63" name="内容占位符 27">
            <a:extLst>
              <a:ext uri="{FF2B5EF4-FFF2-40B4-BE49-F238E27FC236}">
                <a16:creationId xmlns:a16="http://schemas.microsoft.com/office/drawing/2014/main" id="{AFDF425B-B3B6-47D0-BDF2-90D8F859704C}"/>
              </a:ext>
            </a:extLst>
          </p:cNvPr>
          <p:cNvSpPr>
            <a:spLocks noGrp="1"/>
          </p:cNvSpPr>
          <p:nvPr userDrawn="1">
            <p:ph sz="quarter" idx="23" hasCustomPrompt="1"/>
          </p:nvPr>
        </p:nvSpPr>
        <p:spPr>
          <a:xfrm>
            <a:off x="2637983" y="2439051"/>
            <a:ext cx="8301480" cy="767648"/>
          </a:xfrm>
        </p:spPr>
        <p:txBody>
          <a:bodyPr>
            <a:noAutofit/>
          </a:bodyPr>
          <a:lstStyle>
            <a:lvl1pPr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输入文字</a:t>
            </a:r>
          </a:p>
        </p:txBody>
      </p:sp>
      <p:sp>
        <p:nvSpPr>
          <p:cNvPr id="64" name="内容占位符 27">
            <a:extLst>
              <a:ext uri="{FF2B5EF4-FFF2-40B4-BE49-F238E27FC236}">
                <a16:creationId xmlns:a16="http://schemas.microsoft.com/office/drawing/2014/main" id="{576B2279-DF84-4C6F-8812-584D53395AFB}"/>
              </a:ext>
            </a:extLst>
          </p:cNvPr>
          <p:cNvSpPr>
            <a:spLocks noGrp="1"/>
          </p:cNvSpPr>
          <p:nvPr userDrawn="1">
            <p:ph sz="quarter" idx="24" hasCustomPrompt="1"/>
          </p:nvPr>
        </p:nvSpPr>
        <p:spPr>
          <a:xfrm>
            <a:off x="2637983" y="4444535"/>
            <a:ext cx="8301480" cy="767648"/>
          </a:xfrm>
        </p:spPr>
        <p:txBody>
          <a:bodyPr>
            <a:noAutofit/>
          </a:bodyPr>
          <a:lstStyle>
            <a:lvl1pPr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输入文字</a:t>
            </a:r>
          </a:p>
        </p:txBody>
      </p:sp>
      <p:sp>
        <p:nvSpPr>
          <p:cNvPr id="68" name="文本占位符 39">
            <a:extLst>
              <a:ext uri="{FF2B5EF4-FFF2-40B4-BE49-F238E27FC236}">
                <a16:creationId xmlns:a16="http://schemas.microsoft.com/office/drawing/2014/main" id="{0E5A7100-E759-451D-B9EA-EDFB737F5E9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二段内容页</a:t>
            </a:r>
          </a:p>
        </p:txBody>
      </p: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B9B20085-3191-42EF-8314-0A8E0F61F5C1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37" name="isľïḑé">
              <a:extLst>
                <a:ext uri="{FF2B5EF4-FFF2-40B4-BE49-F238E27FC236}">
                  <a16:creationId xmlns:a16="http://schemas.microsoft.com/office/drawing/2014/main" id="{1B713E83-5FA0-4D82-8657-A5461967EF44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39" name="ïṣḷîḍè">
              <a:extLst>
                <a:ext uri="{FF2B5EF4-FFF2-40B4-BE49-F238E27FC236}">
                  <a16:creationId xmlns:a16="http://schemas.microsoft.com/office/drawing/2014/main" id="{74C79833-B1B9-4F27-9F44-2563AA8B88B8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41" name="文本框 40">
            <a:extLst>
              <a:ext uri="{FF2B5EF4-FFF2-40B4-BE49-F238E27FC236}">
                <a16:creationId xmlns:a16="http://schemas.microsoft.com/office/drawing/2014/main" id="{FD03390C-F4F7-4747-A141-C3CB4CFA67C7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42" name="文本框 41">
            <a:extLst>
              <a:ext uri="{FF2B5EF4-FFF2-40B4-BE49-F238E27FC236}">
                <a16:creationId xmlns:a16="http://schemas.microsoft.com/office/drawing/2014/main" id="{E2EFACCD-456A-4E3B-8BC4-318A39FB6B72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937403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orient="horz" pos="4065">
          <p15:clr>
            <a:srgbClr val="FBAE40"/>
          </p15:clr>
        </p15:guide>
        <p15:guide id="4" orient="horz" pos="572">
          <p15:clr>
            <a:srgbClr val="FBAE40"/>
          </p15:clr>
        </p15:guide>
        <p15:guide id="5" pos="393">
          <p15:clr>
            <a:srgbClr val="FBAE40"/>
          </p15:clr>
        </p15:guide>
        <p15:guide id="6" pos="7287">
          <p15:clr>
            <a:srgbClr val="FBAE40"/>
          </p15:clr>
        </p15:guide>
        <p15:guide id="7" orient="horz" pos="2160" userDrawn="1">
          <p15:clr>
            <a:srgbClr val="FBAE40"/>
          </p15:clr>
        </p15:guide>
        <p15:guide id="8" pos="733" userDrawn="1">
          <p15:clr>
            <a:srgbClr val="FBAE40"/>
          </p15:clr>
        </p15:guide>
        <p15:guide id="9" pos="6947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三段内容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椭圆 37">
            <a:extLst>
              <a:ext uri="{FF2B5EF4-FFF2-40B4-BE49-F238E27FC236}">
                <a16:creationId xmlns:a16="http://schemas.microsoft.com/office/drawing/2014/main" id="{84C04A6D-860C-41ED-A546-DAC2DED2EA97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BB1B28FC-5126-4DA9-BA2D-1E17C604E85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日期占位符 1">
            <a:extLst>
              <a:ext uri="{FF2B5EF4-FFF2-40B4-BE49-F238E27FC236}">
                <a16:creationId xmlns:a16="http://schemas.microsoft.com/office/drawing/2014/main" id="{D7A2292B-EE40-46A9-AB98-7BECD588F0CD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9" name="平行四边形 8">
            <a:extLst>
              <a:ext uri="{FF2B5EF4-FFF2-40B4-BE49-F238E27FC236}">
                <a16:creationId xmlns:a16="http://schemas.microsoft.com/office/drawing/2014/main" id="{A7C7F805-A58D-4296-AF31-1EE00E23C95F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0B11FB7-DB2C-4245-B7EE-CA089E05FF93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2" name="菱形 11">
              <a:extLst>
                <a:ext uri="{FF2B5EF4-FFF2-40B4-BE49-F238E27FC236}">
                  <a16:creationId xmlns:a16="http://schemas.microsoft.com/office/drawing/2014/main" id="{4E3A30AA-7A81-4828-B56E-64B4855B98C3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53670DF4-4556-484D-A931-D0A57714B6B2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97D17A4B-9EE1-4015-B7DA-FDD7BF0CAE3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椭圆 14">
              <a:extLst>
                <a:ext uri="{FF2B5EF4-FFF2-40B4-BE49-F238E27FC236}">
                  <a16:creationId xmlns:a16="http://schemas.microsoft.com/office/drawing/2014/main" id="{AB5741C4-F007-4D49-AB56-D3830699B41E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等腰三角形 15">
              <a:extLst>
                <a:ext uri="{FF2B5EF4-FFF2-40B4-BE49-F238E27FC236}">
                  <a16:creationId xmlns:a16="http://schemas.microsoft.com/office/drawing/2014/main" id="{2F56512E-4A9E-42E0-8C18-8EF639B0E3F3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787942FB-3711-4D37-AAF1-BAA04895D433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A716CDBA-6821-442A-B59F-720B68DA2BC4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2" name="平行四边形 21">
              <a:extLst>
                <a:ext uri="{FF2B5EF4-FFF2-40B4-BE49-F238E27FC236}">
                  <a16:creationId xmlns:a16="http://schemas.microsoft.com/office/drawing/2014/main" id="{0D8910CD-0BCC-44FD-B55B-673A70B5078F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2A25BA52-A5FB-488B-A560-EAB7F4D9E376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5DDC271-B8F1-4852-BB4F-697E8E813C53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E16C6B13-3D47-4624-AA51-BEB36FC85148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31" name="直接连接符 30" hidden="1">
            <a:extLst>
              <a:ext uri="{FF2B5EF4-FFF2-40B4-BE49-F238E27FC236}">
                <a16:creationId xmlns:a16="http://schemas.microsoft.com/office/drawing/2014/main" id="{335426BE-9D01-43E2-B143-F97143DD952D}"/>
              </a:ext>
            </a:extLst>
          </p:cNvPr>
          <p:cNvCxnSpPr>
            <a:cxnSpLocks/>
          </p:cNvCxnSpPr>
          <p:nvPr userDrawn="1"/>
        </p:nvCxnSpPr>
        <p:spPr>
          <a:xfrm>
            <a:off x="346404" y="331315"/>
            <a:ext cx="2355850" cy="0"/>
          </a:xfrm>
          <a:prstGeom prst="line">
            <a:avLst/>
          </a:prstGeom>
          <a:ln w="25400">
            <a:gradFill flip="none" rotWithShape="1">
              <a:gsLst>
                <a:gs pos="0">
                  <a:schemeClr val="accent1"/>
                </a:gs>
                <a:gs pos="66000">
                  <a:srgbClr val="CC696E"/>
                </a:gs>
                <a:gs pos="100000">
                  <a:schemeClr val="accent1">
                    <a:lumMod val="20000"/>
                    <a:lumOff val="80000"/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内容占位符 27">
            <a:extLst>
              <a:ext uri="{FF2B5EF4-FFF2-40B4-BE49-F238E27FC236}">
                <a16:creationId xmlns:a16="http://schemas.microsoft.com/office/drawing/2014/main" id="{B5E220EC-4B96-4194-A2B2-F9F4706DCB2F}"/>
              </a:ext>
            </a:extLst>
          </p:cNvPr>
          <p:cNvSpPr>
            <a:spLocks noGrp="1"/>
          </p:cNvSpPr>
          <p:nvPr userDrawn="1">
            <p:ph sz="quarter" idx="21" hasCustomPrompt="1"/>
          </p:nvPr>
        </p:nvSpPr>
        <p:spPr>
          <a:xfrm>
            <a:off x="640408" y="2155171"/>
            <a:ext cx="3014170" cy="352425"/>
          </a:xfrm>
        </p:spPr>
        <p:txBody>
          <a:bodyPr>
            <a:noAutofit/>
          </a:bodyPr>
          <a:lstStyle>
            <a:lvl1pPr algn="ctr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58" name="内容占位符 27">
            <a:extLst>
              <a:ext uri="{FF2B5EF4-FFF2-40B4-BE49-F238E27FC236}">
                <a16:creationId xmlns:a16="http://schemas.microsoft.com/office/drawing/2014/main" id="{9D357807-B20F-4A23-A8C9-4E5507D8B571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4590138" y="1869421"/>
            <a:ext cx="3014170" cy="352425"/>
          </a:xfrm>
        </p:spPr>
        <p:txBody>
          <a:bodyPr>
            <a:noAutofit/>
          </a:bodyPr>
          <a:lstStyle>
            <a:lvl1pPr algn="ctr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59" name="内容占位符 27">
            <a:extLst>
              <a:ext uri="{FF2B5EF4-FFF2-40B4-BE49-F238E27FC236}">
                <a16:creationId xmlns:a16="http://schemas.microsoft.com/office/drawing/2014/main" id="{CE35CECB-99EE-4B86-BBA4-066383A993FF}"/>
              </a:ext>
            </a:extLst>
          </p:cNvPr>
          <p:cNvSpPr>
            <a:spLocks noGrp="1"/>
          </p:cNvSpPr>
          <p:nvPr>
            <p:ph sz="quarter" idx="26" hasCustomPrompt="1"/>
          </p:nvPr>
        </p:nvSpPr>
        <p:spPr>
          <a:xfrm>
            <a:off x="8542293" y="2155171"/>
            <a:ext cx="3014170" cy="352425"/>
          </a:xfrm>
        </p:spPr>
        <p:txBody>
          <a:bodyPr>
            <a:noAutofit/>
          </a:bodyPr>
          <a:lstStyle>
            <a:lvl1pPr algn="ctr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30" name="文本占位符 39">
            <a:extLst>
              <a:ext uri="{FF2B5EF4-FFF2-40B4-BE49-F238E27FC236}">
                <a16:creationId xmlns:a16="http://schemas.microsoft.com/office/drawing/2014/main" id="{4668723F-4A21-4BD3-8815-30B590FFF74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三段内容页</a:t>
            </a:r>
          </a:p>
        </p:txBody>
      </p:sp>
      <p:grpSp>
        <p:nvGrpSpPr>
          <p:cNvPr id="29" name="组合 28">
            <a:extLst>
              <a:ext uri="{FF2B5EF4-FFF2-40B4-BE49-F238E27FC236}">
                <a16:creationId xmlns:a16="http://schemas.microsoft.com/office/drawing/2014/main" id="{180BEB28-63CF-4FBF-9737-3BAF324649C4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32" name="isľïḑé">
              <a:extLst>
                <a:ext uri="{FF2B5EF4-FFF2-40B4-BE49-F238E27FC236}">
                  <a16:creationId xmlns:a16="http://schemas.microsoft.com/office/drawing/2014/main" id="{D34091C0-D72A-4834-83FA-DC5ED81BEBDC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33" name="ïṣḷîḍè">
              <a:extLst>
                <a:ext uri="{FF2B5EF4-FFF2-40B4-BE49-F238E27FC236}">
                  <a16:creationId xmlns:a16="http://schemas.microsoft.com/office/drawing/2014/main" id="{FDE2A449-AC99-419A-9522-591C6F254498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6" name="文本框 35">
            <a:extLst>
              <a:ext uri="{FF2B5EF4-FFF2-40B4-BE49-F238E27FC236}">
                <a16:creationId xmlns:a16="http://schemas.microsoft.com/office/drawing/2014/main" id="{89C752D2-5710-41A7-B080-36031C7B5C5F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D0E805F9-5E5D-4A4E-8E71-CE5BA85946AB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789283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orient="horz" pos="4065">
          <p15:clr>
            <a:srgbClr val="FBAE40"/>
          </p15:clr>
        </p15:guide>
        <p15:guide id="4" orient="horz" pos="572">
          <p15:clr>
            <a:srgbClr val="FBAE40"/>
          </p15:clr>
        </p15:guide>
        <p15:guide id="5" pos="393">
          <p15:clr>
            <a:srgbClr val="FBAE40"/>
          </p15:clr>
        </p15:guide>
        <p15:guide id="6" pos="7287">
          <p15:clr>
            <a:srgbClr val="FBAE40"/>
          </p15:clr>
        </p15:guide>
        <p15:guide id="7" orient="horz" pos="2160">
          <p15:clr>
            <a:srgbClr val="FBAE40"/>
          </p15:clr>
        </p15:guide>
        <p15:guide id="8" pos="733">
          <p15:clr>
            <a:srgbClr val="FBAE40"/>
          </p15:clr>
        </p15:guide>
        <p15:guide id="9" pos="6947">
          <p15:clr>
            <a:srgbClr val="FBAE40"/>
          </p15:clr>
        </p15:guide>
        <p15:guide id="10" orient="horz" pos="3952">
          <p15:clr>
            <a:srgbClr val="FBAE40"/>
          </p15:clr>
        </p15:guide>
        <p15:guide id="11" orient="horz" pos="3203" userDrawn="1">
          <p15:clr>
            <a:srgbClr val="FBAE40"/>
          </p15:clr>
        </p15:guide>
        <p15:guide id="12" orient="horz" pos="1275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四段内容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椭圆 37">
            <a:extLst>
              <a:ext uri="{FF2B5EF4-FFF2-40B4-BE49-F238E27FC236}">
                <a16:creationId xmlns:a16="http://schemas.microsoft.com/office/drawing/2014/main" id="{84C04A6D-860C-41ED-A546-DAC2DED2EA97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BB1B28FC-5126-4DA9-BA2D-1E17C604E85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日期占位符 1">
            <a:extLst>
              <a:ext uri="{FF2B5EF4-FFF2-40B4-BE49-F238E27FC236}">
                <a16:creationId xmlns:a16="http://schemas.microsoft.com/office/drawing/2014/main" id="{D7A2292B-EE40-46A9-AB98-7BECD588F0CD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9" name="平行四边形 8">
            <a:extLst>
              <a:ext uri="{FF2B5EF4-FFF2-40B4-BE49-F238E27FC236}">
                <a16:creationId xmlns:a16="http://schemas.microsoft.com/office/drawing/2014/main" id="{A7C7F805-A58D-4296-AF31-1EE00E23C95F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0B11FB7-DB2C-4245-B7EE-CA089E05FF93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2" name="菱形 11">
              <a:extLst>
                <a:ext uri="{FF2B5EF4-FFF2-40B4-BE49-F238E27FC236}">
                  <a16:creationId xmlns:a16="http://schemas.microsoft.com/office/drawing/2014/main" id="{4E3A30AA-7A81-4828-B56E-64B4855B98C3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53670DF4-4556-484D-A931-D0A57714B6B2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97D17A4B-9EE1-4015-B7DA-FDD7BF0CAE3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椭圆 14">
              <a:extLst>
                <a:ext uri="{FF2B5EF4-FFF2-40B4-BE49-F238E27FC236}">
                  <a16:creationId xmlns:a16="http://schemas.microsoft.com/office/drawing/2014/main" id="{AB5741C4-F007-4D49-AB56-D3830699B41E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等腰三角形 15">
              <a:extLst>
                <a:ext uri="{FF2B5EF4-FFF2-40B4-BE49-F238E27FC236}">
                  <a16:creationId xmlns:a16="http://schemas.microsoft.com/office/drawing/2014/main" id="{2F56512E-4A9E-42E0-8C18-8EF639B0E3F3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787942FB-3711-4D37-AAF1-BAA04895D433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A716CDBA-6821-442A-B59F-720B68DA2BC4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2" name="平行四边形 21">
              <a:extLst>
                <a:ext uri="{FF2B5EF4-FFF2-40B4-BE49-F238E27FC236}">
                  <a16:creationId xmlns:a16="http://schemas.microsoft.com/office/drawing/2014/main" id="{0D8910CD-0BCC-44FD-B55B-673A70B5078F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2A25BA52-A5FB-488B-A560-EAB7F4D9E376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5DDC271-B8F1-4852-BB4F-697E8E813C53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E16C6B13-3D47-4624-AA51-BEB36FC85148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8" name="内容占位符 27">
            <a:extLst>
              <a:ext uri="{FF2B5EF4-FFF2-40B4-BE49-F238E27FC236}">
                <a16:creationId xmlns:a16="http://schemas.microsoft.com/office/drawing/2014/main" id="{B5E220EC-4B96-4194-A2B2-F9F4706DCB2F}"/>
              </a:ext>
            </a:extLst>
          </p:cNvPr>
          <p:cNvSpPr>
            <a:spLocks noGrp="1"/>
          </p:cNvSpPr>
          <p:nvPr userDrawn="1">
            <p:ph sz="quarter" idx="21" hasCustomPrompt="1"/>
          </p:nvPr>
        </p:nvSpPr>
        <p:spPr>
          <a:xfrm>
            <a:off x="1753338" y="4183433"/>
            <a:ext cx="3014170" cy="352425"/>
          </a:xfrm>
        </p:spPr>
        <p:txBody>
          <a:bodyPr>
            <a:noAutofit/>
          </a:bodyPr>
          <a:lstStyle>
            <a:lvl1pPr algn="r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58" name="内容占位符 27">
            <a:extLst>
              <a:ext uri="{FF2B5EF4-FFF2-40B4-BE49-F238E27FC236}">
                <a16:creationId xmlns:a16="http://schemas.microsoft.com/office/drawing/2014/main" id="{9D357807-B20F-4A23-A8C9-4E5507D8B571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1753338" y="1767764"/>
            <a:ext cx="3014170" cy="352425"/>
          </a:xfrm>
        </p:spPr>
        <p:txBody>
          <a:bodyPr>
            <a:noAutofit/>
          </a:bodyPr>
          <a:lstStyle>
            <a:lvl1pPr algn="r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59" name="内容占位符 27">
            <a:extLst>
              <a:ext uri="{FF2B5EF4-FFF2-40B4-BE49-F238E27FC236}">
                <a16:creationId xmlns:a16="http://schemas.microsoft.com/office/drawing/2014/main" id="{CE35CECB-99EE-4B86-BBA4-066383A993FF}"/>
              </a:ext>
            </a:extLst>
          </p:cNvPr>
          <p:cNvSpPr>
            <a:spLocks noGrp="1"/>
          </p:cNvSpPr>
          <p:nvPr>
            <p:ph sz="quarter" idx="26" hasCustomPrompt="1"/>
          </p:nvPr>
        </p:nvSpPr>
        <p:spPr>
          <a:xfrm>
            <a:off x="7424492" y="1767764"/>
            <a:ext cx="3014170" cy="352425"/>
          </a:xfrm>
        </p:spPr>
        <p:txBody>
          <a:bodyPr>
            <a:noAutofit/>
          </a:bodyPr>
          <a:lstStyle>
            <a:lvl1pPr algn="l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65" name="内容占位符 27">
            <a:extLst>
              <a:ext uri="{FF2B5EF4-FFF2-40B4-BE49-F238E27FC236}">
                <a16:creationId xmlns:a16="http://schemas.microsoft.com/office/drawing/2014/main" id="{524EAE69-4A6F-422C-A307-C29645E4E9CC}"/>
              </a:ext>
            </a:extLst>
          </p:cNvPr>
          <p:cNvSpPr>
            <a:spLocks noGrp="1"/>
          </p:cNvSpPr>
          <p:nvPr>
            <p:ph sz="quarter" idx="27" hasCustomPrompt="1"/>
          </p:nvPr>
        </p:nvSpPr>
        <p:spPr>
          <a:xfrm>
            <a:off x="7414336" y="4183433"/>
            <a:ext cx="3014170" cy="352425"/>
          </a:xfrm>
        </p:spPr>
        <p:txBody>
          <a:bodyPr>
            <a:noAutofit/>
          </a:bodyPr>
          <a:lstStyle>
            <a:lvl1pPr algn="l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34" name="内容占位符 33">
            <a:extLst>
              <a:ext uri="{FF2B5EF4-FFF2-40B4-BE49-F238E27FC236}">
                <a16:creationId xmlns:a16="http://schemas.microsoft.com/office/drawing/2014/main" id="{233B5A2D-F0C9-413D-928A-65CCCA16EE9C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640982" y="2176688"/>
            <a:ext cx="4126282" cy="962025"/>
          </a:xfrm>
        </p:spPr>
        <p:txBody>
          <a:bodyPr>
            <a:normAutofit/>
          </a:bodyPr>
          <a:lstStyle>
            <a:lvl1pPr algn="r"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输入文字</a:t>
            </a:r>
          </a:p>
        </p:txBody>
      </p:sp>
      <p:sp>
        <p:nvSpPr>
          <p:cNvPr id="73" name="内容占位符 33">
            <a:extLst>
              <a:ext uri="{FF2B5EF4-FFF2-40B4-BE49-F238E27FC236}">
                <a16:creationId xmlns:a16="http://schemas.microsoft.com/office/drawing/2014/main" id="{562BFD34-BA31-45AE-B391-6E6C957F3082}"/>
              </a:ext>
            </a:extLst>
          </p:cNvPr>
          <p:cNvSpPr>
            <a:spLocks noGrp="1"/>
          </p:cNvSpPr>
          <p:nvPr>
            <p:ph sz="quarter" idx="29" hasCustomPrompt="1"/>
          </p:nvPr>
        </p:nvSpPr>
        <p:spPr>
          <a:xfrm>
            <a:off x="640982" y="4584861"/>
            <a:ext cx="4126282" cy="962022"/>
          </a:xfrm>
        </p:spPr>
        <p:txBody>
          <a:bodyPr>
            <a:normAutofit/>
          </a:bodyPr>
          <a:lstStyle>
            <a:lvl1pPr algn="r"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输入文字</a:t>
            </a:r>
          </a:p>
        </p:txBody>
      </p:sp>
      <p:sp>
        <p:nvSpPr>
          <p:cNvPr id="74" name="内容占位符 33">
            <a:extLst>
              <a:ext uri="{FF2B5EF4-FFF2-40B4-BE49-F238E27FC236}">
                <a16:creationId xmlns:a16="http://schemas.microsoft.com/office/drawing/2014/main" id="{49DD0248-6154-440A-B66C-448B0C4793FE}"/>
              </a:ext>
            </a:extLst>
          </p:cNvPr>
          <p:cNvSpPr>
            <a:spLocks noGrp="1"/>
          </p:cNvSpPr>
          <p:nvPr>
            <p:ph sz="quarter" idx="30" hasCustomPrompt="1"/>
          </p:nvPr>
        </p:nvSpPr>
        <p:spPr>
          <a:xfrm>
            <a:off x="7414336" y="4584861"/>
            <a:ext cx="4126282" cy="962022"/>
          </a:xfrm>
        </p:spPr>
        <p:txBody>
          <a:bodyPr>
            <a:normAutofit/>
          </a:bodyPr>
          <a:lstStyle>
            <a:lvl1pPr algn="l"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输入文字</a:t>
            </a:r>
          </a:p>
        </p:txBody>
      </p:sp>
      <p:sp>
        <p:nvSpPr>
          <p:cNvPr id="77" name="内容占位符 33">
            <a:extLst>
              <a:ext uri="{FF2B5EF4-FFF2-40B4-BE49-F238E27FC236}">
                <a16:creationId xmlns:a16="http://schemas.microsoft.com/office/drawing/2014/main" id="{678836E4-BA67-4C64-BEEC-91D8EBED58F1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7424492" y="2176688"/>
            <a:ext cx="4126282" cy="962025"/>
          </a:xfrm>
        </p:spPr>
        <p:txBody>
          <a:bodyPr>
            <a:normAutofit/>
          </a:bodyPr>
          <a:lstStyle>
            <a:lvl1pPr algn="l"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输入文字</a:t>
            </a:r>
          </a:p>
        </p:txBody>
      </p:sp>
      <p:sp>
        <p:nvSpPr>
          <p:cNvPr id="78" name="文本占位符 39">
            <a:extLst>
              <a:ext uri="{FF2B5EF4-FFF2-40B4-BE49-F238E27FC236}">
                <a16:creationId xmlns:a16="http://schemas.microsoft.com/office/drawing/2014/main" id="{0351C9E9-D564-40C0-BC46-2EC1921287F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四段内容页</a:t>
            </a:r>
          </a:p>
        </p:txBody>
      </p:sp>
      <p:grpSp>
        <p:nvGrpSpPr>
          <p:cNvPr id="29" name="组合 28">
            <a:extLst>
              <a:ext uri="{FF2B5EF4-FFF2-40B4-BE49-F238E27FC236}">
                <a16:creationId xmlns:a16="http://schemas.microsoft.com/office/drawing/2014/main" id="{FC0FC43E-E7C2-4C5D-8337-8428FFCA36C4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30" name="isľïḑé">
              <a:extLst>
                <a:ext uri="{FF2B5EF4-FFF2-40B4-BE49-F238E27FC236}">
                  <a16:creationId xmlns:a16="http://schemas.microsoft.com/office/drawing/2014/main" id="{20F669E8-32C6-4592-ACD1-DC57A261D86D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31" name="ïṣḷîḍè">
              <a:extLst>
                <a:ext uri="{FF2B5EF4-FFF2-40B4-BE49-F238E27FC236}">
                  <a16:creationId xmlns:a16="http://schemas.microsoft.com/office/drawing/2014/main" id="{5332D442-59EC-433C-9E1B-70779D8D5CE5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6" name="文本框 35">
            <a:extLst>
              <a:ext uri="{FF2B5EF4-FFF2-40B4-BE49-F238E27FC236}">
                <a16:creationId xmlns:a16="http://schemas.microsoft.com/office/drawing/2014/main" id="{F9F26DF6-5B87-42DF-974C-E5DD752B26DE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3883279A-65D7-4542-828D-1AB4FBF12B78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8997424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orient="horz" pos="4065">
          <p15:clr>
            <a:srgbClr val="FBAE40"/>
          </p15:clr>
        </p15:guide>
        <p15:guide id="4" orient="horz" pos="572">
          <p15:clr>
            <a:srgbClr val="FBAE40"/>
          </p15:clr>
        </p15:guide>
        <p15:guide id="5" pos="393">
          <p15:clr>
            <a:srgbClr val="FBAE40"/>
          </p15:clr>
        </p15:guide>
        <p15:guide id="6" pos="7287">
          <p15:clr>
            <a:srgbClr val="FBAE40"/>
          </p15:clr>
        </p15:guide>
        <p15:guide id="7" orient="horz" pos="2160">
          <p15:clr>
            <a:srgbClr val="FBAE40"/>
          </p15:clr>
        </p15:guide>
        <p15:guide id="8" pos="733">
          <p15:clr>
            <a:srgbClr val="FBAE40"/>
          </p15:clr>
        </p15:guide>
        <p15:guide id="9" pos="6947">
          <p15:clr>
            <a:srgbClr val="FBAE40"/>
          </p15:clr>
        </p15:guide>
        <p15:guide id="10" orient="horz" pos="3952" userDrawn="1">
          <p15:clr>
            <a:srgbClr val="FBAE40"/>
          </p15:clr>
        </p15:guide>
        <p15:guide id="11" orient="horz" pos="3181" userDrawn="1">
          <p15:clr>
            <a:srgbClr val="FBAE40"/>
          </p15:clr>
        </p15:guide>
        <p15:guide id="12" orient="horz" pos="1298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一段图文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一段图文页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4" name="图片占位符 3">
            <a:extLst>
              <a:ext uri="{FF2B5EF4-FFF2-40B4-BE49-F238E27FC236}">
                <a16:creationId xmlns:a16="http://schemas.microsoft.com/office/drawing/2014/main" id="{3C4B0378-AD1E-49AF-A911-F614D03AD1D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33414" y="1417638"/>
            <a:ext cx="10934700" cy="2011362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BC1CA3B9-C517-44FF-9719-6C983F190725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94E81489-60A6-4C79-BA40-C7B8FAE77EBA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4665678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pos="393" userDrawn="1">
          <p15:clr>
            <a:srgbClr val="FBAE40"/>
          </p15:clr>
        </p15:guide>
        <p15:guide id="4" pos="7287" userDrawn="1">
          <p15:clr>
            <a:srgbClr val="FBAE40"/>
          </p15:clr>
        </p15:guide>
        <p15:guide id="5" orient="horz" pos="89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一段图文页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一段图文页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7" name="图片占位符 36">
            <a:extLst>
              <a:ext uri="{FF2B5EF4-FFF2-40B4-BE49-F238E27FC236}">
                <a16:creationId xmlns:a16="http://schemas.microsoft.com/office/drawing/2014/main" id="{5A846982-233E-4B0C-B2CB-78EB34ED327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34635" y="1709897"/>
            <a:ext cx="4180482" cy="3878262"/>
          </a:xfrm>
          <a:custGeom>
            <a:avLst/>
            <a:gdLst>
              <a:gd name="connsiteX0" fmla="*/ 1102203 w 4180482"/>
              <a:gd name="connsiteY0" fmla="*/ 0 h 3878262"/>
              <a:gd name="connsiteX1" fmla="*/ 4180482 w 4180482"/>
              <a:gd name="connsiteY1" fmla="*/ 0 h 3878262"/>
              <a:gd name="connsiteX2" fmla="*/ 4180482 w 4180482"/>
              <a:gd name="connsiteY2" fmla="*/ 1008149 h 3878262"/>
              <a:gd name="connsiteX3" fmla="*/ 3080627 w 4180482"/>
              <a:gd name="connsiteY3" fmla="*/ 3878262 h 3878262"/>
              <a:gd name="connsiteX4" fmla="*/ 0 w 4180482"/>
              <a:gd name="connsiteY4" fmla="*/ 3878262 h 3878262"/>
              <a:gd name="connsiteX5" fmla="*/ 0 w 4180482"/>
              <a:gd name="connsiteY5" fmla="*/ 2876239 h 3878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80482" h="3878262">
                <a:moveTo>
                  <a:pt x="1102203" y="0"/>
                </a:moveTo>
                <a:lnTo>
                  <a:pt x="4180482" y="0"/>
                </a:lnTo>
                <a:lnTo>
                  <a:pt x="4180482" y="1008149"/>
                </a:lnTo>
                <a:lnTo>
                  <a:pt x="3080627" y="3878262"/>
                </a:lnTo>
                <a:lnTo>
                  <a:pt x="0" y="3878262"/>
                </a:lnTo>
                <a:lnTo>
                  <a:pt x="0" y="287623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zh-CN" altLang="en-US"/>
          </a:p>
        </p:txBody>
      </p:sp>
      <p:sp>
        <p:nvSpPr>
          <p:cNvPr id="35" name="任意多边形: 形状 34">
            <a:extLst>
              <a:ext uri="{FF2B5EF4-FFF2-40B4-BE49-F238E27FC236}">
                <a16:creationId xmlns:a16="http://schemas.microsoft.com/office/drawing/2014/main" id="{D1C3F7AF-416C-4642-B47F-E1C5B426D8E1}"/>
              </a:ext>
            </a:extLst>
          </p:cNvPr>
          <p:cNvSpPr/>
          <p:nvPr userDrawn="1"/>
        </p:nvSpPr>
        <p:spPr>
          <a:xfrm>
            <a:off x="549028" y="1709896"/>
            <a:ext cx="1094154" cy="2469104"/>
          </a:xfrm>
          <a:custGeom>
            <a:avLst/>
            <a:gdLst>
              <a:gd name="connsiteX0" fmla="*/ 1303239 w 1507048"/>
              <a:gd name="connsiteY0" fmla="*/ 0 h 3400854"/>
              <a:gd name="connsiteX1" fmla="*/ 1507048 w 1507048"/>
              <a:gd name="connsiteY1" fmla="*/ 0 h 3400854"/>
              <a:gd name="connsiteX2" fmla="*/ 203809 w 1507048"/>
              <a:gd name="connsiteY2" fmla="*/ 3400854 h 3400854"/>
              <a:gd name="connsiteX3" fmla="*/ 0 w 1507048"/>
              <a:gd name="connsiteY3" fmla="*/ 3400854 h 3400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07048" h="3400854">
                <a:moveTo>
                  <a:pt x="1303239" y="0"/>
                </a:moveTo>
                <a:lnTo>
                  <a:pt x="1507048" y="0"/>
                </a:lnTo>
                <a:lnTo>
                  <a:pt x="203809" y="3400854"/>
                </a:lnTo>
                <a:lnTo>
                  <a:pt x="0" y="3400854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60000"/>
                  <a:lumOff val="40000"/>
                </a:schemeClr>
              </a:gs>
              <a:gs pos="100000">
                <a:schemeClr val="accent1">
                  <a:lumMod val="60000"/>
                  <a:lumOff val="40000"/>
                  <a:alpha val="0"/>
                </a:scheme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9" name="任意多边形: 形状 38">
            <a:extLst>
              <a:ext uri="{FF2B5EF4-FFF2-40B4-BE49-F238E27FC236}">
                <a16:creationId xmlns:a16="http://schemas.microsoft.com/office/drawing/2014/main" id="{89E7F2F4-4EE8-49C5-8C52-70C8BCD0BB02}"/>
              </a:ext>
            </a:extLst>
          </p:cNvPr>
          <p:cNvSpPr/>
          <p:nvPr userDrawn="1"/>
        </p:nvSpPr>
        <p:spPr>
          <a:xfrm>
            <a:off x="3857699" y="3119055"/>
            <a:ext cx="1094154" cy="2469104"/>
          </a:xfrm>
          <a:custGeom>
            <a:avLst/>
            <a:gdLst>
              <a:gd name="connsiteX0" fmla="*/ 1303239 w 1507048"/>
              <a:gd name="connsiteY0" fmla="*/ 0 h 3400854"/>
              <a:gd name="connsiteX1" fmla="*/ 1507048 w 1507048"/>
              <a:gd name="connsiteY1" fmla="*/ 0 h 3400854"/>
              <a:gd name="connsiteX2" fmla="*/ 203809 w 1507048"/>
              <a:gd name="connsiteY2" fmla="*/ 3400854 h 3400854"/>
              <a:gd name="connsiteX3" fmla="*/ 0 w 1507048"/>
              <a:gd name="connsiteY3" fmla="*/ 3400854 h 3400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07048" h="3400854">
                <a:moveTo>
                  <a:pt x="1303239" y="0"/>
                </a:moveTo>
                <a:lnTo>
                  <a:pt x="1507048" y="0"/>
                </a:lnTo>
                <a:lnTo>
                  <a:pt x="203809" y="3400854"/>
                </a:lnTo>
                <a:lnTo>
                  <a:pt x="0" y="3400854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60000"/>
                  <a:lumOff val="40000"/>
                </a:schemeClr>
              </a:gs>
              <a:gs pos="100000">
                <a:schemeClr val="accent1">
                  <a:lumMod val="60000"/>
                  <a:lumOff val="40000"/>
                  <a:alpha val="0"/>
                </a:schemeClr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2D19500B-FB8C-4492-AB1B-FED844516310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C2F99F66-A405-4518-8794-2D490F84E4E3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9384662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二段图文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二段图文页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4" name="图片占位符 3">
            <a:extLst>
              <a:ext uri="{FF2B5EF4-FFF2-40B4-BE49-F238E27FC236}">
                <a16:creationId xmlns:a16="http://schemas.microsoft.com/office/drawing/2014/main" id="{955F5CE5-DF8D-48A2-AE28-8F7DE71E991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41350" y="1544381"/>
            <a:ext cx="5454650" cy="20161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0" name="图片占位符 3">
            <a:extLst>
              <a:ext uri="{FF2B5EF4-FFF2-40B4-BE49-F238E27FC236}">
                <a16:creationId xmlns:a16="http://schemas.microsoft.com/office/drawing/2014/main" id="{05A93B10-282D-4222-9A05-C142F46465A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113463" y="3560506"/>
            <a:ext cx="5454650" cy="20161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EFECDE43-0B19-4E33-9078-444183BAE3A7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FF968524-AC0E-4435-BCAA-5E9B6ECED4D9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672614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935" userDrawn="1">
          <p15:clr>
            <a:srgbClr val="FBAE40"/>
          </p15:clr>
        </p15:guide>
        <p15:guide id="6" orient="horz" pos="3521" userDrawn="1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三段图文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三段图文页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4" name="图片占位符 3">
            <a:extLst>
              <a:ext uri="{FF2B5EF4-FFF2-40B4-BE49-F238E27FC236}">
                <a16:creationId xmlns:a16="http://schemas.microsoft.com/office/drawing/2014/main" id="{955F5CE5-DF8D-48A2-AE28-8F7DE71E991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40982" y="1472434"/>
            <a:ext cx="3277875" cy="1897006"/>
          </a:xfrm>
          <a:scene3d>
            <a:camera prst="perspectiveLeft"/>
            <a:lightRig rig="threePt" dir="t"/>
          </a:scene3d>
        </p:spPr>
        <p:txBody>
          <a:bodyPr/>
          <a:lstStyle/>
          <a:p>
            <a:endParaRPr lang="zh-CN" altLang="en-US"/>
          </a:p>
        </p:txBody>
      </p:sp>
      <p:sp>
        <p:nvSpPr>
          <p:cNvPr id="31" name="图片占位符 3">
            <a:extLst>
              <a:ext uri="{FF2B5EF4-FFF2-40B4-BE49-F238E27FC236}">
                <a16:creationId xmlns:a16="http://schemas.microsoft.com/office/drawing/2014/main" id="{7C4451C9-5B21-43BE-97BC-E2375938EAB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382538" y="1412875"/>
            <a:ext cx="3483703" cy="20161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2" name="图片占位符 3">
            <a:extLst>
              <a:ext uri="{FF2B5EF4-FFF2-40B4-BE49-F238E27FC236}">
                <a16:creationId xmlns:a16="http://schemas.microsoft.com/office/drawing/2014/main" id="{67396E02-871C-42BE-B7A7-C6FAA23AC8C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329921" y="1473421"/>
            <a:ext cx="3221097" cy="1895032"/>
          </a:xfrm>
          <a:scene3d>
            <a:camera prst="perspectiveRight"/>
            <a:lightRig rig="threePt" dir="t"/>
          </a:scene3d>
        </p:spPr>
        <p:txBody>
          <a:bodyPr/>
          <a:lstStyle/>
          <a:p>
            <a:endParaRPr lang="zh-CN" altLang="en-US"/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6A672FE6-F4F2-4E03-A0A5-631F7154778F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5DEA9574-BC8F-4800-B673-1F6735BAA1CF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083980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90">
          <p15:clr>
            <a:srgbClr val="FBAE40"/>
          </p15:clr>
        </p15:guide>
        <p15:guide id="6" orient="horz" pos="3430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四段图文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四段图文页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0" name="文本框 29">
            <a:extLst>
              <a:ext uri="{FF2B5EF4-FFF2-40B4-BE49-F238E27FC236}">
                <a16:creationId xmlns:a16="http://schemas.microsoft.com/office/drawing/2014/main" id="{46CC08FA-8936-4C33-8499-CD8D0E400D16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EB7E05E1-C78B-4952-AB34-C61CB7DC9FDD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3508571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90">
          <p15:clr>
            <a:srgbClr val="FBAE40"/>
          </p15:clr>
        </p15:guide>
        <p15:guide id="6" orient="horz" pos="3430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背景模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en-US" altLang="zh-CN" dirty="0"/>
              <a:t>xxx</a:t>
            </a:r>
            <a:endParaRPr lang="zh-CN" altLang="en-US" dirty="0"/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0" name="文本框 29">
            <a:extLst>
              <a:ext uri="{FF2B5EF4-FFF2-40B4-BE49-F238E27FC236}">
                <a16:creationId xmlns:a16="http://schemas.microsoft.com/office/drawing/2014/main" id="{670885B7-49DF-4B3C-96CB-127AD3FDCC48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7BD40EB3-A8B4-4BA3-9CA9-19AE7497A94A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7321203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90">
          <p15:clr>
            <a:srgbClr val="FBAE40"/>
          </p15:clr>
        </p15:guide>
        <p15:guide id="6" orient="horz" pos="3430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多项并列关系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多项并列关系页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0" name="图片占位符 3">
            <a:extLst>
              <a:ext uri="{FF2B5EF4-FFF2-40B4-BE49-F238E27FC236}">
                <a16:creationId xmlns:a16="http://schemas.microsoft.com/office/drawing/2014/main" id="{5C8DE71A-30C9-4E81-855F-235F469C166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33414" y="1417638"/>
            <a:ext cx="10934700" cy="1699897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062CC36D-3286-4834-B92D-1A2335D9FC57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67604D25-447B-4D95-A79F-8F0A7BCBA16C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071628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90">
          <p15:clr>
            <a:srgbClr val="FBAE40"/>
          </p15:clr>
        </p15:guide>
        <p15:guide id="6" orient="horz" pos="3430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个人介绍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单人物介绍页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2095C190-61FA-4724-8B3B-5A25C1AE57C7}"/>
              </a:ext>
            </a:extLst>
          </p:cNvPr>
          <p:cNvGrpSpPr/>
          <p:nvPr userDrawn="1"/>
        </p:nvGrpSpPr>
        <p:grpSpPr>
          <a:xfrm>
            <a:off x="914398" y="1305546"/>
            <a:ext cx="4195026" cy="4195026"/>
            <a:chOff x="834929" y="914412"/>
            <a:chExt cx="5202926" cy="5202926"/>
          </a:xfrm>
        </p:grpSpPr>
        <p:sp>
          <p:nvSpPr>
            <p:cNvPr id="42" name="弧形 41">
              <a:extLst>
                <a:ext uri="{FF2B5EF4-FFF2-40B4-BE49-F238E27FC236}">
                  <a16:creationId xmlns:a16="http://schemas.microsoft.com/office/drawing/2014/main" id="{E4EEFC28-070F-4DA5-BC0D-C2F876A6CB1E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弧形 42">
              <a:extLst>
                <a:ext uri="{FF2B5EF4-FFF2-40B4-BE49-F238E27FC236}">
                  <a16:creationId xmlns:a16="http://schemas.microsoft.com/office/drawing/2014/main" id="{09698FBC-D722-47FF-8EE5-233C0519570B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44" name="弧形 43">
              <a:extLst>
                <a:ext uri="{FF2B5EF4-FFF2-40B4-BE49-F238E27FC236}">
                  <a16:creationId xmlns:a16="http://schemas.microsoft.com/office/drawing/2014/main" id="{690195F1-F02B-47CB-A8D6-C99209C0C3A3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弧形 44">
              <a:extLst>
                <a:ext uri="{FF2B5EF4-FFF2-40B4-BE49-F238E27FC236}">
                  <a16:creationId xmlns:a16="http://schemas.microsoft.com/office/drawing/2014/main" id="{19F1B4EF-16CD-4346-83C3-C301862718CC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" name="弧形 45">
              <a:extLst>
                <a:ext uri="{FF2B5EF4-FFF2-40B4-BE49-F238E27FC236}">
                  <a16:creationId xmlns:a16="http://schemas.microsoft.com/office/drawing/2014/main" id="{2B22D808-F349-4451-8344-D3BB43FC70DB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1" name="图片占位符 40">
            <a:extLst>
              <a:ext uri="{FF2B5EF4-FFF2-40B4-BE49-F238E27FC236}">
                <a16:creationId xmlns:a16="http://schemas.microsoft.com/office/drawing/2014/main" id="{5EE96BBD-2CDA-4E01-81B8-6143975B0AE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304295" y="1695443"/>
            <a:ext cx="3384557" cy="3384557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 dirty="0"/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15A77975-CAE5-4568-A45E-9B6FC33F87A2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928996C6-764E-4379-8A74-6E97027615A5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639129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67" userDrawn="1">
          <p15:clr>
            <a:srgbClr val="FBAE40"/>
          </p15:clr>
        </p15:guide>
        <p15:guide id="6" orient="horz" pos="3430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三人介绍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三人团队介绍页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2095C190-61FA-4724-8B3B-5A25C1AE57C7}"/>
              </a:ext>
            </a:extLst>
          </p:cNvPr>
          <p:cNvGrpSpPr/>
          <p:nvPr userDrawn="1"/>
        </p:nvGrpSpPr>
        <p:grpSpPr>
          <a:xfrm>
            <a:off x="1426863" y="1504132"/>
            <a:ext cx="1866189" cy="1866189"/>
            <a:chOff x="834929" y="914412"/>
            <a:chExt cx="5202926" cy="5202926"/>
          </a:xfrm>
        </p:grpSpPr>
        <p:sp>
          <p:nvSpPr>
            <p:cNvPr id="42" name="弧形 41">
              <a:extLst>
                <a:ext uri="{FF2B5EF4-FFF2-40B4-BE49-F238E27FC236}">
                  <a16:creationId xmlns:a16="http://schemas.microsoft.com/office/drawing/2014/main" id="{E4EEFC28-070F-4DA5-BC0D-C2F876A6CB1E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弧形 42">
              <a:extLst>
                <a:ext uri="{FF2B5EF4-FFF2-40B4-BE49-F238E27FC236}">
                  <a16:creationId xmlns:a16="http://schemas.microsoft.com/office/drawing/2014/main" id="{09698FBC-D722-47FF-8EE5-233C0519570B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弧形 43">
              <a:extLst>
                <a:ext uri="{FF2B5EF4-FFF2-40B4-BE49-F238E27FC236}">
                  <a16:creationId xmlns:a16="http://schemas.microsoft.com/office/drawing/2014/main" id="{690195F1-F02B-47CB-A8D6-C99209C0C3A3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弧形 44">
              <a:extLst>
                <a:ext uri="{FF2B5EF4-FFF2-40B4-BE49-F238E27FC236}">
                  <a16:creationId xmlns:a16="http://schemas.microsoft.com/office/drawing/2014/main" id="{19F1B4EF-16CD-4346-83C3-C301862718CC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" name="弧形 45">
              <a:extLst>
                <a:ext uri="{FF2B5EF4-FFF2-40B4-BE49-F238E27FC236}">
                  <a16:creationId xmlns:a16="http://schemas.microsoft.com/office/drawing/2014/main" id="{2B22D808-F349-4451-8344-D3BB43FC70DB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1" name="图片占位符 40">
            <a:extLst>
              <a:ext uri="{FF2B5EF4-FFF2-40B4-BE49-F238E27FC236}">
                <a16:creationId xmlns:a16="http://schemas.microsoft.com/office/drawing/2014/main" id="{5EE96BBD-2CDA-4E01-81B8-6143975B0AE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607134" y="1684403"/>
            <a:ext cx="1505646" cy="1505646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 dirty="0"/>
          </a:p>
        </p:txBody>
      </p:sp>
      <p:grpSp>
        <p:nvGrpSpPr>
          <p:cNvPr id="52" name="组合 51">
            <a:extLst>
              <a:ext uri="{FF2B5EF4-FFF2-40B4-BE49-F238E27FC236}">
                <a16:creationId xmlns:a16="http://schemas.microsoft.com/office/drawing/2014/main" id="{D38FB7A1-735A-4EBF-8A65-F4966A3B54A8}"/>
              </a:ext>
            </a:extLst>
          </p:cNvPr>
          <p:cNvGrpSpPr/>
          <p:nvPr userDrawn="1"/>
        </p:nvGrpSpPr>
        <p:grpSpPr>
          <a:xfrm>
            <a:off x="5200017" y="1504132"/>
            <a:ext cx="1866189" cy="1866189"/>
            <a:chOff x="834929" y="914412"/>
            <a:chExt cx="5202926" cy="5202926"/>
          </a:xfrm>
        </p:grpSpPr>
        <p:sp>
          <p:nvSpPr>
            <p:cNvPr id="53" name="弧形 52">
              <a:extLst>
                <a:ext uri="{FF2B5EF4-FFF2-40B4-BE49-F238E27FC236}">
                  <a16:creationId xmlns:a16="http://schemas.microsoft.com/office/drawing/2014/main" id="{20A1E5A8-7458-4BC6-8DAD-A6B93C942773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" name="弧形 53">
              <a:extLst>
                <a:ext uri="{FF2B5EF4-FFF2-40B4-BE49-F238E27FC236}">
                  <a16:creationId xmlns:a16="http://schemas.microsoft.com/office/drawing/2014/main" id="{EA1C2887-6524-48A2-8120-352E0066F561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弧形 54">
              <a:extLst>
                <a:ext uri="{FF2B5EF4-FFF2-40B4-BE49-F238E27FC236}">
                  <a16:creationId xmlns:a16="http://schemas.microsoft.com/office/drawing/2014/main" id="{D702C83A-0C2F-4017-930B-ECA0B11B6E45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弧形 55">
              <a:extLst>
                <a:ext uri="{FF2B5EF4-FFF2-40B4-BE49-F238E27FC236}">
                  <a16:creationId xmlns:a16="http://schemas.microsoft.com/office/drawing/2014/main" id="{6B4EC971-4F6E-460F-B205-2D585CCD023C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弧形 56">
              <a:extLst>
                <a:ext uri="{FF2B5EF4-FFF2-40B4-BE49-F238E27FC236}">
                  <a16:creationId xmlns:a16="http://schemas.microsoft.com/office/drawing/2014/main" id="{89289FC2-A71B-401A-AC09-A69CFCDAC1D3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58" name="图片占位符 40">
            <a:extLst>
              <a:ext uri="{FF2B5EF4-FFF2-40B4-BE49-F238E27FC236}">
                <a16:creationId xmlns:a16="http://schemas.microsoft.com/office/drawing/2014/main" id="{6B364221-2380-4A48-B55C-2C3C269F145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380288" y="1684403"/>
            <a:ext cx="1505646" cy="1505646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59" name="组合 58">
            <a:extLst>
              <a:ext uri="{FF2B5EF4-FFF2-40B4-BE49-F238E27FC236}">
                <a16:creationId xmlns:a16="http://schemas.microsoft.com/office/drawing/2014/main" id="{066D809F-61C3-41C9-99F4-7CDFFE74BC82}"/>
              </a:ext>
            </a:extLst>
          </p:cNvPr>
          <p:cNvGrpSpPr/>
          <p:nvPr userDrawn="1"/>
        </p:nvGrpSpPr>
        <p:grpSpPr>
          <a:xfrm>
            <a:off x="8973171" y="1504132"/>
            <a:ext cx="1866189" cy="1866189"/>
            <a:chOff x="834929" y="914412"/>
            <a:chExt cx="5202926" cy="5202926"/>
          </a:xfrm>
        </p:grpSpPr>
        <p:sp>
          <p:nvSpPr>
            <p:cNvPr id="60" name="弧形 59">
              <a:extLst>
                <a:ext uri="{FF2B5EF4-FFF2-40B4-BE49-F238E27FC236}">
                  <a16:creationId xmlns:a16="http://schemas.microsoft.com/office/drawing/2014/main" id="{0D27B489-B509-44D9-BB07-D32D22C1F5B6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1" name="弧形 60">
              <a:extLst>
                <a:ext uri="{FF2B5EF4-FFF2-40B4-BE49-F238E27FC236}">
                  <a16:creationId xmlns:a16="http://schemas.microsoft.com/office/drawing/2014/main" id="{EF4489C4-13CF-45C8-961A-067BD763D58B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2" name="弧形 61">
              <a:extLst>
                <a:ext uri="{FF2B5EF4-FFF2-40B4-BE49-F238E27FC236}">
                  <a16:creationId xmlns:a16="http://schemas.microsoft.com/office/drawing/2014/main" id="{8291D017-1CE9-45F1-A253-F6D7144DE820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" name="弧形 62">
              <a:extLst>
                <a:ext uri="{FF2B5EF4-FFF2-40B4-BE49-F238E27FC236}">
                  <a16:creationId xmlns:a16="http://schemas.microsoft.com/office/drawing/2014/main" id="{6BF436F7-88DD-475F-A359-D1B633141323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4" name="弧形 63">
              <a:extLst>
                <a:ext uri="{FF2B5EF4-FFF2-40B4-BE49-F238E27FC236}">
                  <a16:creationId xmlns:a16="http://schemas.microsoft.com/office/drawing/2014/main" id="{81EF9D5F-8C25-4252-A6EF-CF475D4AFD99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65" name="图片占位符 40">
            <a:extLst>
              <a:ext uri="{FF2B5EF4-FFF2-40B4-BE49-F238E27FC236}">
                <a16:creationId xmlns:a16="http://schemas.microsoft.com/office/drawing/2014/main" id="{EADF2E97-F39B-4728-BE45-26547722F40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153442" y="1684403"/>
            <a:ext cx="1505646" cy="1505646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F41CDCA1-0BD3-41ED-BBA7-E8E88B90B991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09A1ADD5-E237-4946-836B-BA26CEEAB27A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743176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67">
          <p15:clr>
            <a:srgbClr val="FBAE40"/>
          </p15:clr>
        </p15:guide>
        <p15:guide id="6" orient="horz" pos="3430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四人介绍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四人团队介绍页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2095C190-61FA-4724-8B3B-5A25C1AE57C7}"/>
              </a:ext>
            </a:extLst>
          </p:cNvPr>
          <p:cNvGrpSpPr/>
          <p:nvPr userDrawn="1"/>
        </p:nvGrpSpPr>
        <p:grpSpPr>
          <a:xfrm>
            <a:off x="1426863" y="1504132"/>
            <a:ext cx="1354437" cy="1354437"/>
            <a:chOff x="834929" y="914412"/>
            <a:chExt cx="5202926" cy="5202926"/>
          </a:xfrm>
        </p:grpSpPr>
        <p:sp>
          <p:nvSpPr>
            <p:cNvPr id="42" name="弧形 41">
              <a:extLst>
                <a:ext uri="{FF2B5EF4-FFF2-40B4-BE49-F238E27FC236}">
                  <a16:creationId xmlns:a16="http://schemas.microsoft.com/office/drawing/2014/main" id="{E4EEFC28-070F-4DA5-BC0D-C2F876A6CB1E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弧形 42">
              <a:extLst>
                <a:ext uri="{FF2B5EF4-FFF2-40B4-BE49-F238E27FC236}">
                  <a16:creationId xmlns:a16="http://schemas.microsoft.com/office/drawing/2014/main" id="{09698FBC-D722-47FF-8EE5-233C0519570B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弧形 43">
              <a:extLst>
                <a:ext uri="{FF2B5EF4-FFF2-40B4-BE49-F238E27FC236}">
                  <a16:creationId xmlns:a16="http://schemas.microsoft.com/office/drawing/2014/main" id="{690195F1-F02B-47CB-A8D6-C99209C0C3A3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弧形 44">
              <a:extLst>
                <a:ext uri="{FF2B5EF4-FFF2-40B4-BE49-F238E27FC236}">
                  <a16:creationId xmlns:a16="http://schemas.microsoft.com/office/drawing/2014/main" id="{19F1B4EF-16CD-4346-83C3-C301862718CC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" name="弧形 45">
              <a:extLst>
                <a:ext uri="{FF2B5EF4-FFF2-40B4-BE49-F238E27FC236}">
                  <a16:creationId xmlns:a16="http://schemas.microsoft.com/office/drawing/2014/main" id="{2B22D808-F349-4451-8344-D3BB43FC70DB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1" name="图片占位符 40">
            <a:extLst>
              <a:ext uri="{FF2B5EF4-FFF2-40B4-BE49-F238E27FC236}">
                <a16:creationId xmlns:a16="http://schemas.microsoft.com/office/drawing/2014/main" id="{5EE96BBD-2CDA-4E01-81B8-6143975B0AE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557700" y="1634969"/>
            <a:ext cx="1092763" cy="1092763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48" name="组合 47">
            <a:extLst>
              <a:ext uri="{FF2B5EF4-FFF2-40B4-BE49-F238E27FC236}">
                <a16:creationId xmlns:a16="http://schemas.microsoft.com/office/drawing/2014/main" id="{E3C1A3DE-A384-45B7-A898-F66987324960}"/>
              </a:ext>
            </a:extLst>
          </p:cNvPr>
          <p:cNvGrpSpPr/>
          <p:nvPr userDrawn="1"/>
        </p:nvGrpSpPr>
        <p:grpSpPr>
          <a:xfrm>
            <a:off x="1426863" y="3795653"/>
            <a:ext cx="1354437" cy="1354437"/>
            <a:chOff x="834929" y="914412"/>
            <a:chExt cx="5202926" cy="5202926"/>
          </a:xfrm>
        </p:grpSpPr>
        <p:sp>
          <p:nvSpPr>
            <p:cNvPr id="49" name="弧形 48">
              <a:extLst>
                <a:ext uri="{FF2B5EF4-FFF2-40B4-BE49-F238E27FC236}">
                  <a16:creationId xmlns:a16="http://schemas.microsoft.com/office/drawing/2014/main" id="{672CCF25-FE58-47B0-BB31-618FEA147487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" name="弧形 49">
              <a:extLst>
                <a:ext uri="{FF2B5EF4-FFF2-40B4-BE49-F238E27FC236}">
                  <a16:creationId xmlns:a16="http://schemas.microsoft.com/office/drawing/2014/main" id="{8DE12461-CD4D-470D-89C0-E4092E37B1E0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1" name="弧形 50">
              <a:extLst>
                <a:ext uri="{FF2B5EF4-FFF2-40B4-BE49-F238E27FC236}">
                  <a16:creationId xmlns:a16="http://schemas.microsoft.com/office/drawing/2014/main" id="{98C04443-4CBB-42FB-87D7-4761812BC69B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6" name="弧形 65">
              <a:extLst>
                <a:ext uri="{FF2B5EF4-FFF2-40B4-BE49-F238E27FC236}">
                  <a16:creationId xmlns:a16="http://schemas.microsoft.com/office/drawing/2014/main" id="{49C9FA28-EF88-43AD-8EB2-A5CC1CAD766D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7" name="弧形 66">
              <a:extLst>
                <a:ext uri="{FF2B5EF4-FFF2-40B4-BE49-F238E27FC236}">
                  <a16:creationId xmlns:a16="http://schemas.microsoft.com/office/drawing/2014/main" id="{46DBDCE6-437C-49F0-B1A4-67CF0289D085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68" name="图片占位符 40">
            <a:extLst>
              <a:ext uri="{FF2B5EF4-FFF2-40B4-BE49-F238E27FC236}">
                <a16:creationId xmlns:a16="http://schemas.microsoft.com/office/drawing/2014/main" id="{ED639167-D02E-4364-85CB-859B5184301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557700" y="3926490"/>
            <a:ext cx="1092763" cy="1092763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76" name="组合 75">
            <a:extLst>
              <a:ext uri="{FF2B5EF4-FFF2-40B4-BE49-F238E27FC236}">
                <a16:creationId xmlns:a16="http://schemas.microsoft.com/office/drawing/2014/main" id="{6DB57A46-56E7-40DB-9828-9E7FA5499196}"/>
              </a:ext>
            </a:extLst>
          </p:cNvPr>
          <p:cNvGrpSpPr/>
          <p:nvPr userDrawn="1"/>
        </p:nvGrpSpPr>
        <p:grpSpPr>
          <a:xfrm>
            <a:off x="6424337" y="1504132"/>
            <a:ext cx="1354437" cy="1354437"/>
            <a:chOff x="834929" y="914412"/>
            <a:chExt cx="5202926" cy="5202926"/>
          </a:xfrm>
        </p:grpSpPr>
        <p:sp>
          <p:nvSpPr>
            <p:cNvPr id="77" name="弧形 76">
              <a:extLst>
                <a:ext uri="{FF2B5EF4-FFF2-40B4-BE49-F238E27FC236}">
                  <a16:creationId xmlns:a16="http://schemas.microsoft.com/office/drawing/2014/main" id="{29DA53FB-A9D8-4CA1-9A1D-1C810F89F091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8" name="弧形 77">
              <a:extLst>
                <a:ext uri="{FF2B5EF4-FFF2-40B4-BE49-F238E27FC236}">
                  <a16:creationId xmlns:a16="http://schemas.microsoft.com/office/drawing/2014/main" id="{6BE60FF8-8CAC-4242-84F0-543681BE1373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9" name="弧形 78">
              <a:extLst>
                <a:ext uri="{FF2B5EF4-FFF2-40B4-BE49-F238E27FC236}">
                  <a16:creationId xmlns:a16="http://schemas.microsoft.com/office/drawing/2014/main" id="{7008F488-4547-4E4E-92BA-27F043D70E23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0" name="弧形 79">
              <a:extLst>
                <a:ext uri="{FF2B5EF4-FFF2-40B4-BE49-F238E27FC236}">
                  <a16:creationId xmlns:a16="http://schemas.microsoft.com/office/drawing/2014/main" id="{64B00DE4-4AED-4359-B9F4-350814B2D2D5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1" name="弧形 80">
              <a:extLst>
                <a:ext uri="{FF2B5EF4-FFF2-40B4-BE49-F238E27FC236}">
                  <a16:creationId xmlns:a16="http://schemas.microsoft.com/office/drawing/2014/main" id="{F8E50EED-AA8B-48A9-92E6-070B17D78C7A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82" name="图片占位符 40">
            <a:extLst>
              <a:ext uri="{FF2B5EF4-FFF2-40B4-BE49-F238E27FC236}">
                <a16:creationId xmlns:a16="http://schemas.microsoft.com/office/drawing/2014/main" id="{9A3D9F1C-B3C4-438E-887E-546A8027257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555174" y="1634969"/>
            <a:ext cx="1092763" cy="1092763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 dirty="0"/>
          </a:p>
        </p:txBody>
      </p:sp>
      <p:grpSp>
        <p:nvGrpSpPr>
          <p:cNvPr id="83" name="组合 82">
            <a:extLst>
              <a:ext uri="{FF2B5EF4-FFF2-40B4-BE49-F238E27FC236}">
                <a16:creationId xmlns:a16="http://schemas.microsoft.com/office/drawing/2014/main" id="{FF02DD37-62EC-4310-A46E-F0BDC9E44085}"/>
              </a:ext>
            </a:extLst>
          </p:cNvPr>
          <p:cNvGrpSpPr/>
          <p:nvPr userDrawn="1"/>
        </p:nvGrpSpPr>
        <p:grpSpPr>
          <a:xfrm>
            <a:off x="6424337" y="3795653"/>
            <a:ext cx="1354437" cy="1354437"/>
            <a:chOff x="834929" y="914412"/>
            <a:chExt cx="5202926" cy="5202926"/>
          </a:xfrm>
        </p:grpSpPr>
        <p:sp>
          <p:nvSpPr>
            <p:cNvPr id="84" name="弧形 83">
              <a:extLst>
                <a:ext uri="{FF2B5EF4-FFF2-40B4-BE49-F238E27FC236}">
                  <a16:creationId xmlns:a16="http://schemas.microsoft.com/office/drawing/2014/main" id="{6D3F11A7-BC1C-4248-8D81-C54CC79660CB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" name="弧形 84">
              <a:extLst>
                <a:ext uri="{FF2B5EF4-FFF2-40B4-BE49-F238E27FC236}">
                  <a16:creationId xmlns:a16="http://schemas.microsoft.com/office/drawing/2014/main" id="{7EAF0F6F-ED8B-44A7-ABF1-42D08B4C9B42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" name="弧形 85">
              <a:extLst>
                <a:ext uri="{FF2B5EF4-FFF2-40B4-BE49-F238E27FC236}">
                  <a16:creationId xmlns:a16="http://schemas.microsoft.com/office/drawing/2014/main" id="{240F7F12-BCCE-4236-B560-FF9172A5103D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7" name="弧形 86">
              <a:extLst>
                <a:ext uri="{FF2B5EF4-FFF2-40B4-BE49-F238E27FC236}">
                  <a16:creationId xmlns:a16="http://schemas.microsoft.com/office/drawing/2014/main" id="{FC1EB09C-AB43-40A3-A2EC-D94C9F47436D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8" name="弧形 87">
              <a:extLst>
                <a:ext uri="{FF2B5EF4-FFF2-40B4-BE49-F238E27FC236}">
                  <a16:creationId xmlns:a16="http://schemas.microsoft.com/office/drawing/2014/main" id="{F559E2B4-926C-4247-8272-D0567490CF9E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89" name="图片占位符 40">
            <a:extLst>
              <a:ext uri="{FF2B5EF4-FFF2-40B4-BE49-F238E27FC236}">
                <a16:creationId xmlns:a16="http://schemas.microsoft.com/office/drawing/2014/main" id="{CE9CEDDC-D819-4EF3-BC1B-E833C7072925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555174" y="3926490"/>
            <a:ext cx="1092763" cy="1092763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2" name="文本框 51">
            <a:extLst>
              <a:ext uri="{FF2B5EF4-FFF2-40B4-BE49-F238E27FC236}">
                <a16:creationId xmlns:a16="http://schemas.microsoft.com/office/drawing/2014/main" id="{846C4AC9-9DA8-4AF3-8F70-42EB4CCD1B23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53" name="文本框 52">
            <a:extLst>
              <a:ext uri="{FF2B5EF4-FFF2-40B4-BE49-F238E27FC236}">
                <a16:creationId xmlns:a16="http://schemas.microsoft.com/office/drawing/2014/main" id="{FDFB0344-81BD-4702-8EE6-C018BA320AAC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5879058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67">
          <p15:clr>
            <a:srgbClr val="FBAE40"/>
          </p15:clr>
        </p15:guide>
        <p15:guide id="6" orient="horz" pos="3430">
          <p15:clr>
            <a:srgbClr val="FBAE40"/>
          </p15:clr>
        </p15:guide>
        <p15:guide id="7" pos="3840" userDrawn="1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一句话页面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图片 8">
            <a:extLst>
              <a:ext uri="{FF2B5EF4-FFF2-40B4-BE49-F238E27FC236}">
                <a16:creationId xmlns:a16="http://schemas.microsoft.com/office/drawing/2014/main" id="{475CFFE7-E919-4B62-8EA6-DA962A51C7F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8654" y="0"/>
            <a:ext cx="12210654" cy="6858000"/>
          </a:xfrm>
          <a:prstGeom prst="rect">
            <a:avLst/>
          </a:prstGeom>
        </p:spPr>
      </p:pic>
      <p:sp>
        <p:nvSpPr>
          <p:cNvPr id="10" name="矩形 9">
            <a:extLst>
              <a:ext uri="{FF2B5EF4-FFF2-40B4-BE49-F238E27FC236}">
                <a16:creationId xmlns:a16="http://schemas.microsoft.com/office/drawing/2014/main" id="{C414F731-275E-494D-9329-0CFC758FDB77}"/>
              </a:ext>
            </a:extLst>
          </p:cNvPr>
          <p:cNvSpPr/>
          <p:nvPr userDrawn="1"/>
        </p:nvSpPr>
        <p:spPr>
          <a:xfrm>
            <a:off x="-44451" y="0"/>
            <a:ext cx="12236451" cy="6858000"/>
          </a:xfrm>
          <a:prstGeom prst="rect">
            <a:avLst/>
          </a:prstGeom>
          <a:solidFill>
            <a:schemeClr val="accent1">
              <a:alpha val="8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49A9D369-53B1-4880-9485-D348C6443293}"/>
              </a:ext>
            </a:extLst>
          </p:cNvPr>
          <p:cNvSpPr/>
          <p:nvPr userDrawn="1"/>
        </p:nvSpPr>
        <p:spPr>
          <a:xfrm>
            <a:off x="-25004" y="14831"/>
            <a:ext cx="12210654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50800">
                <a:schemeClr val="accent1">
                  <a:lumMod val="20000"/>
                  <a:lumOff val="80000"/>
                  <a:alpha val="38000"/>
                </a:schemeClr>
              </a:gs>
              <a:gs pos="100000">
                <a:schemeClr val="accent1">
                  <a:alpha val="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D4008464-24C9-40DD-B390-A3C649CAE3C1}"/>
              </a:ext>
            </a:extLst>
          </p:cNvPr>
          <p:cNvSpPr/>
          <p:nvPr userDrawn="1"/>
        </p:nvSpPr>
        <p:spPr>
          <a:xfrm>
            <a:off x="-44452" y="-559"/>
            <a:ext cx="12236451" cy="6880329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52000"/>
                </a:schemeClr>
              </a:gs>
              <a:gs pos="100000">
                <a:schemeClr val="accent1">
                  <a:alpha val="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7" name="676fecc8-5938-4c2a-98aa-ea8df123951c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>
            <a:extLst>
              <a:ext uri="{FF2B5EF4-FFF2-40B4-BE49-F238E27FC236}">
                <a16:creationId xmlns:a16="http://schemas.microsoft.com/office/drawing/2014/main" id="{419096C1-39D6-4A7D-A875-74944D7F2B69}"/>
              </a:ext>
            </a:extLst>
          </p:cNvPr>
          <p:cNvGrpSpPr>
            <a:grpSpLocks noChangeAspect="1"/>
          </p:cNvGrpSpPr>
          <p:nvPr userDrawn="1">
            <p:custDataLst>
              <p:tags r:id="rId1"/>
            </p:custDataLst>
          </p:nvPr>
        </p:nvGrpSpPr>
        <p:grpSpPr>
          <a:xfrm>
            <a:off x="5286010" y="629945"/>
            <a:ext cx="1619980" cy="439612"/>
            <a:chOff x="2647449" y="2492374"/>
            <a:chExt cx="6897103" cy="1871663"/>
          </a:xfrm>
          <a:solidFill>
            <a:schemeClr val="bg1"/>
          </a:solidFill>
        </p:grpSpPr>
        <p:sp>
          <p:nvSpPr>
            <p:cNvPr id="188" name="ïṡlîḓê">
              <a:extLst>
                <a:ext uri="{FF2B5EF4-FFF2-40B4-BE49-F238E27FC236}">
                  <a16:creationId xmlns:a16="http://schemas.microsoft.com/office/drawing/2014/main" id="{A7100E10-6816-4AA9-9CE2-B51AA0B8958A}"/>
                </a:ext>
              </a:extLst>
            </p:cNvPr>
            <p:cNvSpPr/>
            <p:nvPr userDrawn="1"/>
          </p:nvSpPr>
          <p:spPr bwMode="auto">
            <a:xfrm>
              <a:off x="4864297" y="2650172"/>
              <a:ext cx="4625464" cy="1089247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9" name="ïṧlïďê">
              <a:extLst>
                <a:ext uri="{FF2B5EF4-FFF2-40B4-BE49-F238E27FC236}">
                  <a16:creationId xmlns:a16="http://schemas.microsoft.com/office/drawing/2014/main" id="{F60BE995-2C5B-4F61-87D9-4800BBA022DF}"/>
                </a:ext>
              </a:extLst>
            </p:cNvPr>
            <p:cNvSpPr/>
            <p:nvPr userDrawn="1"/>
          </p:nvSpPr>
          <p:spPr bwMode="auto">
            <a:xfrm>
              <a:off x="4816081" y="4076932"/>
              <a:ext cx="4728471" cy="131499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90" name="ïş1îdé">
              <a:extLst>
                <a:ext uri="{FF2B5EF4-FFF2-40B4-BE49-F238E27FC236}">
                  <a16:creationId xmlns:a16="http://schemas.microsoft.com/office/drawing/2014/main" id="{DEA90481-31F5-4AD1-9D11-A8CF1AADC87A}"/>
                </a:ext>
              </a:extLst>
            </p:cNvPr>
            <p:cNvSpPr/>
            <p:nvPr userDrawn="1"/>
          </p:nvSpPr>
          <p:spPr bwMode="auto">
            <a:xfrm>
              <a:off x="2647449" y="2492374"/>
              <a:ext cx="1838789" cy="1871663"/>
            </a:xfrm>
            <a:custGeom>
              <a:avLst/>
              <a:gdLst>
                <a:gd name="T0" fmla="*/ 606 w 808"/>
                <a:gd name="T1" fmla="*/ 701 h 821"/>
                <a:gd name="T2" fmla="*/ 597 w 808"/>
                <a:gd name="T3" fmla="*/ 703 h 821"/>
                <a:gd name="T4" fmla="*/ 597 w 808"/>
                <a:gd name="T5" fmla="*/ 684 h 821"/>
                <a:gd name="T6" fmla="*/ 620 w 808"/>
                <a:gd name="T7" fmla="*/ 651 h 821"/>
                <a:gd name="T8" fmla="*/ 606 w 808"/>
                <a:gd name="T9" fmla="*/ 661 h 821"/>
                <a:gd name="T10" fmla="*/ 584 w 808"/>
                <a:gd name="T11" fmla="*/ 659 h 821"/>
                <a:gd name="T12" fmla="*/ 591 w 808"/>
                <a:gd name="T13" fmla="*/ 642 h 821"/>
                <a:gd name="T14" fmla="*/ 597 w 808"/>
                <a:gd name="T15" fmla="*/ 649 h 821"/>
                <a:gd name="T16" fmla="*/ 620 w 808"/>
                <a:gd name="T17" fmla="*/ 619 h 821"/>
                <a:gd name="T18" fmla="*/ 636 w 808"/>
                <a:gd name="T19" fmla="*/ 634 h 821"/>
                <a:gd name="T20" fmla="*/ 623 w 808"/>
                <a:gd name="T21" fmla="*/ 679 h 821"/>
                <a:gd name="T22" fmla="*/ 620 w 808"/>
                <a:gd name="T23" fmla="*/ 692 h 821"/>
                <a:gd name="T24" fmla="*/ 177 w 808"/>
                <a:gd name="T25" fmla="*/ 710 h 821"/>
                <a:gd name="T26" fmla="*/ 216 w 808"/>
                <a:gd name="T27" fmla="*/ 643 h 821"/>
                <a:gd name="T28" fmla="*/ 233 w 808"/>
                <a:gd name="T29" fmla="*/ 632 h 821"/>
                <a:gd name="T30" fmla="*/ 209 w 808"/>
                <a:gd name="T31" fmla="*/ 667 h 821"/>
                <a:gd name="T32" fmla="*/ 245 w 808"/>
                <a:gd name="T33" fmla="*/ 647 h 821"/>
                <a:gd name="T34" fmla="*/ 246 w 808"/>
                <a:gd name="T35" fmla="*/ 676 h 821"/>
                <a:gd name="T36" fmla="*/ 228 w 808"/>
                <a:gd name="T37" fmla="*/ 694 h 821"/>
                <a:gd name="T38" fmla="*/ 203 w 808"/>
                <a:gd name="T39" fmla="*/ 719 h 821"/>
                <a:gd name="T40" fmla="*/ 207 w 808"/>
                <a:gd name="T41" fmla="*/ 683 h 821"/>
                <a:gd name="T42" fmla="*/ 446 w 808"/>
                <a:gd name="T43" fmla="*/ 698 h 821"/>
                <a:gd name="T44" fmla="*/ 444 w 808"/>
                <a:gd name="T45" fmla="*/ 686 h 821"/>
                <a:gd name="T46" fmla="*/ 445 w 808"/>
                <a:gd name="T47" fmla="*/ 674 h 821"/>
                <a:gd name="T48" fmla="*/ 434 w 808"/>
                <a:gd name="T49" fmla="*/ 668 h 821"/>
                <a:gd name="T50" fmla="*/ 438 w 808"/>
                <a:gd name="T51" fmla="*/ 651 h 821"/>
                <a:gd name="T52" fmla="*/ 456 w 808"/>
                <a:gd name="T53" fmla="*/ 644 h 821"/>
                <a:gd name="T54" fmla="*/ 465 w 808"/>
                <a:gd name="T55" fmla="*/ 643 h 821"/>
                <a:gd name="T56" fmla="*/ 457 w 808"/>
                <a:gd name="T57" fmla="*/ 675 h 821"/>
                <a:gd name="T58" fmla="*/ 455 w 808"/>
                <a:gd name="T59" fmla="*/ 690 h 821"/>
                <a:gd name="T60" fmla="*/ 265 w 808"/>
                <a:gd name="T61" fmla="*/ 713 h 821"/>
                <a:gd name="T62" fmla="*/ 562 w 808"/>
                <a:gd name="T63" fmla="*/ 715 h 821"/>
                <a:gd name="T64" fmla="*/ 292 w 808"/>
                <a:gd name="T65" fmla="*/ 705 h 821"/>
                <a:gd name="T66" fmla="*/ 300 w 808"/>
                <a:gd name="T67" fmla="*/ 666 h 821"/>
                <a:gd name="T68" fmla="*/ 285 w 808"/>
                <a:gd name="T69" fmla="*/ 672 h 821"/>
                <a:gd name="T70" fmla="*/ 302 w 808"/>
                <a:gd name="T71" fmla="*/ 650 h 821"/>
                <a:gd name="T72" fmla="*/ 307 w 808"/>
                <a:gd name="T73" fmla="*/ 637 h 821"/>
                <a:gd name="T74" fmla="*/ 319 w 808"/>
                <a:gd name="T75" fmla="*/ 648 h 821"/>
                <a:gd name="T76" fmla="*/ 305 w 808"/>
                <a:gd name="T77" fmla="*/ 696 h 821"/>
                <a:gd name="T78" fmla="*/ 511 w 808"/>
                <a:gd name="T79" fmla="*/ 689 h 821"/>
                <a:gd name="T80" fmla="*/ 538 w 808"/>
                <a:gd name="T81" fmla="*/ 638 h 821"/>
                <a:gd name="T82" fmla="*/ 529 w 808"/>
                <a:gd name="T83" fmla="*/ 700 h 821"/>
                <a:gd name="T84" fmla="*/ 241 w 808"/>
                <a:gd name="T85" fmla="*/ 701 h 821"/>
                <a:gd name="T86" fmla="*/ 469 w 808"/>
                <a:gd name="T87" fmla="*/ 701 h 821"/>
                <a:gd name="T88" fmla="*/ 447 w 808"/>
                <a:gd name="T89" fmla="*/ 705 h 821"/>
                <a:gd name="T90" fmla="*/ 349 w 808"/>
                <a:gd name="T91" fmla="*/ 697 h 821"/>
                <a:gd name="T92" fmla="*/ 371 w 808"/>
                <a:gd name="T93" fmla="*/ 665 h 821"/>
                <a:gd name="T94" fmla="*/ 400 w 808"/>
                <a:gd name="T95" fmla="*/ 667 h 821"/>
                <a:gd name="T96" fmla="*/ 375 w 808"/>
                <a:gd name="T97" fmla="*/ 697 h 821"/>
                <a:gd name="T98" fmla="*/ 220 w 808"/>
                <a:gd name="T99" fmla="*/ 683 h 821"/>
                <a:gd name="T100" fmla="*/ 223 w 808"/>
                <a:gd name="T101" fmla="*/ 690 h 821"/>
                <a:gd name="T102" fmla="*/ 318 w 808"/>
                <a:gd name="T103" fmla="*/ 697 h 821"/>
                <a:gd name="T104" fmla="*/ 206 w 808"/>
                <a:gd name="T105" fmla="*/ 674 h 821"/>
                <a:gd name="T106" fmla="*/ 311 w 808"/>
                <a:gd name="T107" fmla="*/ 660 h 821"/>
                <a:gd name="T108" fmla="*/ 614 w 808"/>
                <a:gd name="T109" fmla="*/ 661 h 821"/>
                <a:gd name="T110" fmla="*/ 607 w 808"/>
                <a:gd name="T111" fmla="*/ 650 h 821"/>
                <a:gd name="T112" fmla="*/ 217 w 808"/>
                <a:gd name="T113" fmla="*/ 627 h 821"/>
                <a:gd name="T114" fmla="*/ 161 w 808"/>
                <a:gd name="T115" fmla="*/ 585 h 821"/>
                <a:gd name="T116" fmla="*/ 114 w 808"/>
                <a:gd name="T117" fmla="*/ 372 h 821"/>
                <a:gd name="T118" fmla="*/ 243 w 808"/>
                <a:gd name="T119" fmla="*/ 205 h 821"/>
                <a:gd name="T120" fmla="*/ 433 w 808"/>
                <a:gd name="T121" fmla="*/ 152 h 821"/>
                <a:gd name="T122" fmla="*/ 653 w 808"/>
                <a:gd name="T123" fmla="*/ 325 h 821"/>
                <a:gd name="T124" fmla="*/ 664 w 808"/>
                <a:gd name="T125" fmla="*/ 501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821">
                  <a:moveTo>
                    <a:pt x="404" y="821"/>
                  </a:moveTo>
                  <a:cubicBezTo>
                    <a:pt x="626" y="821"/>
                    <a:pt x="808" y="637"/>
                    <a:pt x="808" y="411"/>
                  </a:cubicBezTo>
                  <a:cubicBezTo>
                    <a:pt x="808" y="185"/>
                    <a:pt x="626" y="0"/>
                    <a:pt x="404" y="0"/>
                  </a:cubicBezTo>
                  <a:cubicBezTo>
                    <a:pt x="181" y="0"/>
                    <a:pt x="0" y="185"/>
                    <a:pt x="0" y="411"/>
                  </a:cubicBezTo>
                  <a:cubicBezTo>
                    <a:pt x="0" y="637"/>
                    <a:pt x="181" y="821"/>
                    <a:pt x="404" y="821"/>
                  </a:cubicBezTo>
                  <a:close/>
                  <a:moveTo>
                    <a:pt x="404" y="3"/>
                  </a:moveTo>
                  <a:cubicBezTo>
                    <a:pt x="474" y="48"/>
                    <a:pt x="616" y="90"/>
                    <a:pt x="583" y="158"/>
                  </a:cubicBezTo>
                  <a:cubicBezTo>
                    <a:pt x="638" y="106"/>
                    <a:pt x="721" y="230"/>
                    <a:pt x="785" y="285"/>
                  </a:cubicBezTo>
                  <a:cubicBezTo>
                    <a:pt x="765" y="362"/>
                    <a:pt x="769" y="520"/>
                    <a:pt x="693" y="507"/>
                  </a:cubicBezTo>
                  <a:cubicBezTo>
                    <a:pt x="761" y="544"/>
                    <a:pt x="669" y="666"/>
                    <a:pt x="644" y="734"/>
                  </a:cubicBezTo>
                  <a:cubicBezTo>
                    <a:pt x="567" y="740"/>
                    <a:pt x="412" y="799"/>
                    <a:pt x="405" y="723"/>
                  </a:cubicBezTo>
                  <a:cubicBezTo>
                    <a:pt x="392" y="797"/>
                    <a:pt x="241" y="737"/>
                    <a:pt x="161" y="732"/>
                  </a:cubicBezTo>
                  <a:cubicBezTo>
                    <a:pt x="134" y="658"/>
                    <a:pt x="46" y="545"/>
                    <a:pt x="113" y="509"/>
                  </a:cubicBezTo>
                  <a:cubicBezTo>
                    <a:pt x="35" y="520"/>
                    <a:pt x="47" y="364"/>
                    <a:pt x="23" y="284"/>
                  </a:cubicBezTo>
                  <a:cubicBezTo>
                    <a:pt x="90" y="245"/>
                    <a:pt x="172" y="105"/>
                    <a:pt x="229" y="159"/>
                  </a:cubicBezTo>
                  <a:cubicBezTo>
                    <a:pt x="197" y="85"/>
                    <a:pt x="340" y="46"/>
                    <a:pt x="404" y="3"/>
                  </a:cubicBezTo>
                  <a:close/>
                  <a:moveTo>
                    <a:pt x="609" y="729"/>
                  </a:move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09" y="729"/>
                    <a:pt x="609" y="729"/>
                    <a:pt x="609" y="729"/>
                  </a:cubicBezTo>
                  <a:close/>
                  <a:moveTo>
                    <a:pt x="176" y="724"/>
                  </a:move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3"/>
                    <a:pt x="194" y="683"/>
                    <a:pt x="195" y="683"/>
                  </a:cubicBezTo>
                  <a:cubicBezTo>
                    <a:pt x="195" y="683"/>
                    <a:pt x="195" y="683"/>
                    <a:pt x="195" y="683"/>
                  </a:cubicBezTo>
                  <a:cubicBezTo>
                    <a:pt x="195" y="683"/>
                    <a:pt x="195" y="682"/>
                    <a:pt x="196" y="682"/>
                  </a:cubicBezTo>
                  <a:cubicBezTo>
                    <a:pt x="196" y="682"/>
                    <a:pt x="196" y="682"/>
                    <a:pt x="196" y="682"/>
                  </a:cubicBezTo>
                  <a:cubicBezTo>
                    <a:pt x="196" y="682"/>
                    <a:pt x="196" y="682"/>
                    <a:pt x="196" y="681"/>
                  </a:cubicBezTo>
                  <a:cubicBezTo>
                    <a:pt x="196" y="681"/>
                    <a:pt x="196" y="681"/>
                    <a:pt x="196" y="681"/>
                  </a:cubicBezTo>
                  <a:cubicBezTo>
                    <a:pt x="196" y="681"/>
                    <a:pt x="196" y="681"/>
                    <a:pt x="197" y="681"/>
                  </a:cubicBezTo>
                  <a:cubicBezTo>
                    <a:pt x="197" y="681"/>
                    <a:pt x="197" y="681"/>
                    <a:pt x="197" y="681"/>
                  </a:cubicBezTo>
                  <a:cubicBezTo>
                    <a:pt x="198" y="679"/>
                    <a:pt x="199" y="677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15" y="706"/>
                    <a:pt x="215" y="706"/>
                    <a:pt x="215" y="706"/>
                  </a:cubicBezTo>
                  <a:cubicBezTo>
                    <a:pt x="214" y="707"/>
                    <a:pt x="214" y="707"/>
                    <a:pt x="214" y="707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8"/>
                    <a:pt x="214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213" y="698"/>
                    <a:pt x="213" y="698"/>
                    <a:pt x="213" y="697"/>
                  </a:cubicBezTo>
                  <a:cubicBezTo>
                    <a:pt x="213" y="697"/>
                    <a:pt x="213" y="697"/>
                    <a:pt x="213" y="697"/>
                  </a:cubicBezTo>
                  <a:cubicBezTo>
                    <a:pt x="213" y="696"/>
                    <a:pt x="213" y="696"/>
                    <a:pt x="213" y="695"/>
                  </a:cubicBezTo>
                  <a:cubicBezTo>
                    <a:pt x="213" y="695"/>
                    <a:pt x="213" y="695"/>
                    <a:pt x="213" y="695"/>
                  </a:cubicBezTo>
                  <a:cubicBezTo>
                    <a:pt x="213" y="693"/>
                    <a:pt x="213" y="691"/>
                    <a:pt x="213" y="689"/>
                  </a:cubicBezTo>
                  <a:cubicBezTo>
                    <a:pt x="213" y="689"/>
                    <a:pt x="213" y="689"/>
                    <a:pt x="213" y="689"/>
                  </a:cubicBezTo>
                  <a:cubicBezTo>
                    <a:pt x="213" y="688"/>
                    <a:pt x="213" y="688"/>
                    <a:pt x="214" y="687"/>
                  </a:cubicBezTo>
                  <a:cubicBezTo>
                    <a:pt x="214" y="687"/>
                    <a:pt x="214" y="687"/>
                    <a:pt x="214" y="687"/>
                  </a:cubicBezTo>
                  <a:cubicBezTo>
                    <a:pt x="214" y="686"/>
                    <a:pt x="214" y="685"/>
                    <a:pt x="215" y="684"/>
                  </a:cubicBezTo>
                  <a:cubicBezTo>
                    <a:pt x="215" y="684"/>
                    <a:pt x="215" y="684"/>
                    <a:pt x="215" y="684"/>
                  </a:cubicBezTo>
                  <a:cubicBezTo>
                    <a:pt x="215" y="684"/>
                    <a:pt x="216" y="683"/>
                    <a:pt x="216" y="682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7" y="681"/>
                    <a:pt x="217" y="680"/>
                    <a:pt x="218" y="679"/>
                  </a:cubicBezTo>
                  <a:cubicBezTo>
                    <a:pt x="218" y="679"/>
                    <a:pt x="218" y="679"/>
                    <a:pt x="218" y="679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6" y="679"/>
                    <a:pt x="213" y="681"/>
                    <a:pt x="210" y="683"/>
                  </a:cubicBezTo>
                  <a:cubicBezTo>
                    <a:pt x="210" y="683"/>
                    <a:pt x="210" y="683"/>
                    <a:pt x="210" y="683"/>
                  </a:cubicBezTo>
                  <a:cubicBezTo>
                    <a:pt x="209" y="684"/>
                    <a:pt x="208" y="684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79"/>
                  </a:cubicBezTo>
                  <a:cubicBezTo>
                    <a:pt x="202" y="679"/>
                    <a:pt x="202" y="679"/>
                    <a:pt x="202" y="679"/>
                  </a:cubicBezTo>
                  <a:cubicBezTo>
                    <a:pt x="202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0" y="680"/>
                    <a:pt x="200" y="680"/>
                  </a:cubicBezTo>
                  <a:cubicBezTo>
                    <a:pt x="200" y="680"/>
                    <a:pt x="200" y="680"/>
                    <a:pt x="200" y="680"/>
                  </a:cubicBezTo>
                  <a:cubicBezTo>
                    <a:pt x="200" y="680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76" y="724"/>
                    <a:pt x="176" y="724"/>
                    <a:pt x="176" y="724"/>
                  </a:cubicBezTo>
                  <a:close/>
                  <a:moveTo>
                    <a:pt x="425" y="723"/>
                  </a:move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4" y="668"/>
                    <a:pt x="454" y="668"/>
                  </a:cubicBezTo>
                  <a:cubicBezTo>
                    <a:pt x="454" y="668"/>
                    <a:pt x="454" y="668"/>
                    <a:pt x="454" y="668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0"/>
                    <a:pt x="445" y="640"/>
                    <a:pt x="445" y="640"/>
                  </a:cubicBezTo>
                  <a:cubicBezTo>
                    <a:pt x="445" y="639"/>
                    <a:pt x="445" y="639"/>
                    <a:pt x="445" y="639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0" y="670"/>
                    <a:pt x="458" y="671"/>
                    <a:pt x="458" y="671"/>
                  </a:cubicBezTo>
                  <a:cubicBezTo>
                    <a:pt x="458" y="671"/>
                    <a:pt x="458" y="671"/>
                    <a:pt x="458" y="671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6" y="723"/>
                    <a:pt x="426" y="723"/>
                    <a:pt x="426" y="723"/>
                  </a:cubicBezTo>
                  <a:lnTo>
                    <a:pt x="425" y="723"/>
                  </a:lnTo>
                  <a:close/>
                  <a:moveTo>
                    <a:pt x="270" y="716"/>
                  </a:move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lose/>
                  <a:moveTo>
                    <a:pt x="562" y="715"/>
                  </a:moveTo>
                  <a:cubicBezTo>
                    <a:pt x="562" y="715"/>
                    <a:pt x="562" y="715"/>
                    <a:pt x="562" y="715"/>
                  </a:cubicBezTo>
                  <a:cubicBezTo>
                    <a:pt x="562" y="715"/>
                    <a:pt x="562" y="715"/>
                    <a:pt x="562" y="715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2" y="715"/>
                    <a:pt x="562" y="715"/>
                    <a:pt x="562" y="715"/>
                  </a:cubicBezTo>
                  <a:close/>
                  <a:moveTo>
                    <a:pt x="304" y="713"/>
                  </a:moveTo>
                  <a:cubicBezTo>
                    <a:pt x="302" y="712"/>
                    <a:pt x="302" y="712"/>
                    <a:pt x="302" y="712"/>
                  </a:cubicBezTo>
                  <a:cubicBezTo>
                    <a:pt x="302" y="712"/>
                    <a:pt x="302" y="712"/>
                    <a:pt x="302" y="712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1"/>
                    <a:pt x="302" y="621"/>
                    <a:pt x="302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lose/>
                  <a:moveTo>
                    <a:pt x="506" y="712"/>
                  </a:moveTo>
                  <a:cubicBezTo>
                    <a:pt x="506" y="710"/>
                    <a:pt x="506" y="710"/>
                    <a:pt x="506" y="710"/>
                  </a:cubicBezTo>
                  <a:cubicBezTo>
                    <a:pt x="506" y="710"/>
                    <a:pt x="506" y="710"/>
                    <a:pt x="506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0"/>
                    <a:pt x="536" y="650"/>
                    <a:pt x="535" y="647"/>
                  </a:cubicBezTo>
                  <a:cubicBezTo>
                    <a:pt x="535" y="647"/>
                    <a:pt x="535" y="647"/>
                    <a:pt x="535" y="647"/>
                  </a:cubicBezTo>
                  <a:cubicBezTo>
                    <a:pt x="535" y="645"/>
                    <a:pt x="534" y="644"/>
                    <a:pt x="534" y="643"/>
                  </a:cubicBezTo>
                  <a:cubicBezTo>
                    <a:pt x="534" y="643"/>
                    <a:pt x="534" y="643"/>
                    <a:pt x="534" y="643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2" y="642"/>
                    <a:pt x="542" y="642"/>
                    <a:pt x="543" y="643"/>
                  </a:cubicBezTo>
                  <a:cubicBezTo>
                    <a:pt x="543" y="643"/>
                    <a:pt x="543" y="643"/>
                    <a:pt x="543" y="643"/>
                  </a:cubicBezTo>
                  <a:cubicBezTo>
                    <a:pt x="544" y="645"/>
                    <a:pt x="544" y="645"/>
                    <a:pt x="544" y="647"/>
                  </a:cubicBezTo>
                  <a:cubicBezTo>
                    <a:pt x="544" y="647"/>
                    <a:pt x="544" y="647"/>
                    <a:pt x="544" y="647"/>
                  </a:cubicBezTo>
                  <a:cubicBezTo>
                    <a:pt x="544" y="648"/>
                    <a:pt x="544" y="648"/>
                    <a:pt x="544" y="649"/>
                  </a:cubicBezTo>
                  <a:cubicBezTo>
                    <a:pt x="544" y="649"/>
                    <a:pt x="544" y="649"/>
                    <a:pt x="544" y="649"/>
                  </a:cubicBezTo>
                  <a:cubicBezTo>
                    <a:pt x="539" y="675"/>
                    <a:pt x="539" y="675"/>
                    <a:pt x="539" y="675"/>
                  </a:cubicBezTo>
                  <a:cubicBezTo>
                    <a:pt x="540" y="675"/>
                    <a:pt x="540" y="675"/>
                    <a:pt x="540" y="675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07" y="712"/>
                    <a:pt x="507" y="712"/>
                    <a:pt x="507" y="712"/>
                  </a:cubicBezTo>
                  <a:lnTo>
                    <a:pt x="506" y="712"/>
                  </a:lnTo>
                  <a:close/>
                  <a:moveTo>
                    <a:pt x="242" y="710"/>
                  </a:move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2" y="710"/>
                    <a:pt x="242" y="710"/>
                    <a:pt x="242" y="710"/>
                  </a:cubicBezTo>
                  <a:close/>
                  <a:moveTo>
                    <a:pt x="468" y="708"/>
                  </a:moveTo>
                  <a:cubicBezTo>
                    <a:pt x="467" y="707"/>
                    <a:pt x="467" y="707"/>
                    <a:pt x="467" y="707"/>
                  </a:cubicBezTo>
                  <a:cubicBezTo>
                    <a:pt x="467" y="707"/>
                    <a:pt x="467" y="707"/>
                    <a:pt x="467" y="707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lose/>
                  <a:moveTo>
                    <a:pt x="445" y="707"/>
                  </a:move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lose/>
                  <a:moveTo>
                    <a:pt x="352" y="706"/>
                  </a:move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1" y="699"/>
                    <a:pt x="371" y="699"/>
                    <a:pt x="370" y="699"/>
                  </a:cubicBezTo>
                  <a:cubicBezTo>
                    <a:pt x="370" y="699"/>
                    <a:pt x="370" y="699"/>
                    <a:pt x="370" y="699"/>
                  </a:cubicBezTo>
                  <a:cubicBezTo>
                    <a:pt x="370" y="699"/>
                    <a:pt x="369" y="699"/>
                    <a:pt x="369" y="699"/>
                  </a:cubicBezTo>
                  <a:cubicBezTo>
                    <a:pt x="369" y="699"/>
                    <a:pt x="369" y="700"/>
                    <a:pt x="369" y="700"/>
                  </a:cubicBezTo>
                  <a:cubicBezTo>
                    <a:pt x="369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7" y="701"/>
                    <a:pt x="367" y="701"/>
                    <a:pt x="366" y="701"/>
                  </a:cubicBezTo>
                  <a:cubicBezTo>
                    <a:pt x="366" y="701"/>
                    <a:pt x="366" y="701"/>
                    <a:pt x="366" y="701"/>
                  </a:cubicBezTo>
                  <a:cubicBezTo>
                    <a:pt x="366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2"/>
                  </a:cubicBezTo>
                  <a:cubicBezTo>
                    <a:pt x="364" y="702"/>
                    <a:pt x="364" y="702"/>
                    <a:pt x="364" y="702"/>
                  </a:cubicBezTo>
                  <a:cubicBezTo>
                    <a:pt x="364" y="702"/>
                    <a:pt x="363" y="702"/>
                    <a:pt x="363" y="702"/>
                  </a:cubicBezTo>
                  <a:cubicBezTo>
                    <a:pt x="363" y="702"/>
                    <a:pt x="363" y="702"/>
                    <a:pt x="363" y="702"/>
                  </a:cubicBezTo>
                  <a:cubicBezTo>
                    <a:pt x="363" y="702"/>
                    <a:pt x="362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2" y="706"/>
                    <a:pt x="352" y="706"/>
                    <a:pt x="352" y="706"/>
                  </a:cubicBezTo>
                  <a:close/>
                  <a:moveTo>
                    <a:pt x="218" y="701"/>
                  </a:move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6" y="698"/>
                    <a:pt x="216" y="697"/>
                  </a:cubicBezTo>
                  <a:cubicBezTo>
                    <a:pt x="216" y="697"/>
                    <a:pt x="216" y="697"/>
                    <a:pt x="216" y="697"/>
                  </a:cubicBezTo>
                  <a:cubicBezTo>
                    <a:pt x="216" y="697"/>
                    <a:pt x="216" y="696"/>
                    <a:pt x="215" y="696"/>
                  </a:cubicBezTo>
                  <a:cubicBezTo>
                    <a:pt x="215" y="696"/>
                    <a:pt x="215" y="696"/>
                    <a:pt x="215" y="696"/>
                  </a:cubicBezTo>
                  <a:cubicBezTo>
                    <a:pt x="215" y="695"/>
                    <a:pt x="215" y="695"/>
                    <a:pt x="215" y="694"/>
                  </a:cubicBezTo>
                  <a:cubicBezTo>
                    <a:pt x="215" y="694"/>
                    <a:pt x="215" y="694"/>
                    <a:pt x="215" y="694"/>
                  </a:cubicBezTo>
                  <a:cubicBezTo>
                    <a:pt x="215" y="694"/>
                    <a:pt x="215" y="693"/>
                    <a:pt x="215" y="692"/>
                  </a:cubicBezTo>
                  <a:cubicBezTo>
                    <a:pt x="215" y="692"/>
                    <a:pt x="215" y="692"/>
                    <a:pt x="215" y="692"/>
                  </a:cubicBezTo>
                  <a:cubicBezTo>
                    <a:pt x="215" y="692"/>
                    <a:pt x="215" y="691"/>
                    <a:pt x="215" y="691"/>
                  </a:cubicBezTo>
                  <a:cubicBezTo>
                    <a:pt x="215" y="691"/>
                    <a:pt x="215" y="691"/>
                    <a:pt x="215" y="691"/>
                  </a:cubicBezTo>
                  <a:cubicBezTo>
                    <a:pt x="216" y="690"/>
                    <a:pt x="216" y="689"/>
                    <a:pt x="216" y="689"/>
                  </a:cubicBezTo>
                  <a:cubicBezTo>
                    <a:pt x="216" y="689"/>
                    <a:pt x="216" y="689"/>
                    <a:pt x="216" y="689"/>
                  </a:cubicBezTo>
                  <a:cubicBezTo>
                    <a:pt x="216" y="688"/>
                    <a:pt x="216" y="688"/>
                    <a:pt x="216" y="687"/>
                  </a:cubicBezTo>
                  <a:cubicBezTo>
                    <a:pt x="216" y="687"/>
                    <a:pt x="216" y="687"/>
                    <a:pt x="216" y="687"/>
                  </a:cubicBezTo>
                  <a:cubicBezTo>
                    <a:pt x="216" y="687"/>
                    <a:pt x="217" y="686"/>
                    <a:pt x="217" y="686"/>
                  </a:cubicBezTo>
                  <a:cubicBezTo>
                    <a:pt x="217" y="686"/>
                    <a:pt x="217" y="686"/>
                    <a:pt x="217" y="686"/>
                  </a:cubicBezTo>
                  <a:cubicBezTo>
                    <a:pt x="217" y="686"/>
                    <a:pt x="217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19" y="685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4" y="688"/>
                  </a:cubicBezTo>
                  <a:cubicBezTo>
                    <a:pt x="224" y="688"/>
                    <a:pt x="224" y="688"/>
                    <a:pt x="224" y="688"/>
                  </a:cubicBezTo>
                  <a:cubicBezTo>
                    <a:pt x="224" y="688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3" y="689"/>
                    <a:pt x="223" y="689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2" y="693"/>
                    <a:pt x="222" y="692"/>
                    <a:pt x="222" y="692"/>
                  </a:cubicBezTo>
                  <a:cubicBezTo>
                    <a:pt x="222" y="692"/>
                    <a:pt x="222" y="692"/>
                    <a:pt x="222" y="692"/>
                  </a:cubicBezTo>
                  <a:cubicBezTo>
                    <a:pt x="222" y="692"/>
                    <a:pt x="222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3"/>
                  </a:cubicBezTo>
                  <a:cubicBezTo>
                    <a:pt x="224" y="693"/>
                    <a:pt x="224" y="693"/>
                    <a:pt x="224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4"/>
                    <a:pt x="225" y="694"/>
                    <a:pt x="224" y="694"/>
                  </a:cubicBezTo>
                  <a:cubicBezTo>
                    <a:pt x="224" y="694"/>
                    <a:pt x="224" y="694"/>
                    <a:pt x="224" y="694"/>
                  </a:cubicBezTo>
                  <a:cubicBezTo>
                    <a:pt x="224" y="694"/>
                    <a:pt x="224" y="694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8"/>
                    <a:pt x="223" y="698"/>
                  </a:cubicBezTo>
                  <a:cubicBezTo>
                    <a:pt x="223" y="698"/>
                    <a:pt x="223" y="698"/>
                    <a:pt x="223" y="698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8" y="701"/>
                    <a:pt x="218" y="701"/>
                    <a:pt x="218" y="701"/>
                  </a:cubicBezTo>
                  <a:close/>
                  <a:moveTo>
                    <a:pt x="318" y="698"/>
                  </a:moveTo>
                  <a:cubicBezTo>
                    <a:pt x="318" y="698"/>
                    <a:pt x="318" y="698"/>
                    <a:pt x="318" y="698"/>
                  </a:cubicBezTo>
                  <a:cubicBezTo>
                    <a:pt x="318" y="698"/>
                    <a:pt x="318" y="698"/>
                    <a:pt x="318" y="698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8"/>
                    <a:pt x="319" y="698"/>
                    <a:pt x="319" y="698"/>
                  </a:cubicBezTo>
                  <a:lnTo>
                    <a:pt x="318" y="698"/>
                  </a:lnTo>
                  <a:close/>
                  <a:moveTo>
                    <a:pt x="203" y="679"/>
                  </a:moveTo>
                  <a:cubicBezTo>
                    <a:pt x="203" y="679"/>
                    <a:pt x="202" y="679"/>
                    <a:pt x="202" y="678"/>
                  </a:cubicBezTo>
                  <a:cubicBezTo>
                    <a:pt x="202" y="678"/>
                    <a:pt x="202" y="678"/>
                    <a:pt x="202" y="678"/>
                  </a:cubicBezTo>
                  <a:cubicBezTo>
                    <a:pt x="202" y="678"/>
                    <a:pt x="202" y="678"/>
                    <a:pt x="202" y="677"/>
                  </a:cubicBezTo>
                  <a:cubicBezTo>
                    <a:pt x="202" y="677"/>
                    <a:pt x="202" y="677"/>
                    <a:pt x="202" y="677"/>
                  </a:cubicBezTo>
                  <a:cubicBezTo>
                    <a:pt x="202" y="677"/>
                    <a:pt x="203" y="676"/>
                    <a:pt x="203" y="676"/>
                  </a:cubicBezTo>
                  <a:cubicBezTo>
                    <a:pt x="203" y="676"/>
                    <a:pt x="203" y="676"/>
                    <a:pt x="203" y="676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6" y="675"/>
                    <a:pt x="215" y="676"/>
                    <a:pt x="214" y="676"/>
                  </a:cubicBezTo>
                  <a:cubicBezTo>
                    <a:pt x="214" y="676"/>
                    <a:pt x="214" y="676"/>
                    <a:pt x="214" y="676"/>
                  </a:cubicBezTo>
                  <a:cubicBezTo>
                    <a:pt x="203" y="679"/>
                    <a:pt x="203" y="679"/>
                    <a:pt x="203" y="679"/>
                  </a:cubicBezTo>
                  <a:close/>
                  <a:moveTo>
                    <a:pt x="305" y="665"/>
                  </a:moveTo>
                  <a:cubicBezTo>
                    <a:pt x="306" y="655"/>
                    <a:pt x="306" y="655"/>
                    <a:pt x="306" y="655"/>
                  </a:cubicBezTo>
                  <a:cubicBezTo>
                    <a:pt x="306" y="655"/>
                    <a:pt x="306" y="655"/>
                    <a:pt x="306" y="655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5" y="665"/>
                    <a:pt x="305" y="665"/>
                    <a:pt x="305" y="665"/>
                  </a:cubicBezTo>
                  <a:close/>
                  <a:moveTo>
                    <a:pt x="598" y="662"/>
                  </a:move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2"/>
                    <a:pt x="599" y="662"/>
                    <a:pt x="599" y="662"/>
                  </a:cubicBezTo>
                  <a:lnTo>
                    <a:pt x="598" y="662"/>
                  </a:lnTo>
                  <a:close/>
                  <a:moveTo>
                    <a:pt x="615" y="662"/>
                  </a:move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2"/>
                    <a:pt x="616" y="662"/>
                    <a:pt x="616" y="662"/>
                  </a:cubicBezTo>
                  <a:lnTo>
                    <a:pt x="615" y="662"/>
                  </a:lnTo>
                  <a:close/>
                  <a:moveTo>
                    <a:pt x="607" y="656"/>
                  </a:moveTo>
                  <a:cubicBezTo>
                    <a:pt x="606" y="656"/>
                    <a:pt x="606" y="656"/>
                    <a:pt x="606" y="656"/>
                  </a:cubicBezTo>
                  <a:cubicBezTo>
                    <a:pt x="606" y="656"/>
                    <a:pt x="606" y="656"/>
                    <a:pt x="606" y="656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lose/>
                  <a:moveTo>
                    <a:pt x="307" y="647"/>
                  </a:moveTo>
                  <a:cubicBezTo>
                    <a:pt x="307" y="647"/>
                    <a:pt x="307" y="647"/>
                    <a:pt x="307" y="647"/>
                  </a:cubicBezTo>
                  <a:cubicBezTo>
                    <a:pt x="307" y="647"/>
                    <a:pt x="307" y="647"/>
                    <a:pt x="307" y="647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7" y="647"/>
                    <a:pt x="307" y="647"/>
                    <a:pt x="307" y="647"/>
                  </a:cubicBezTo>
                  <a:close/>
                  <a:moveTo>
                    <a:pt x="601" y="645"/>
                  </a:moveTo>
                  <a:cubicBezTo>
                    <a:pt x="601" y="645"/>
                    <a:pt x="601" y="645"/>
                    <a:pt x="601" y="645"/>
                  </a:cubicBezTo>
                  <a:close/>
                  <a:moveTo>
                    <a:pt x="217" y="632"/>
                  </a:moveTo>
                  <a:cubicBezTo>
                    <a:pt x="217" y="632"/>
                    <a:pt x="217" y="632"/>
                    <a:pt x="217" y="632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7" y="632"/>
                    <a:pt x="217" y="632"/>
                    <a:pt x="217" y="632"/>
                  </a:cubicBezTo>
                  <a:close/>
                  <a:moveTo>
                    <a:pt x="179" y="574"/>
                  </a:moveTo>
                  <a:cubicBezTo>
                    <a:pt x="174" y="578"/>
                    <a:pt x="174" y="578"/>
                    <a:pt x="174" y="578"/>
                  </a:cubicBezTo>
                  <a:cubicBezTo>
                    <a:pt x="164" y="563"/>
                    <a:pt x="164" y="563"/>
                    <a:pt x="164" y="563"/>
                  </a:cubicBezTo>
                  <a:cubicBezTo>
                    <a:pt x="181" y="551"/>
                    <a:pt x="181" y="551"/>
                    <a:pt x="181" y="551"/>
                  </a:cubicBezTo>
                  <a:cubicBezTo>
                    <a:pt x="190" y="565"/>
                    <a:pt x="190" y="565"/>
                    <a:pt x="190" y="565"/>
                  </a:cubicBezTo>
                  <a:cubicBezTo>
                    <a:pt x="192" y="567"/>
                    <a:pt x="193" y="569"/>
                    <a:pt x="193" y="571"/>
                  </a:cubicBezTo>
                  <a:cubicBezTo>
                    <a:pt x="194" y="572"/>
                    <a:pt x="194" y="574"/>
                    <a:pt x="194" y="576"/>
                  </a:cubicBezTo>
                  <a:cubicBezTo>
                    <a:pt x="194" y="578"/>
                    <a:pt x="193" y="580"/>
                    <a:pt x="192" y="582"/>
                  </a:cubicBezTo>
                  <a:cubicBezTo>
                    <a:pt x="190" y="585"/>
                    <a:pt x="188" y="586"/>
                    <a:pt x="185" y="588"/>
                  </a:cubicBezTo>
                  <a:cubicBezTo>
                    <a:pt x="180" y="592"/>
                    <a:pt x="176" y="593"/>
                    <a:pt x="172" y="593"/>
                  </a:cubicBezTo>
                  <a:cubicBezTo>
                    <a:pt x="168" y="592"/>
                    <a:pt x="164" y="589"/>
                    <a:pt x="161" y="585"/>
                  </a:cubicBezTo>
                  <a:cubicBezTo>
                    <a:pt x="152" y="571"/>
                    <a:pt x="152" y="571"/>
                    <a:pt x="152" y="571"/>
                  </a:cubicBezTo>
                  <a:cubicBezTo>
                    <a:pt x="157" y="568"/>
                    <a:pt x="157" y="568"/>
                    <a:pt x="157" y="568"/>
                  </a:cubicBezTo>
                  <a:cubicBezTo>
                    <a:pt x="166" y="581"/>
                    <a:pt x="166" y="581"/>
                    <a:pt x="166" y="581"/>
                  </a:cubicBezTo>
                  <a:cubicBezTo>
                    <a:pt x="168" y="584"/>
                    <a:pt x="170" y="585"/>
                    <a:pt x="172" y="585"/>
                  </a:cubicBezTo>
                  <a:cubicBezTo>
                    <a:pt x="174" y="585"/>
                    <a:pt x="177" y="584"/>
                    <a:pt x="181" y="582"/>
                  </a:cubicBezTo>
                  <a:cubicBezTo>
                    <a:pt x="184" y="579"/>
                    <a:pt x="186" y="577"/>
                    <a:pt x="186" y="575"/>
                  </a:cubicBezTo>
                  <a:cubicBezTo>
                    <a:pt x="187" y="573"/>
                    <a:pt x="187" y="571"/>
                    <a:pt x="185" y="568"/>
                  </a:cubicBezTo>
                  <a:cubicBezTo>
                    <a:pt x="180" y="561"/>
                    <a:pt x="180" y="561"/>
                    <a:pt x="180" y="561"/>
                  </a:cubicBezTo>
                  <a:cubicBezTo>
                    <a:pt x="173" y="566"/>
                    <a:pt x="173" y="566"/>
                    <a:pt x="173" y="566"/>
                  </a:cubicBezTo>
                  <a:cubicBezTo>
                    <a:pt x="179" y="574"/>
                    <a:pt x="179" y="574"/>
                    <a:pt x="179" y="574"/>
                  </a:cubicBezTo>
                  <a:close/>
                  <a:moveTo>
                    <a:pt x="143" y="556"/>
                  </a:moveTo>
                  <a:cubicBezTo>
                    <a:pt x="162" y="546"/>
                    <a:pt x="162" y="546"/>
                    <a:pt x="162" y="546"/>
                  </a:cubicBezTo>
                  <a:cubicBezTo>
                    <a:pt x="165" y="545"/>
                    <a:pt x="166" y="543"/>
                    <a:pt x="167" y="541"/>
                  </a:cubicBezTo>
                  <a:cubicBezTo>
                    <a:pt x="168" y="540"/>
                    <a:pt x="167" y="537"/>
                    <a:pt x="166" y="535"/>
                  </a:cubicBezTo>
                  <a:cubicBezTo>
                    <a:pt x="165" y="532"/>
                    <a:pt x="163" y="531"/>
                    <a:pt x="162" y="530"/>
                  </a:cubicBezTo>
                  <a:cubicBezTo>
                    <a:pt x="160" y="530"/>
                    <a:pt x="158" y="530"/>
                    <a:pt x="155" y="532"/>
                  </a:cubicBezTo>
                  <a:cubicBezTo>
                    <a:pt x="136" y="541"/>
                    <a:pt x="136" y="541"/>
                    <a:pt x="136" y="541"/>
                  </a:cubicBezTo>
                  <a:cubicBezTo>
                    <a:pt x="132" y="535"/>
                    <a:pt x="132" y="535"/>
                    <a:pt x="132" y="535"/>
                  </a:cubicBezTo>
                  <a:cubicBezTo>
                    <a:pt x="151" y="525"/>
                    <a:pt x="151" y="525"/>
                    <a:pt x="151" y="525"/>
                  </a:cubicBezTo>
                  <a:cubicBezTo>
                    <a:pt x="154" y="524"/>
                    <a:pt x="155" y="523"/>
                    <a:pt x="157" y="523"/>
                  </a:cubicBezTo>
                  <a:cubicBezTo>
                    <a:pt x="158" y="522"/>
                    <a:pt x="160" y="522"/>
                    <a:pt x="161" y="522"/>
                  </a:cubicBezTo>
                  <a:cubicBezTo>
                    <a:pt x="163" y="523"/>
                    <a:pt x="165" y="524"/>
                    <a:pt x="166" y="526"/>
                  </a:cubicBezTo>
                  <a:cubicBezTo>
                    <a:pt x="168" y="527"/>
                    <a:pt x="170" y="529"/>
                    <a:pt x="171" y="532"/>
                  </a:cubicBezTo>
                  <a:cubicBezTo>
                    <a:pt x="173" y="535"/>
                    <a:pt x="173" y="538"/>
                    <a:pt x="174" y="540"/>
                  </a:cubicBezTo>
                  <a:cubicBezTo>
                    <a:pt x="174" y="542"/>
                    <a:pt x="174" y="544"/>
                    <a:pt x="173" y="546"/>
                  </a:cubicBezTo>
                  <a:cubicBezTo>
                    <a:pt x="172" y="547"/>
                    <a:pt x="172" y="548"/>
                    <a:pt x="170" y="549"/>
                  </a:cubicBezTo>
                  <a:cubicBezTo>
                    <a:pt x="169" y="550"/>
                    <a:pt x="168" y="551"/>
                    <a:pt x="165" y="553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3" y="556"/>
                    <a:pt x="143" y="556"/>
                    <a:pt x="143" y="556"/>
                  </a:cubicBezTo>
                  <a:close/>
                  <a:moveTo>
                    <a:pt x="130" y="509"/>
                  </a:moveTo>
                  <a:cubicBezTo>
                    <a:pt x="141" y="499"/>
                    <a:pt x="141" y="499"/>
                    <a:pt x="141" y="499"/>
                  </a:cubicBezTo>
                  <a:cubicBezTo>
                    <a:pt x="145" y="509"/>
                    <a:pt x="145" y="509"/>
                    <a:pt x="145" y="509"/>
                  </a:cubicBezTo>
                  <a:cubicBezTo>
                    <a:pt x="130" y="509"/>
                    <a:pt x="130" y="509"/>
                    <a:pt x="130" y="509"/>
                  </a:cubicBezTo>
                  <a:close/>
                  <a:moveTo>
                    <a:pt x="125" y="514"/>
                  </a:moveTo>
                  <a:cubicBezTo>
                    <a:pt x="122" y="507"/>
                    <a:pt x="122" y="507"/>
                    <a:pt x="122" y="507"/>
                  </a:cubicBezTo>
                  <a:cubicBezTo>
                    <a:pt x="151" y="481"/>
                    <a:pt x="151" y="481"/>
                    <a:pt x="151" y="481"/>
                  </a:cubicBezTo>
                  <a:cubicBezTo>
                    <a:pt x="153" y="489"/>
                    <a:pt x="153" y="489"/>
                    <a:pt x="153" y="489"/>
                  </a:cubicBezTo>
                  <a:cubicBezTo>
                    <a:pt x="147" y="495"/>
                    <a:pt x="147" y="495"/>
                    <a:pt x="147" y="495"/>
                  </a:cubicBezTo>
                  <a:cubicBezTo>
                    <a:pt x="152" y="509"/>
                    <a:pt x="152" y="509"/>
                    <a:pt x="152" y="509"/>
                  </a:cubicBezTo>
                  <a:cubicBezTo>
                    <a:pt x="160" y="510"/>
                    <a:pt x="160" y="510"/>
                    <a:pt x="160" y="510"/>
                  </a:cubicBezTo>
                  <a:cubicBezTo>
                    <a:pt x="163" y="517"/>
                    <a:pt x="163" y="517"/>
                    <a:pt x="163" y="517"/>
                  </a:cubicBezTo>
                  <a:cubicBezTo>
                    <a:pt x="125" y="514"/>
                    <a:pt x="125" y="514"/>
                    <a:pt x="125" y="514"/>
                  </a:cubicBezTo>
                  <a:close/>
                  <a:moveTo>
                    <a:pt x="115" y="485"/>
                  </a:moveTo>
                  <a:cubicBezTo>
                    <a:pt x="113" y="475"/>
                    <a:pt x="113" y="475"/>
                    <a:pt x="113" y="475"/>
                  </a:cubicBezTo>
                  <a:cubicBezTo>
                    <a:pt x="135" y="456"/>
                    <a:pt x="135" y="456"/>
                    <a:pt x="135" y="456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09" y="454"/>
                    <a:pt x="109" y="454"/>
                    <a:pt x="109" y="454"/>
                  </a:cubicBezTo>
                  <a:cubicBezTo>
                    <a:pt x="144" y="447"/>
                    <a:pt x="144" y="447"/>
                    <a:pt x="144" y="447"/>
                  </a:cubicBezTo>
                  <a:cubicBezTo>
                    <a:pt x="145" y="456"/>
                    <a:pt x="145" y="456"/>
                    <a:pt x="145" y="456"/>
                  </a:cubicBezTo>
                  <a:cubicBezTo>
                    <a:pt x="122" y="476"/>
                    <a:pt x="122" y="476"/>
                    <a:pt x="122" y="476"/>
                  </a:cubicBezTo>
                  <a:cubicBezTo>
                    <a:pt x="148" y="471"/>
                    <a:pt x="148" y="471"/>
                    <a:pt x="148" y="471"/>
                  </a:cubicBezTo>
                  <a:cubicBezTo>
                    <a:pt x="149" y="478"/>
                    <a:pt x="149" y="478"/>
                    <a:pt x="149" y="478"/>
                  </a:cubicBezTo>
                  <a:cubicBezTo>
                    <a:pt x="115" y="485"/>
                    <a:pt x="115" y="485"/>
                    <a:pt x="115" y="485"/>
                  </a:cubicBezTo>
                  <a:close/>
                  <a:moveTo>
                    <a:pt x="128" y="427"/>
                  </a:moveTo>
                  <a:cubicBezTo>
                    <a:pt x="121" y="427"/>
                    <a:pt x="121" y="427"/>
                    <a:pt x="121" y="427"/>
                  </a:cubicBezTo>
                  <a:cubicBezTo>
                    <a:pt x="121" y="410"/>
                    <a:pt x="121" y="410"/>
                    <a:pt x="121" y="410"/>
                  </a:cubicBezTo>
                  <a:cubicBezTo>
                    <a:pt x="142" y="409"/>
                    <a:pt x="142" y="409"/>
                    <a:pt x="142" y="409"/>
                  </a:cubicBezTo>
                  <a:cubicBezTo>
                    <a:pt x="142" y="425"/>
                    <a:pt x="142" y="425"/>
                    <a:pt x="142" y="425"/>
                  </a:cubicBezTo>
                  <a:cubicBezTo>
                    <a:pt x="142" y="428"/>
                    <a:pt x="142" y="431"/>
                    <a:pt x="142" y="432"/>
                  </a:cubicBezTo>
                  <a:cubicBezTo>
                    <a:pt x="141" y="434"/>
                    <a:pt x="140" y="435"/>
                    <a:pt x="139" y="437"/>
                  </a:cubicBezTo>
                  <a:cubicBezTo>
                    <a:pt x="138" y="439"/>
                    <a:pt x="136" y="440"/>
                    <a:pt x="134" y="441"/>
                  </a:cubicBezTo>
                  <a:cubicBezTo>
                    <a:pt x="132" y="442"/>
                    <a:pt x="129" y="442"/>
                    <a:pt x="126" y="443"/>
                  </a:cubicBezTo>
                  <a:cubicBezTo>
                    <a:pt x="119" y="443"/>
                    <a:pt x="115" y="441"/>
                    <a:pt x="112" y="439"/>
                  </a:cubicBezTo>
                  <a:cubicBezTo>
                    <a:pt x="109" y="436"/>
                    <a:pt x="107" y="432"/>
                    <a:pt x="107" y="426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13" y="410"/>
                    <a:pt x="113" y="410"/>
                    <a:pt x="113" y="410"/>
                  </a:cubicBezTo>
                  <a:cubicBezTo>
                    <a:pt x="113" y="426"/>
                    <a:pt x="113" y="426"/>
                    <a:pt x="113" y="426"/>
                  </a:cubicBezTo>
                  <a:cubicBezTo>
                    <a:pt x="113" y="429"/>
                    <a:pt x="114" y="431"/>
                    <a:pt x="116" y="432"/>
                  </a:cubicBezTo>
                  <a:cubicBezTo>
                    <a:pt x="118" y="434"/>
                    <a:pt x="121" y="434"/>
                    <a:pt x="125" y="434"/>
                  </a:cubicBezTo>
                  <a:cubicBezTo>
                    <a:pt x="129" y="434"/>
                    <a:pt x="132" y="433"/>
                    <a:pt x="133" y="432"/>
                  </a:cubicBezTo>
                  <a:cubicBezTo>
                    <a:pt x="135" y="431"/>
                    <a:pt x="136" y="428"/>
                    <a:pt x="136" y="425"/>
                  </a:cubicBezTo>
                  <a:cubicBezTo>
                    <a:pt x="136" y="417"/>
                    <a:pt x="136" y="417"/>
                    <a:pt x="136" y="417"/>
                  </a:cubicBezTo>
                  <a:cubicBezTo>
                    <a:pt x="127" y="417"/>
                    <a:pt x="127" y="417"/>
                    <a:pt x="127" y="417"/>
                  </a:cubicBezTo>
                  <a:cubicBezTo>
                    <a:pt x="128" y="427"/>
                    <a:pt x="128" y="427"/>
                    <a:pt x="128" y="427"/>
                  </a:cubicBezTo>
                  <a:close/>
                  <a:moveTo>
                    <a:pt x="115" y="385"/>
                  </a:moveTo>
                  <a:cubicBezTo>
                    <a:pt x="115" y="385"/>
                    <a:pt x="115" y="385"/>
                    <a:pt x="115" y="385"/>
                  </a:cubicBezTo>
                  <a:cubicBezTo>
                    <a:pt x="115" y="382"/>
                    <a:pt x="116" y="379"/>
                    <a:pt x="117" y="378"/>
                  </a:cubicBezTo>
                  <a:cubicBezTo>
                    <a:pt x="119" y="377"/>
                    <a:pt x="122" y="377"/>
                    <a:pt x="127" y="377"/>
                  </a:cubicBezTo>
                  <a:cubicBezTo>
                    <a:pt x="131" y="377"/>
                    <a:pt x="134" y="378"/>
                    <a:pt x="135" y="379"/>
                  </a:cubicBezTo>
                  <a:cubicBezTo>
                    <a:pt x="137" y="381"/>
                    <a:pt x="138" y="383"/>
                    <a:pt x="137" y="386"/>
                  </a:cubicBezTo>
                  <a:cubicBezTo>
                    <a:pt x="137" y="395"/>
                    <a:pt x="137" y="395"/>
                    <a:pt x="137" y="395"/>
                  </a:cubicBezTo>
                  <a:cubicBezTo>
                    <a:pt x="114" y="394"/>
                    <a:pt x="114" y="394"/>
                    <a:pt x="114" y="394"/>
                  </a:cubicBezTo>
                  <a:cubicBezTo>
                    <a:pt x="115" y="385"/>
                    <a:pt x="115" y="385"/>
                    <a:pt x="115" y="385"/>
                  </a:cubicBezTo>
                  <a:close/>
                  <a:moveTo>
                    <a:pt x="107" y="401"/>
                  </a:moveTo>
                  <a:cubicBezTo>
                    <a:pt x="108" y="384"/>
                    <a:pt x="108" y="384"/>
                    <a:pt x="108" y="384"/>
                  </a:cubicBezTo>
                  <a:cubicBezTo>
                    <a:pt x="109" y="378"/>
                    <a:pt x="111" y="374"/>
                    <a:pt x="114" y="372"/>
                  </a:cubicBezTo>
                  <a:cubicBezTo>
                    <a:pt x="117" y="369"/>
                    <a:pt x="122" y="368"/>
                    <a:pt x="128" y="369"/>
                  </a:cubicBezTo>
                  <a:cubicBezTo>
                    <a:pt x="131" y="369"/>
                    <a:pt x="134" y="370"/>
                    <a:pt x="136" y="371"/>
                  </a:cubicBezTo>
                  <a:cubicBezTo>
                    <a:pt x="138" y="372"/>
                    <a:pt x="140" y="373"/>
                    <a:pt x="141" y="375"/>
                  </a:cubicBezTo>
                  <a:cubicBezTo>
                    <a:pt x="142" y="377"/>
                    <a:pt x="143" y="378"/>
                    <a:pt x="143" y="380"/>
                  </a:cubicBezTo>
                  <a:cubicBezTo>
                    <a:pt x="144" y="381"/>
                    <a:pt x="144" y="384"/>
                    <a:pt x="144" y="387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07" y="401"/>
                    <a:pt x="107" y="401"/>
                    <a:pt x="107" y="401"/>
                  </a:cubicBezTo>
                  <a:close/>
                  <a:moveTo>
                    <a:pt x="128" y="362"/>
                  </a:moveTo>
                  <a:cubicBezTo>
                    <a:pt x="123" y="361"/>
                    <a:pt x="118" y="359"/>
                    <a:pt x="116" y="355"/>
                  </a:cubicBezTo>
                  <a:cubicBezTo>
                    <a:pt x="114" y="351"/>
                    <a:pt x="114" y="347"/>
                    <a:pt x="115" y="341"/>
                  </a:cubicBezTo>
                  <a:cubicBezTo>
                    <a:pt x="116" y="335"/>
                    <a:pt x="119" y="331"/>
                    <a:pt x="122" y="329"/>
                  </a:cubicBezTo>
                  <a:cubicBezTo>
                    <a:pt x="126" y="327"/>
                    <a:pt x="131" y="326"/>
                    <a:pt x="137" y="328"/>
                  </a:cubicBezTo>
                  <a:cubicBezTo>
                    <a:pt x="143" y="329"/>
                    <a:pt x="147" y="332"/>
                    <a:pt x="149" y="335"/>
                  </a:cubicBezTo>
                  <a:cubicBezTo>
                    <a:pt x="152" y="339"/>
                    <a:pt x="152" y="343"/>
                    <a:pt x="151" y="349"/>
                  </a:cubicBezTo>
                  <a:cubicBezTo>
                    <a:pt x="149" y="355"/>
                    <a:pt x="147" y="359"/>
                    <a:pt x="143" y="361"/>
                  </a:cubicBezTo>
                  <a:cubicBezTo>
                    <a:pt x="140" y="364"/>
                    <a:pt x="135" y="364"/>
                    <a:pt x="128" y="362"/>
                  </a:cubicBezTo>
                  <a:close/>
                  <a:moveTo>
                    <a:pt x="121" y="342"/>
                  </a:moveTo>
                  <a:cubicBezTo>
                    <a:pt x="122" y="339"/>
                    <a:pt x="123" y="337"/>
                    <a:pt x="125" y="336"/>
                  </a:cubicBezTo>
                  <a:cubicBezTo>
                    <a:pt x="128" y="335"/>
                    <a:pt x="131" y="335"/>
                    <a:pt x="135" y="336"/>
                  </a:cubicBezTo>
                  <a:cubicBezTo>
                    <a:pt x="139" y="337"/>
                    <a:pt x="142" y="338"/>
                    <a:pt x="143" y="340"/>
                  </a:cubicBezTo>
                  <a:cubicBezTo>
                    <a:pt x="145" y="342"/>
                    <a:pt x="145" y="345"/>
                    <a:pt x="145" y="348"/>
                  </a:cubicBezTo>
                  <a:cubicBezTo>
                    <a:pt x="144" y="351"/>
                    <a:pt x="142" y="353"/>
                    <a:pt x="140" y="354"/>
                  </a:cubicBezTo>
                  <a:cubicBezTo>
                    <a:pt x="138" y="355"/>
                    <a:pt x="135" y="355"/>
                    <a:pt x="130" y="354"/>
                  </a:cubicBezTo>
                  <a:cubicBezTo>
                    <a:pt x="126" y="353"/>
                    <a:pt x="124" y="352"/>
                    <a:pt x="122" y="350"/>
                  </a:cubicBezTo>
                  <a:cubicBezTo>
                    <a:pt x="121" y="348"/>
                    <a:pt x="120" y="345"/>
                    <a:pt x="121" y="342"/>
                  </a:cubicBezTo>
                  <a:close/>
                  <a:moveTo>
                    <a:pt x="124" y="314"/>
                  </a:moveTo>
                  <a:cubicBezTo>
                    <a:pt x="127" y="305"/>
                    <a:pt x="127" y="305"/>
                    <a:pt x="127" y="305"/>
                  </a:cubicBezTo>
                  <a:cubicBezTo>
                    <a:pt x="156" y="301"/>
                    <a:pt x="156" y="301"/>
                    <a:pt x="156" y="301"/>
                  </a:cubicBezTo>
                  <a:cubicBezTo>
                    <a:pt x="133" y="292"/>
                    <a:pt x="133" y="292"/>
                    <a:pt x="133" y="292"/>
                  </a:cubicBezTo>
                  <a:cubicBezTo>
                    <a:pt x="135" y="284"/>
                    <a:pt x="135" y="284"/>
                    <a:pt x="135" y="284"/>
                  </a:cubicBezTo>
                  <a:cubicBezTo>
                    <a:pt x="168" y="298"/>
                    <a:pt x="168" y="298"/>
                    <a:pt x="168" y="298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6" y="327"/>
                    <a:pt x="156" y="327"/>
                    <a:pt x="156" y="327"/>
                  </a:cubicBezTo>
                  <a:cubicBezTo>
                    <a:pt x="124" y="314"/>
                    <a:pt x="124" y="314"/>
                    <a:pt x="124" y="314"/>
                  </a:cubicBezTo>
                  <a:close/>
                  <a:moveTo>
                    <a:pt x="166" y="273"/>
                  </a:moveTo>
                  <a:cubicBezTo>
                    <a:pt x="160" y="269"/>
                    <a:pt x="160" y="269"/>
                    <a:pt x="160" y="269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79" y="279"/>
                    <a:pt x="179" y="279"/>
                    <a:pt x="179" y="279"/>
                  </a:cubicBezTo>
                  <a:cubicBezTo>
                    <a:pt x="178" y="281"/>
                    <a:pt x="176" y="283"/>
                    <a:pt x="175" y="284"/>
                  </a:cubicBezTo>
                  <a:cubicBezTo>
                    <a:pt x="174" y="286"/>
                    <a:pt x="172" y="286"/>
                    <a:pt x="171" y="287"/>
                  </a:cubicBezTo>
                  <a:cubicBezTo>
                    <a:pt x="168" y="288"/>
                    <a:pt x="166" y="288"/>
                    <a:pt x="164" y="288"/>
                  </a:cubicBezTo>
                  <a:cubicBezTo>
                    <a:pt x="161" y="287"/>
                    <a:pt x="159" y="286"/>
                    <a:pt x="156" y="284"/>
                  </a:cubicBezTo>
                  <a:cubicBezTo>
                    <a:pt x="151" y="281"/>
                    <a:pt x="147" y="278"/>
                    <a:pt x="146" y="274"/>
                  </a:cubicBezTo>
                  <a:cubicBezTo>
                    <a:pt x="145" y="270"/>
                    <a:pt x="146" y="265"/>
                    <a:pt x="149" y="260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54" y="264"/>
                    <a:pt x="154" y="264"/>
                    <a:pt x="154" y="264"/>
                  </a:cubicBezTo>
                  <a:cubicBezTo>
                    <a:pt x="153" y="266"/>
                    <a:pt x="152" y="268"/>
                    <a:pt x="153" y="271"/>
                  </a:cubicBezTo>
                  <a:cubicBezTo>
                    <a:pt x="154" y="273"/>
                    <a:pt x="156" y="275"/>
                    <a:pt x="160" y="277"/>
                  </a:cubicBezTo>
                  <a:cubicBezTo>
                    <a:pt x="163" y="279"/>
                    <a:pt x="166" y="280"/>
                    <a:pt x="168" y="280"/>
                  </a:cubicBezTo>
                  <a:cubicBezTo>
                    <a:pt x="170" y="279"/>
                    <a:pt x="172" y="278"/>
                    <a:pt x="174" y="276"/>
                  </a:cubicBezTo>
                  <a:cubicBezTo>
                    <a:pt x="178" y="268"/>
                    <a:pt x="178" y="268"/>
                    <a:pt x="178" y="268"/>
                  </a:cubicBezTo>
                  <a:cubicBezTo>
                    <a:pt x="171" y="264"/>
                    <a:pt x="171" y="264"/>
                    <a:pt x="171" y="264"/>
                  </a:cubicBezTo>
                  <a:cubicBezTo>
                    <a:pt x="166" y="273"/>
                    <a:pt x="166" y="273"/>
                    <a:pt x="166" y="273"/>
                  </a:cubicBezTo>
                  <a:close/>
                  <a:moveTo>
                    <a:pt x="197" y="199"/>
                  </a:moveTo>
                  <a:cubicBezTo>
                    <a:pt x="211" y="215"/>
                    <a:pt x="211" y="215"/>
                    <a:pt x="211" y="215"/>
                  </a:cubicBezTo>
                  <a:cubicBezTo>
                    <a:pt x="213" y="217"/>
                    <a:pt x="215" y="218"/>
                    <a:pt x="217" y="219"/>
                  </a:cubicBezTo>
                  <a:cubicBezTo>
                    <a:pt x="219" y="219"/>
                    <a:pt x="221" y="218"/>
                    <a:pt x="223" y="216"/>
                  </a:cubicBezTo>
                  <a:cubicBezTo>
                    <a:pt x="225" y="214"/>
                    <a:pt x="226" y="212"/>
                    <a:pt x="226" y="210"/>
                  </a:cubicBezTo>
                  <a:cubicBezTo>
                    <a:pt x="226" y="208"/>
                    <a:pt x="225" y="206"/>
                    <a:pt x="223" y="204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4" y="183"/>
                    <a:pt x="214" y="183"/>
                    <a:pt x="214" y="183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0" y="201"/>
                    <a:pt x="231" y="202"/>
                    <a:pt x="232" y="203"/>
                  </a:cubicBezTo>
                  <a:cubicBezTo>
                    <a:pt x="233" y="205"/>
                    <a:pt x="233" y="206"/>
                    <a:pt x="233" y="207"/>
                  </a:cubicBezTo>
                  <a:cubicBezTo>
                    <a:pt x="233" y="209"/>
                    <a:pt x="233" y="212"/>
                    <a:pt x="232" y="214"/>
                  </a:cubicBezTo>
                  <a:cubicBezTo>
                    <a:pt x="231" y="216"/>
                    <a:pt x="229" y="218"/>
                    <a:pt x="227" y="220"/>
                  </a:cubicBezTo>
                  <a:cubicBezTo>
                    <a:pt x="224" y="222"/>
                    <a:pt x="222" y="224"/>
                    <a:pt x="220" y="225"/>
                  </a:cubicBezTo>
                  <a:cubicBezTo>
                    <a:pt x="218" y="226"/>
                    <a:pt x="216" y="226"/>
                    <a:pt x="214" y="226"/>
                  </a:cubicBezTo>
                  <a:cubicBezTo>
                    <a:pt x="213" y="225"/>
                    <a:pt x="212" y="225"/>
                    <a:pt x="210" y="224"/>
                  </a:cubicBezTo>
                  <a:cubicBezTo>
                    <a:pt x="209" y="223"/>
                    <a:pt x="208" y="222"/>
                    <a:pt x="206" y="220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7" y="199"/>
                    <a:pt x="197" y="199"/>
                    <a:pt x="197" y="199"/>
                  </a:cubicBezTo>
                  <a:close/>
                  <a:moveTo>
                    <a:pt x="222" y="175"/>
                  </a:moveTo>
                  <a:cubicBezTo>
                    <a:pt x="230" y="170"/>
                    <a:pt x="230" y="170"/>
                    <a:pt x="230" y="170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42" y="162"/>
                    <a:pt x="242" y="162"/>
                    <a:pt x="242" y="162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22" y="175"/>
                    <a:pt x="222" y="175"/>
                    <a:pt x="222" y="175"/>
                  </a:cubicBezTo>
                  <a:close/>
                  <a:moveTo>
                    <a:pt x="282" y="180"/>
                  </a:moveTo>
                  <a:cubicBezTo>
                    <a:pt x="275" y="184"/>
                    <a:pt x="275" y="184"/>
                    <a:pt x="275" y="184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64" y="149"/>
                    <a:pt x="264" y="149"/>
                    <a:pt x="264" y="149"/>
                  </a:cubicBezTo>
                  <a:cubicBezTo>
                    <a:pt x="282" y="180"/>
                    <a:pt x="282" y="180"/>
                    <a:pt x="282" y="180"/>
                  </a:cubicBezTo>
                  <a:close/>
                  <a:moveTo>
                    <a:pt x="297" y="172"/>
                  </a:moveTo>
                  <a:cubicBezTo>
                    <a:pt x="268" y="146"/>
                    <a:pt x="268" y="146"/>
                    <a:pt x="268" y="146"/>
                  </a:cubicBezTo>
                  <a:cubicBezTo>
                    <a:pt x="276" y="142"/>
                    <a:pt x="276" y="142"/>
                    <a:pt x="276" y="142"/>
                  </a:cubicBezTo>
                  <a:cubicBezTo>
                    <a:pt x="297" y="162"/>
                    <a:pt x="297" y="162"/>
                    <a:pt x="297" y="162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302" y="130"/>
                    <a:pt x="302" y="130"/>
                    <a:pt x="302" y="130"/>
                  </a:cubicBezTo>
                  <a:cubicBezTo>
                    <a:pt x="304" y="169"/>
                    <a:pt x="304" y="169"/>
                    <a:pt x="304" y="169"/>
                  </a:cubicBezTo>
                  <a:cubicBezTo>
                    <a:pt x="297" y="172"/>
                    <a:pt x="297" y="172"/>
                    <a:pt x="297" y="172"/>
                  </a:cubicBezTo>
                  <a:close/>
                  <a:moveTo>
                    <a:pt x="325" y="130"/>
                  </a:moveTo>
                  <a:cubicBezTo>
                    <a:pt x="323" y="131"/>
                    <a:pt x="321" y="132"/>
                    <a:pt x="320" y="134"/>
                  </a:cubicBezTo>
                  <a:cubicBezTo>
                    <a:pt x="319" y="136"/>
                    <a:pt x="319" y="138"/>
                    <a:pt x="320" y="141"/>
                  </a:cubicBezTo>
                  <a:cubicBezTo>
                    <a:pt x="339" y="135"/>
                    <a:pt x="339" y="135"/>
                    <a:pt x="339" y="135"/>
                  </a:cubicBezTo>
                  <a:cubicBezTo>
                    <a:pt x="341" y="141"/>
                    <a:pt x="341" y="141"/>
                    <a:pt x="341" y="141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22" y="150"/>
                    <a:pt x="323" y="152"/>
                    <a:pt x="325" y="153"/>
                  </a:cubicBezTo>
                  <a:cubicBezTo>
                    <a:pt x="327" y="154"/>
                    <a:pt x="329" y="154"/>
                    <a:pt x="332" y="153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5" y="155"/>
                    <a:pt x="345" y="155"/>
                    <a:pt x="345" y="155"/>
                  </a:cubicBezTo>
                  <a:cubicBezTo>
                    <a:pt x="333" y="159"/>
                    <a:pt x="333" y="159"/>
                    <a:pt x="333" y="159"/>
                  </a:cubicBezTo>
                  <a:cubicBezTo>
                    <a:pt x="331" y="160"/>
                    <a:pt x="328" y="160"/>
                    <a:pt x="327" y="160"/>
                  </a:cubicBezTo>
                  <a:cubicBezTo>
                    <a:pt x="325" y="160"/>
                    <a:pt x="323" y="160"/>
                    <a:pt x="322" y="159"/>
                  </a:cubicBezTo>
                  <a:cubicBezTo>
                    <a:pt x="320" y="158"/>
                    <a:pt x="318" y="157"/>
                    <a:pt x="316" y="155"/>
                  </a:cubicBezTo>
                  <a:cubicBezTo>
                    <a:pt x="315" y="153"/>
                    <a:pt x="314" y="150"/>
                    <a:pt x="313" y="147"/>
                  </a:cubicBezTo>
                  <a:cubicBezTo>
                    <a:pt x="311" y="141"/>
                    <a:pt x="311" y="136"/>
                    <a:pt x="313" y="132"/>
                  </a:cubicBezTo>
                  <a:cubicBezTo>
                    <a:pt x="315" y="129"/>
                    <a:pt x="318" y="126"/>
                    <a:pt x="324" y="124"/>
                  </a:cubicBezTo>
                  <a:cubicBezTo>
                    <a:pt x="335" y="121"/>
                    <a:pt x="335" y="121"/>
                    <a:pt x="335" y="121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25" y="130"/>
                    <a:pt x="325" y="130"/>
                    <a:pt x="325" y="130"/>
                  </a:cubicBezTo>
                  <a:close/>
                  <a:moveTo>
                    <a:pt x="364" y="122"/>
                  </a:moveTo>
                  <a:cubicBezTo>
                    <a:pt x="364" y="122"/>
                    <a:pt x="364" y="122"/>
                    <a:pt x="364" y="122"/>
                  </a:cubicBezTo>
                  <a:cubicBezTo>
                    <a:pt x="367" y="122"/>
                    <a:pt x="368" y="122"/>
                    <a:pt x="369" y="123"/>
                  </a:cubicBezTo>
                  <a:cubicBezTo>
                    <a:pt x="370" y="123"/>
                    <a:pt x="371" y="124"/>
                    <a:pt x="371" y="126"/>
                  </a:cubicBezTo>
                  <a:cubicBezTo>
                    <a:pt x="371" y="128"/>
                    <a:pt x="371" y="129"/>
                    <a:pt x="370" y="130"/>
                  </a:cubicBezTo>
                  <a:cubicBezTo>
                    <a:pt x="369" y="130"/>
                    <a:pt x="368" y="131"/>
                    <a:pt x="365" y="131"/>
                  </a:cubicBezTo>
                  <a:cubicBezTo>
                    <a:pt x="356" y="133"/>
                    <a:pt x="356" y="133"/>
                    <a:pt x="356" y="133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64" y="122"/>
                    <a:pt x="364" y="122"/>
                    <a:pt x="364" y="122"/>
                  </a:cubicBezTo>
                  <a:close/>
                  <a:moveTo>
                    <a:pt x="347" y="118"/>
                  </a:moveTo>
                  <a:cubicBezTo>
                    <a:pt x="365" y="116"/>
                    <a:pt x="365" y="116"/>
                    <a:pt x="365" y="116"/>
                  </a:cubicBezTo>
                  <a:cubicBezTo>
                    <a:pt x="369" y="115"/>
                    <a:pt x="372" y="116"/>
                    <a:pt x="375" y="117"/>
                  </a:cubicBezTo>
                  <a:cubicBezTo>
                    <a:pt x="377" y="119"/>
                    <a:pt x="378" y="121"/>
                    <a:pt x="379" y="125"/>
                  </a:cubicBezTo>
                  <a:cubicBezTo>
                    <a:pt x="379" y="128"/>
                    <a:pt x="379" y="130"/>
                    <a:pt x="378" y="132"/>
                  </a:cubicBezTo>
                  <a:cubicBezTo>
                    <a:pt x="377" y="134"/>
                    <a:pt x="375" y="135"/>
                    <a:pt x="373" y="136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76" y="151"/>
                    <a:pt x="376" y="151"/>
                    <a:pt x="376" y="151"/>
                  </a:cubicBezTo>
                  <a:cubicBezTo>
                    <a:pt x="366" y="138"/>
                    <a:pt x="366" y="138"/>
                    <a:pt x="366" y="138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419" y="121"/>
                  </a:moveTo>
                  <a:cubicBezTo>
                    <a:pt x="401" y="121"/>
                    <a:pt x="401" y="121"/>
                    <a:pt x="401" y="121"/>
                  </a:cubicBezTo>
                  <a:cubicBezTo>
                    <a:pt x="399" y="121"/>
                    <a:pt x="397" y="121"/>
                    <a:pt x="396" y="122"/>
                  </a:cubicBezTo>
                  <a:cubicBezTo>
                    <a:pt x="395" y="123"/>
                    <a:pt x="395" y="124"/>
                    <a:pt x="395" y="125"/>
                  </a:cubicBezTo>
                  <a:cubicBezTo>
                    <a:pt x="395" y="127"/>
                    <a:pt x="395" y="128"/>
                    <a:pt x="396" y="128"/>
                  </a:cubicBezTo>
                  <a:cubicBezTo>
                    <a:pt x="397" y="129"/>
                    <a:pt x="398" y="129"/>
                    <a:pt x="399" y="129"/>
                  </a:cubicBezTo>
                  <a:cubicBezTo>
                    <a:pt x="409" y="129"/>
                    <a:pt x="409" y="129"/>
                    <a:pt x="409" y="129"/>
                  </a:cubicBezTo>
                  <a:cubicBezTo>
                    <a:pt x="413" y="130"/>
                    <a:pt x="416" y="130"/>
                    <a:pt x="418" y="132"/>
                  </a:cubicBezTo>
                  <a:cubicBezTo>
                    <a:pt x="420" y="134"/>
                    <a:pt x="420" y="136"/>
                    <a:pt x="420" y="140"/>
                  </a:cubicBezTo>
                  <a:cubicBezTo>
                    <a:pt x="420" y="144"/>
                    <a:pt x="419" y="146"/>
                    <a:pt x="417" y="148"/>
                  </a:cubicBezTo>
                  <a:cubicBezTo>
                    <a:pt x="415" y="150"/>
                    <a:pt x="412" y="150"/>
                    <a:pt x="408" y="150"/>
                  </a:cubicBezTo>
                  <a:cubicBezTo>
                    <a:pt x="388" y="150"/>
                    <a:pt x="388" y="150"/>
                    <a:pt x="388" y="150"/>
                  </a:cubicBezTo>
                  <a:cubicBezTo>
                    <a:pt x="388" y="144"/>
                    <a:pt x="388" y="144"/>
                    <a:pt x="388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10" y="144"/>
                    <a:pt x="411" y="143"/>
                  </a:cubicBezTo>
                  <a:cubicBezTo>
                    <a:pt x="412" y="142"/>
                    <a:pt x="413" y="141"/>
                    <a:pt x="413" y="140"/>
                  </a:cubicBezTo>
                  <a:cubicBezTo>
                    <a:pt x="413" y="139"/>
                    <a:pt x="412" y="137"/>
                    <a:pt x="411" y="137"/>
                  </a:cubicBezTo>
                  <a:cubicBezTo>
                    <a:pt x="411" y="136"/>
                    <a:pt x="409" y="136"/>
                    <a:pt x="407" y="136"/>
                  </a:cubicBezTo>
                  <a:cubicBezTo>
                    <a:pt x="399" y="136"/>
                    <a:pt x="399" y="136"/>
                    <a:pt x="399" y="136"/>
                  </a:cubicBezTo>
                  <a:cubicBezTo>
                    <a:pt x="395" y="136"/>
                    <a:pt x="392" y="135"/>
                    <a:pt x="390" y="133"/>
                  </a:cubicBezTo>
                  <a:cubicBezTo>
                    <a:pt x="388" y="131"/>
                    <a:pt x="387" y="129"/>
                    <a:pt x="387" y="125"/>
                  </a:cubicBezTo>
                  <a:cubicBezTo>
                    <a:pt x="387" y="121"/>
                    <a:pt x="388" y="119"/>
                    <a:pt x="390" y="117"/>
                  </a:cubicBezTo>
                  <a:cubicBezTo>
                    <a:pt x="392" y="115"/>
                    <a:pt x="395" y="114"/>
                    <a:pt x="400" y="114"/>
                  </a:cubicBezTo>
                  <a:cubicBezTo>
                    <a:pt x="419" y="115"/>
                    <a:pt x="419" y="115"/>
                    <a:pt x="419" y="115"/>
                  </a:cubicBezTo>
                  <a:cubicBezTo>
                    <a:pt x="419" y="121"/>
                    <a:pt x="419" y="121"/>
                    <a:pt x="419" y="121"/>
                  </a:cubicBezTo>
                  <a:close/>
                  <a:moveTo>
                    <a:pt x="433" y="152"/>
                  </a:moveTo>
                  <a:cubicBezTo>
                    <a:pt x="426" y="151"/>
                    <a:pt x="426" y="151"/>
                    <a:pt x="426" y="151"/>
                  </a:cubicBezTo>
                  <a:cubicBezTo>
                    <a:pt x="431" y="115"/>
                    <a:pt x="431" y="115"/>
                    <a:pt x="431" y="115"/>
                  </a:cubicBezTo>
                  <a:cubicBezTo>
                    <a:pt x="438" y="117"/>
                    <a:pt x="438" y="117"/>
                    <a:pt x="438" y="117"/>
                  </a:cubicBezTo>
                  <a:cubicBezTo>
                    <a:pt x="433" y="152"/>
                    <a:pt x="433" y="152"/>
                    <a:pt x="433" y="152"/>
                  </a:cubicBezTo>
                  <a:close/>
                  <a:moveTo>
                    <a:pt x="453" y="126"/>
                  </a:moveTo>
                  <a:cubicBezTo>
                    <a:pt x="442" y="124"/>
                    <a:pt x="442" y="124"/>
                    <a:pt x="442" y="124"/>
                  </a:cubicBezTo>
                  <a:cubicBezTo>
                    <a:pt x="443" y="118"/>
                    <a:pt x="443" y="118"/>
                    <a:pt x="443" y="118"/>
                  </a:cubicBezTo>
                  <a:cubicBezTo>
                    <a:pt x="473" y="123"/>
                    <a:pt x="473" y="123"/>
                    <a:pt x="473" y="123"/>
                  </a:cubicBezTo>
                  <a:cubicBezTo>
                    <a:pt x="472" y="129"/>
                    <a:pt x="472" y="129"/>
                    <a:pt x="472" y="129"/>
                  </a:cubicBezTo>
                  <a:cubicBezTo>
                    <a:pt x="461" y="127"/>
                    <a:pt x="461" y="127"/>
                    <a:pt x="461" y="127"/>
                  </a:cubicBezTo>
                  <a:cubicBezTo>
                    <a:pt x="456" y="156"/>
                    <a:pt x="456" y="156"/>
                    <a:pt x="456" y="156"/>
                  </a:cubicBezTo>
                  <a:cubicBezTo>
                    <a:pt x="448" y="155"/>
                    <a:pt x="448" y="155"/>
                    <a:pt x="448" y="155"/>
                  </a:cubicBezTo>
                  <a:cubicBezTo>
                    <a:pt x="453" y="126"/>
                    <a:pt x="453" y="126"/>
                    <a:pt x="453" y="126"/>
                  </a:cubicBezTo>
                  <a:close/>
                  <a:moveTo>
                    <a:pt x="477" y="124"/>
                  </a:moveTo>
                  <a:cubicBezTo>
                    <a:pt x="485" y="127"/>
                    <a:pt x="485" y="127"/>
                    <a:pt x="485" y="127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9" y="135"/>
                    <a:pt x="509" y="135"/>
                    <a:pt x="509" y="135"/>
                  </a:cubicBezTo>
                  <a:cubicBezTo>
                    <a:pt x="490" y="150"/>
                    <a:pt x="490" y="150"/>
                    <a:pt x="490" y="150"/>
                  </a:cubicBezTo>
                  <a:cubicBezTo>
                    <a:pt x="485" y="165"/>
                    <a:pt x="485" y="165"/>
                    <a:pt x="485" y="165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3" y="147"/>
                    <a:pt x="483" y="147"/>
                    <a:pt x="483" y="147"/>
                  </a:cubicBezTo>
                  <a:cubicBezTo>
                    <a:pt x="477" y="124"/>
                    <a:pt x="477" y="124"/>
                    <a:pt x="477" y="124"/>
                  </a:cubicBezTo>
                  <a:close/>
                  <a:moveTo>
                    <a:pt x="541" y="171"/>
                  </a:moveTo>
                  <a:cubicBezTo>
                    <a:pt x="545" y="166"/>
                    <a:pt x="548" y="163"/>
                    <a:pt x="552" y="162"/>
                  </a:cubicBezTo>
                  <a:cubicBezTo>
                    <a:pt x="557" y="161"/>
                    <a:pt x="561" y="162"/>
                    <a:pt x="566" y="166"/>
                  </a:cubicBezTo>
                  <a:cubicBezTo>
                    <a:pt x="571" y="169"/>
                    <a:pt x="574" y="173"/>
                    <a:pt x="574" y="177"/>
                  </a:cubicBezTo>
                  <a:cubicBezTo>
                    <a:pt x="575" y="181"/>
                    <a:pt x="574" y="186"/>
                    <a:pt x="570" y="191"/>
                  </a:cubicBezTo>
                  <a:cubicBezTo>
                    <a:pt x="567" y="196"/>
                    <a:pt x="563" y="200"/>
                    <a:pt x="559" y="200"/>
                  </a:cubicBezTo>
                  <a:cubicBezTo>
                    <a:pt x="555" y="201"/>
                    <a:pt x="550" y="200"/>
                    <a:pt x="545" y="197"/>
                  </a:cubicBezTo>
                  <a:cubicBezTo>
                    <a:pt x="540" y="193"/>
                    <a:pt x="538" y="190"/>
                    <a:pt x="537" y="185"/>
                  </a:cubicBezTo>
                  <a:cubicBezTo>
                    <a:pt x="536" y="181"/>
                    <a:pt x="538" y="176"/>
                    <a:pt x="541" y="171"/>
                  </a:cubicBezTo>
                  <a:close/>
                  <a:moveTo>
                    <a:pt x="563" y="171"/>
                  </a:moveTo>
                  <a:cubicBezTo>
                    <a:pt x="565" y="173"/>
                    <a:pt x="567" y="175"/>
                    <a:pt x="567" y="178"/>
                  </a:cubicBezTo>
                  <a:cubicBezTo>
                    <a:pt x="567" y="180"/>
                    <a:pt x="566" y="183"/>
                    <a:pt x="564" y="187"/>
                  </a:cubicBezTo>
                  <a:cubicBezTo>
                    <a:pt x="561" y="190"/>
                    <a:pt x="559" y="192"/>
                    <a:pt x="556" y="193"/>
                  </a:cubicBezTo>
                  <a:cubicBezTo>
                    <a:pt x="554" y="194"/>
                    <a:pt x="551" y="193"/>
                    <a:pt x="549" y="192"/>
                  </a:cubicBezTo>
                  <a:cubicBezTo>
                    <a:pt x="546" y="190"/>
                    <a:pt x="545" y="188"/>
                    <a:pt x="545" y="185"/>
                  </a:cubicBezTo>
                  <a:cubicBezTo>
                    <a:pt x="544" y="182"/>
                    <a:pt x="546" y="179"/>
                    <a:pt x="548" y="176"/>
                  </a:cubicBezTo>
                  <a:cubicBezTo>
                    <a:pt x="550" y="172"/>
                    <a:pt x="553" y="170"/>
                    <a:pt x="555" y="169"/>
                  </a:cubicBezTo>
                  <a:cubicBezTo>
                    <a:pt x="557" y="169"/>
                    <a:pt x="560" y="169"/>
                    <a:pt x="563" y="171"/>
                  </a:cubicBezTo>
                  <a:close/>
                  <a:moveTo>
                    <a:pt x="574" y="198"/>
                  </a:moveTo>
                  <a:cubicBezTo>
                    <a:pt x="577" y="194"/>
                    <a:pt x="580" y="192"/>
                    <a:pt x="581" y="191"/>
                  </a:cubicBezTo>
                  <a:cubicBezTo>
                    <a:pt x="583" y="189"/>
                    <a:pt x="585" y="189"/>
                    <a:pt x="587" y="188"/>
                  </a:cubicBezTo>
                  <a:cubicBezTo>
                    <a:pt x="589" y="188"/>
                    <a:pt x="591" y="189"/>
                    <a:pt x="593" y="190"/>
                  </a:cubicBezTo>
                  <a:cubicBezTo>
                    <a:pt x="595" y="191"/>
                    <a:pt x="597" y="192"/>
                    <a:pt x="600" y="195"/>
                  </a:cubicBezTo>
                  <a:cubicBezTo>
                    <a:pt x="608" y="202"/>
                    <a:pt x="608" y="202"/>
                    <a:pt x="608" y="202"/>
                  </a:cubicBezTo>
                  <a:cubicBezTo>
                    <a:pt x="604" y="207"/>
                    <a:pt x="604" y="207"/>
                    <a:pt x="604" y="207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3" y="197"/>
                    <a:pt x="591" y="196"/>
                    <a:pt x="589" y="196"/>
                  </a:cubicBezTo>
                  <a:cubicBezTo>
                    <a:pt x="587" y="196"/>
                    <a:pt x="585" y="197"/>
                    <a:pt x="583" y="199"/>
                  </a:cubicBezTo>
                  <a:cubicBezTo>
                    <a:pt x="599" y="213"/>
                    <a:pt x="599" y="213"/>
                    <a:pt x="599" y="213"/>
                  </a:cubicBezTo>
                  <a:cubicBezTo>
                    <a:pt x="595" y="218"/>
                    <a:pt x="595" y="218"/>
                    <a:pt x="595" y="218"/>
                  </a:cubicBezTo>
                  <a:cubicBezTo>
                    <a:pt x="579" y="204"/>
                    <a:pt x="579" y="204"/>
                    <a:pt x="579" y="204"/>
                  </a:cubicBezTo>
                  <a:cubicBezTo>
                    <a:pt x="569" y="215"/>
                    <a:pt x="569" y="215"/>
                    <a:pt x="569" y="215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4" y="198"/>
                    <a:pt x="574" y="198"/>
                    <a:pt x="574" y="198"/>
                  </a:cubicBezTo>
                  <a:close/>
                  <a:moveTo>
                    <a:pt x="641" y="254"/>
                  </a:moveTo>
                  <a:cubicBezTo>
                    <a:pt x="635" y="244"/>
                    <a:pt x="635" y="244"/>
                    <a:pt x="635" y="244"/>
                  </a:cubicBezTo>
                  <a:cubicBezTo>
                    <a:pt x="640" y="241"/>
                    <a:pt x="640" y="241"/>
                    <a:pt x="640" y="241"/>
                  </a:cubicBezTo>
                  <a:cubicBezTo>
                    <a:pt x="656" y="267"/>
                    <a:pt x="656" y="267"/>
                    <a:pt x="656" y="267"/>
                  </a:cubicBezTo>
                  <a:cubicBezTo>
                    <a:pt x="651" y="270"/>
                    <a:pt x="651" y="270"/>
                    <a:pt x="651" y="270"/>
                  </a:cubicBezTo>
                  <a:cubicBezTo>
                    <a:pt x="645" y="260"/>
                    <a:pt x="645" y="260"/>
                    <a:pt x="645" y="260"/>
                  </a:cubicBezTo>
                  <a:cubicBezTo>
                    <a:pt x="620" y="276"/>
                    <a:pt x="620" y="276"/>
                    <a:pt x="620" y="276"/>
                  </a:cubicBezTo>
                  <a:cubicBezTo>
                    <a:pt x="616" y="269"/>
                    <a:pt x="616" y="269"/>
                    <a:pt x="616" y="269"/>
                  </a:cubicBezTo>
                  <a:cubicBezTo>
                    <a:pt x="641" y="254"/>
                    <a:pt x="641" y="254"/>
                    <a:pt x="641" y="254"/>
                  </a:cubicBezTo>
                  <a:close/>
                  <a:moveTo>
                    <a:pt x="662" y="290"/>
                  </a:moveTo>
                  <a:cubicBezTo>
                    <a:pt x="660" y="287"/>
                    <a:pt x="659" y="286"/>
                    <a:pt x="657" y="285"/>
                  </a:cubicBezTo>
                  <a:cubicBezTo>
                    <a:pt x="655" y="284"/>
                    <a:pt x="653" y="285"/>
                    <a:pt x="651" y="286"/>
                  </a:cubicBezTo>
                  <a:cubicBezTo>
                    <a:pt x="659" y="305"/>
                    <a:pt x="659" y="305"/>
                    <a:pt x="659" y="305"/>
                  </a:cubicBezTo>
                  <a:cubicBezTo>
                    <a:pt x="654" y="307"/>
                    <a:pt x="654" y="307"/>
                    <a:pt x="654" y="307"/>
                  </a:cubicBezTo>
                  <a:cubicBezTo>
                    <a:pt x="645" y="288"/>
                    <a:pt x="645" y="288"/>
                    <a:pt x="645" y="288"/>
                  </a:cubicBezTo>
                  <a:cubicBezTo>
                    <a:pt x="642" y="290"/>
                    <a:pt x="641" y="291"/>
                    <a:pt x="640" y="293"/>
                  </a:cubicBezTo>
                  <a:cubicBezTo>
                    <a:pt x="639" y="295"/>
                    <a:pt x="639" y="297"/>
                    <a:pt x="641" y="300"/>
                  </a:cubicBezTo>
                  <a:cubicBezTo>
                    <a:pt x="646" y="311"/>
                    <a:pt x="646" y="311"/>
                    <a:pt x="646" y="311"/>
                  </a:cubicBezTo>
                  <a:cubicBezTo>
                    <a:pt x="640" y="313"/>
                    <a:pt x="640" y="313"/>
                    <a:pt x="640" y="313"/>
                  </a:cubicBezTo>
                  <a:cubicBezTo>
                    <a:pt x="635" y="302"/>
                    <a:pt x="635" y="302"/>
                    <a:pt x="635" y="302"/>
                  </a:cubicBezTo>
                  <a:cubicBezTo>
                    <a:pt x="634" y="299"/>
                    <a:pt x="633" y="297"/>
                    <a:pt x="633" y="296"/>
                  </a:cubicBezTo>
                  <a:cubicBezTo>
                    <a:pt x="633" y="294"/>
                    <a:pt x="633" y="292"/>
                    <a:pt x="633" y="291"/>
                  </a:cubicBezTo>
                  <a:cubicBezTo>
                    <a:pt x="634" y="288"/>
                    <a:pt x="635" y="286"/>
                    <a:pt x="637" y="284"/>
                  </a:cubicBezTo>
                  <a:cubicBezTo>
                    <a:pt x="638" y="283"/>
                    <a:pt x="641" y="281"/>
                    <a:pt x="644" y="280"/>
                  </a:cubicBezTo>
                  <a:cubicBezTo>
                    <a:pt x="649" y="277"/>
                    <a:pt x="654" y="276"/>
                    <a:pt x="658" y="277"/>
                  </a:cubicBezTo>
                  <a:cubicBezTo>
                    <a:pt x="662" y="279"/>
                    <a:pt x="665" y="282"/>
                    <a:pt x="667" y="287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67" y="301"/>
                    <a:pt x="667" y="301"/>
                    <a:pt x="667" y="301"/>
                  </a:cubicBezTo>
                  <a:cubicBezTo>
                    <a:pt x="662" y="290"/>
                    <a:pt x="662" y="290"/>
                    <a:pt x="662" y="290"/>
                  </a:cubicBezTo>
                  <a:close/>
                  <a:moveTo>
                    <a:pt x="675" y="325"/>
                  </a:moveTo>
                  <a:cubicBezTo>
                    <a:pt x="674" y="322"/>
                    <a:pt x="672" y="320"/>
                    <a:pt x="670" y="319"/>
                  </a:cubicBezTo>
                  <a:cubicBezTo>
                    <a:pt x="668" y="319"/>
                    <a:pt x="665" y="319"/>
                    <a:pt x="660" y="320"/>
                  </a:cubicBezTo>
                  <a:cubicBezTo>
                    <a:pt x="657" y="322"/>
                    <a:pt x="654" y="323"/>
                    <a:pt x="653" y="325"/>
                  </a:cubicBezTo>
                  <a:cubicBezTo>
                    <a:pt x="652" y="327"/>
                    <a:pt x="652" y="329"/>
                    <a:pt x="653" y="332"/>
                  </a:cubicBezTo>
                  <a:cubicBezTo>
                    <a:pt x="657" y="344"/>
                    <a:pt x="657" y="344"/>
                    <a:pt x="657" y="344"/>
                  </a:cubicBezTo>
                  <a:cubicBezTo>
                    <a:pt x="651" y="346"/>
                    <a:pt x="651" y="346"/>
                    <a:pt x="651" y="346"/>
                  </a:cubicBezTo>
                  <a:cubicBezTo>
                    <a:pt x="647" y="334"/>
                    <a:pt x="647" y="334"/>
                    <a:pt x="647" y="334"/>
                  </a:cubicBezTo>
                  <a:cubicBezTo>
                    <a:pt x="646" y="331"/>
                    <a:pt x="646" y="329"/>
                    <a:pt x="646" y="327"/>
                  </a:cubicBezTo>
                  <a:cubicBezTo>
                    <a:pt x="646" y="326"/>
                    <a:pt x="646" y="324"/>
                    <a:pt x="647" y="322"/>
                  </a:cubicBezTo>
                  <a:cubicBezTo>
                    <a:pt x="647" y="320"/>
                    <a:pt x="649" y="318"/>
                    <a:pt x="651" y="316"/>
                  </a:cubicBezTo>
                  <a:cubicBezTo>
                    <a:pt x="653" y="315"/>
                    <a:pt x="655" y="314"/>
                    <a:pt x="658" y="313"/>
                  </a:cubicBezTo>
                  <a:cubicBezTo>
                    <a:pt x="664" y="311"/>
                    <a:pt x="669" y="310"/>
                    <a:pt x="673" y="312"/>
                  </a:cubicBezTo>
                  <a:cubicBezTo>
                    <a:pt x="676" y="314"/>
                    <a:pt x="679" y="317"/>
                    <a:pt x="681" y="323"/>
                  </a:cubicBezTo>
                  <a:cubicBezTo>
                    <a:pt x="684" y="335"/>
                    <a:pt x="684" y="335"/>
                    <a:pt x="684" y="335"/>
                  </a:cubicBezTo>
                  <a:cubicBezTo>
                    <a:pt x="679" y="337"/>
                    <a:pt x="679" y="337"/>
                    <a:pt x="679" y="337"/>
                  </a:cubicBezTo>
                  <a:cubicBezTo>
                    <a:pt x="675" y="325"/>
                    <a:pt x="675" y="325"/>
                    <a:pt x="675" y="325"/>
                  </a:cubicBezTo>
                  <a:close/>
                  <a:moveTo>
                    <a:pt x="689" y="352"/>
                  </a:moveTo>
                  <a:cubicBezTo>
                    <a:pt x="675" y="354"/>
                    <a:pt x="675" y="354"/>
                    <a:pt x="675" y="354"/>
                  </a:cubicBezTo>
                  <a:cubicBezTo>
                    <a:pt x="677" y="368"/>
                    <a:pt x="677" y="368"/>
                    <a:pt x="677" y="368"/>
                  </a:cubicBezTo>
                  <a:cubicBezTo>
                    <a:pt x="691" y="365"/>
                    <a:pt x="691" y="365"/>
                    <a:pt x="691" y="365"/>
                  </a:cubicBezTo>
                  <a:cubicBezTo>
                    <a:pt x="692" y="373"/>
                    <a:pt x="692" y="373"/>
                    <a:pt x="692" y="373"/>
                  </a:cubicBezTo>
                  <a:cubicBezTo>
                    <a:pt x="658" y="379"/>
                    <a:pt x="658" y="379"/>
                    <a:pt x="658" y="379"/>
                  </a:cubicBezTo>
                  <a:cubicBezTo>
                    <a:pt x="656" y="372"/>
                    <a:pt x="656" y="372"/>
                    <a:pt x="656" y="372"/>
                  </a:cubicBezTo>
                  <a:cubicBezTo>
                    <a:pt x="671" y="369"/>
                    <a:pt x="671" y="369"/>
                    <a:pt x="671" y="369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54" y="358"/>
                    <a:pt x="654" y="358"/>
                    <a:pt x="654" y="358"/>
                  </a:cubicBezTo>
                  <a:cubicBezTo>
                    <a:pt x="653" y="351"/>
                    <a:pt x="653" y="351"/>
                    <a:pt x="653" y="351"/>
                  </a:cubicBezTo>
                  <a:cubicBezTo>
                    <a:pt x="687" y="344"/>
                    <a:pt x="687" y="344"/>
                    <a:pt x="687" y="344"/>
                  </a:cubicBezTo>
                  <a:cubicBezTo>
                    <a:pt x="689" y="352"/>
                    <a:pt x="689" y="352"/>
                    <a:pt x="689" y="352"/>
                  </a:cubicBezTo>
                  <a:close/>
                  <a:moveTo>
                    <a:pt x="695" y="386"/>
                  </a:moveTo>
                  <a:cubicBezTo>
                    <a:pt x="695" y="396"/>
                    <a:pt x="695" y="396"/>
                    <a:pt x="695" y="396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95" y="410"/>
                    <a:pt x="695" y="410"/>
                    <a:pt x="695" y="410"/>
                  </a:cubicBezTo>
                  <a:cubicBezTo>
                    <a:pt x="695" y="418"/>
                    <a:pt x="695" y="418"/>
                    <a:pt x="695" y="418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0" y="410"/>
                    <a:pt x="660" y="410"/>
                    <a:pt x="660" y="410"/>
                  </a:cubicBezTo>
                  <a:cubicBezTo>
                    <a:pt x="686" y="394"/>
                    <a:pt x="686" y="394"/>
                    <a:pt x="686" y="394"/>
                  </a:cubicBezTo>
                  <a:cubicBezTo>
                    <a:pt x="660" y="395"/>
                    <a:pt x="660" y="395"/>
                    <a:pt x="660" y="395"/>
                  </a:cubicBezTo>
                  <a:cubicBezTo>
                    <a:pt x="659" y="387"/>
                    <a:pt x="659" y="387"/>
                    <a:pt x="659" y="387"/>
                  </a:cubicBezTo>
                  <a:cubicBezTo>
                    <a:pt x="695" y="386"/>
                    <a:pt x="695" y="386"/>
                    <a:pt x="695" y="386"/>
                  </a:cubicBezTo>
                  <a:close/>
                  <a:moveTo>
                    <a:pt x="677" y="425"/>
                  </a:moveTo>
                  <a:cubicBezTo>
                    <a:pt x="683" y="426"/>
                    <a:pt x="688" y="428"/>
                    <a:pt x="690" y="431"/>
                  </a:cubicBezTo>
                  <a:cubicBezTo>
                    <a:pt x="693" y="434"/>
                    <a:pt x="694" y="439"/>
                    <a:pt x="693" y="445"/>
                  </a:cubicBezTo>
                  <a:cubicBezTo>
                    <a:pt x="692" y="451"/>
                    <a:pt x="690" y="455"/>
                    <a:pt x="687" y="458"/>
                  </a:cubicBezTo>
                  <a:cubicBezTo>
                    <a:pt x="684" y="460"/>
                    <a:pt x="679" y="461"/>
                    <a:pt x="673" y="460"/>
                  </a:cubicBezTo>
                  <a:cubicBezTo>
                    <a:pt x="667" y="459"/>
                    <a:pt x="662" y="457"/>
                    <a:pt x="660" y="454"/>
                  </a:cubicBezTo>
                  <a:cubicBezTo>
                    <a:pt x="657" y="451"/>
                    <a:pt x="656" y="446"/>
                    <a:pt x="657" y="440"/>
                  </a:cubicBezTo>
                  <a:cubicBezTo>
                    <a:pt x="657" y="434"/>
                    <a:pt x="659" y="430"/>
                    <a:pt x="663" y="427"/>
                  </a:cubicBezTo>
                  <a:cubicBezTo>
                    <a:pt x="666" y="425"/>
                    <a:pt x="671" y="424"/>
                    <a:pt x="677" y="425"/>
                  </a:cubicBezTo>
                  <a:close/>
                  <a:moveTo>
                    <a:pt x="687" y="444"/>
                  </a:moveTo>
                  <a:cubicBezTo>
                    <a:pt x="687" y="447"/>
                    <a:pt x="685" y="450"/>
                    <a:pt x="683" y="451"/>
                  </a:cubicBezTo>
                  <a:cubicBezTo>
                    <a:pt x="681" y="452"/>
                    <a:pt x="678" y="453"/>
                    <a:pt x="674" y="452"/>
                  </a:cubicBezTo>
                  <a:cubicBezTo>
                    <a:pt x="670" y="452"/>
                    <a:pt x="667" y="450"/>
                    <a:pt x="665" y="449"/>
                  </a:cubicBezTo>
                  <a:cubicBezTo>
                    <a:pt x="663" y="447"/>
                    <a:pt x="662" y="444"/>
                    <a:pt x="663" y="441"/>
                  </a:cubicBezTo>
                  <a:cubicBezTo>
                    <a:pt x="663" y="438"/>
                    <a:pt x="664" y="435"/>
                    <a:pt x="667" y="434"/>
                  </a:cubicBezTo>
                  <a:cubicBezTo>
                    <a:pt x="669" y="433"/>
                    <a:pt x="672" y="432"/>
                    <a:pt x="676" y="433"/>
                  </a:cubicBezTo>
                  <a:cubicBezTo>
                    <a:pt x="680" y="433"/>
                    <a:pt x="683" y="435"/>
                    <a:pt x="685" y="436"/>
                  </a:cubicBezTo>
                  <a:cubicBezTo>
                    <a:pt x="687" y="438"/>
                    <a:pt x="687" y="441"/>
                    <a:pt x="687" y="444"/>
                  </a:cubicBezTo>
                  <a:close/>
                  <a:moveTo>
                    <a:pt x="651" y="478"/>
                  </a:moveTo>
                  <a:cubicBezTo>
                    <a:pt x="652" y="474"/>
                    <a:pt x="653" y="472"/>
                    <a:pt x="654" y="471"/>
                  </a:cubicBezTo>
                  <a:cubicBezTo>
                    <a:pt x="655" y="469"/>
                    <a:pt x="656" y="468"/>
                    <a:pt x="658" y="467"/>
                  </a:cubicBezTo>
                  <a:cubicBezTo>
                    <a:pt x="659" y="466"/>
                    <a:pt x="661" y="466"/>
                    <a:pt x="662" y="465"/>
                  </a:cubicBezTo>
                  <a:cubicBezTo>
                    <a:pt x="664" y="465"/>
                    <a:pt x="666" y="466"/>
                    <a:pt x="669" y="466"/>
                  </a:cubicBezTo>
                  <a:cubicBezTo>
                    <a:pt x="689" y="471"/>
                    <a:pt x="689" y="471"/>
                    <a:pt x="689" y="471"/>
                  </a:cubicBezTo>
                  <a:cubicBezTo>
                    <a:pt x="687" y="478"/>
                    <a:pt x="687" y="478"/>
                    <a:pt x="687" y="478"/>
                  </a:cubicBezTo>
                  <a:cubicBezTo>
                    <a:pt x="667" y="474"/>
                    <a:pt x="667" y="474"/>
                    <a:pt x="667" y="474"/>
                  </a:cubicBezTo>
                  <a:cubicBezTo>
                    <a:pt x="665" y="473"/>
                    <a:pt x="664" y="473"/>
                    <a:pt x="663" y="473"/>
                  </a:cubicBezTo>
                  <a:cubicBezTo>
                    <a:pt x="662" y="473"/>
                    <a:pt x="661" y="473"/>
                    <a:pt x="661" y="473"/>
                  </a:cubicBezTo>
                  <a:cubicBezTo>
                    <a:pt x="660" y="474"/>
                    <a:pt x="659" y="475"/>
                    <a:pt x="658" y="475"/>
                  </a:cubicBezTo>
                  <a:cubicBezTo>
                    <a:pt x="658" y="476"/>
                    <a:pt x="657" y="478"/>
                    <a:pt x="657" y="480"/>
                  </a:cubicBezTo>
                  <a:cubicBezTo>
                    <a:pt x="655" y="488"/>
                    <a:pt x="655" y="488"/>
                    <a:pt x="655" y="488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1" y="478"/>
                    <a:pt x="651" y="478"/>
                    <a:pt x="651" y="478"/>
                  </a:cubicBezTo>
                  <a:close/>
                  <a:moveTo>
                    <a:pt x="667" y="494"/>
                  </a:moveTo>
                  <a:cubicBezTo>
                    <a:pt x="672" y="496"/>
                    <a:pt x="676" y="499"/>
                    <a:pt x="678" y="503"/>
                  </a:cubicBezTo>
                  <a:cubicBezTo>
                    <a:pt x="679" y="507"/>
                    <a:pt x="679" y="512"/>
                    <a:pt x="677" y="517"/>
                  </a:cubicBezTo>
                  <a:cubicBezTo>
                    <a:pt x="675" y="523"/>
                    <a:pt x="671" y="526"/>
                    <a:pt x="668" y="528"/>
                  </a:cubicBezTo>
                  <a:cubicBezTo>
                    <a:pt x="664" y="529"/>
                    <a:pt x="659" y="529"/>
                    <a:pt x="653" y="527"/>
                  </a:cubicBezTo>
                  <a:cubicBezTo>
                    <a:pt x="647" y="524"/>
                    <a:pt x="644" y="521"/>
                    <a:pt x="642" y="517"/>
                  </a:cubicBezTo>
                  <a:cubicBezTo>
                    <a:pt x="640" y="513"/>
                    <a:pt x="641" y="509"/>
                    <a:pt x="643" y="503"/>
                  </a:cubicBezTo>
                  <a:cubicBezTo>
                    <a:pt x="645" y="497"/>
                    <a:pt x="648" y="494"/>
                    <a:pt x="652" y="492"/>
                  </a:cubicBezTo>
                  <a:cubicBezTo>
                    <a:pt x="656" y="491"/>
                    <a:pt x="661" y="491"/>
                    <a:pt x="667" y="494"/>
                  </a:cubicBezTo>
                  <a:close/>
                  <a:moveTo>
                    <a:pt x="671" y="515"/>
                  </a:moveTo>
                  <a:cubicBezTo>
                    <a:pt x="670" y="518"/>
                    <a:pt x="668" y="520"/>
                    <a:pt x="666" y="520"/>
                  </a:cubicBezTo>
                  <a:cubicBezTo>
                    <a:pt x="663" y="521"/>
                    <a:pt x="660" y="521"/>
                    <a:pt x="656" y="519"/>
                  </a:cubicBezTo>
                  <a:cubicBezTo>
                    <a:pt x="652" y="517"/>
                    <a:pt x="650" y="516"/>
                    <a:pt x="649" y="513"/>
                  </a:cubicBezTo>
                  <a:cubicBezTo>
                    <a:pt x="647" y="511"/>
                    <a:pt x="647" y="508"/>
                    <a:pt x="648" y="505"/>
                  </a:cubicBezTo>
                  <a:cubicBezTo>
                    <a:pt x="650" y="502"/>
                    <a:pt x="651" y="500"/>
                    <a:pt x="654" y="500"/>
                  </a:cubicBezTo>
                  <a:cubicBezTo>
                    <a:pt x="656" y="499"/>
                    <a:pt x="660" y="500"/>
                    <a:pt x="664" y="501"/>
                  </a:cubicBezTo>
                  <a:cubicBezTo>
                    <a:pt x="667" y="503"/>
                    <a:pt x="670" y="505"/>
                    <a:pt x="671" y="507"/>
                  </a:cubicBezTo>
                  <a:cubicBezTo>
                    <a:pt x="672" y="509"/>
                    <a:pt x="672" y="512"/>
                    <a:pt x="671" y="515"/>
                  </a:cubicBezTo>
                  <a:close/>
                  <a:moveTo>
                    <a:pt x="641" y="544"/>
                  </a:moveTo>
                  <a:cubicBezTo>
                    <a:pt x="646" y="547"/>
                    <a:pt x="646" y="547"/>
                    <a:pt x="646" y="547"/>
                  </a:cubicBezTo>
                  <a:cubicBezTo>
                    <a:pt x="637" y="562"/>
                    <a:pt x="637" y="562"/>
                    <a:pt x="637" y="562"/>
                  </a:cubicBezTo>
                  <a:cubicBezTo>
                    <a:pt x="619" y="552"/>
                    <a:pt x="619" y="552"/>
                    <a:pt x="619" y="552"/>
                  </a:cubicBezTo>
                  <a:cubicBezTo>
                    <a:pt x="628" y="538"/>
                    <a:pt x="628" y="538"/>
                    <a:pt x="628" y="538"/>
                  </a:cubicBezTo>
                  <a:cubicBezTo>
                    <a:pt x="629" y="535"/>
                    <a:pt x="631" y="533"/>
                    <a:pt x="632" y="532"/>
                  </a:cubicBezTo>
                  <a:cubicBezTo>
                    <a:pt x="633" y="531"/>
                    <a:pt x="634" y="530"/>
                    <a:pt x="636" y="530"/>
                  </a:cubicBezTo>
                  <a:cubicBezTo>
                    <a:pt x="638" y="529"/>
                    <a:pt x="641" y="529"/>
                    <a:pt x="643" y="529"/>
                  </a:cubicBezTo>
                  <a:cubicBezTo>
                    <a:pt x="645" y="529"/>
                    <a:pt x="648" y="530"/>
                    <a:pt x="651" y="532"/>
                  </a:cubicBezTo>
                  <a:cubicBezTo>
                    <a:pt x="656" y="535"/>
                    <a:pt x="659" y="539"/>
                    <a:pt x="661" y="543"/>
                  </a:cubicBezTo>
                  <a:cubicBezTo>
                    <a:pt x="662" y="547"/>
                    <a:pt x="661" y="551"/>
                    <a:pt x="658" y="556"/>
                  </a:cubicBezTo>
                  <a:cubicBezTo>
                    <a:pt x="650" y="570"/>
                    <a:pt x="650" y="570"/>
                    <a:pt x="650" y="570"/>
                  </a:cubicBezTo>
                  <a:cubicBezTo>
                    <a:pt x="644" y="567"/>
                    <a:pt x="644" y="567"/>
                    <a:pt x="644" y="567"/>
                  </a:cubicBezTo>
                  <a:cubicBezTo>
                    <a:pt x="653" y="553"/>
                    <a:pt x="653" y="553"/>
                    <a:pt x="653" y="553"/>
                  </a:cubicBezTo>
                  <a:cubicBezTo>
                    <a:pt x="654" y="550"/>
                    <a:pt x="654" y="548"/>
                    <a:pt x="654" y="546"/>
                  </a:cubicBezTo>
                  <a:cubicBezTo>
                    <a:pt x="653" y="544"/>
                    <a:pt x="650" y="542"/>
                    <a:pt x="647" y="539"/>
                  </a:cubicBezTo>
                  <a:cubicBezTo>
                    <a:pt x="644" y="537"/>
                    <a:pt x="641" y="537"/>
                    <a:pt x="639" y="537"/>
                  </a:cubicBezTo>
                  <a:cubicBezTo>
                    <a:pt x="636" y="537"/>
                    <a:pt x="635" y="538"/>
                    <a:pt x="633" y="541"/>
                  </a:cubicBezTo>
                  <a:cubicBezTo>
                    <a:pt x="629" y="548"/>
                    <a:pt x="629" y="548"/>
                    <a:pt x="629" y="548"/>
                  </a:cubicBezTo>
                  <a:cubicBezTo>
                    <a:pt x="636" y="553"/>
                    <a:pt x="636" y="553"/>
                    <a:pt x="636" y="553"/>
                  </a:cubicBezTo>
                  <a:cubicBezTo>
                    <a:pt x="641" y="544"/>
                    <a:pt x="641" y="544"/>
                    <a:pt x="641" y="544"/>
                  </a:cubicBezTo>
                  <a:close/>
                  <a:moveTo>
                    <a:pt x="648" y="574"/>
                  </a:moveTo>
                  <a:cubicBezTo>
                    <a:pt x="643" y="581"/>
                    <a:pt x="643" y="581"/>
                    <a:pt x="643" y="581"/>
                  </a:cubicBezTo>
                  <a:cubicBezTo>
                    <a:pt x="627" y="580"/>
                    <a:pt x="627" y="580"/>
                    <a:pt x="627" y="580"/>
                  </a:cubicBezTo>
                  <a:cubicBezTo>
                    <a:pt x="632" y="595"/>
                    <a:pt x="632" y="595"/>
                    <a:pt x="632" y="595"/>
                  </a:cubicBezTo>
                  <a:cubicBezTo>
                    <a:pt x="627" y="602"/>
                    <a:pt x="627" y="602"/>
                    <a:pt x="627" y="602"/>
                  </a:cubicBezTo>
                  <a:cubicBezTo>
                    <a:pt x="619" y="579"/>
                    <a:pt x="619" y="579"/>
                    <a:pt x="619" y="579"/>
                  </a:cubicBezTo>
                  <a:cubicBezTo>
                    <a:pt x="607" y="570"/>
                    <a:pt x="607" y="570"/>
                    <a:pt x="607" y="570"/>
                  </a:cubicBezTo>
                  <a:cubicBezTo>
                    <a:pt x="611" y="564"/>
                    <a:pt x="611" y="564"/>
                    <a:pt x="611" y="564"/>
                  </a:cubicBezTo>
                  <a:cubicBezTo>
                    <a:pt x="624" y="573"/>
                    <a:pt x="624" y="573"/>
                    <a:pt x="624" y="573"/>
                  </a:cubicBezTo>
                  <a:cubicBezTo>
                    <a:pt x="648" y="574"/>
                    <a:pt x="648" y="574"/>
                    <a:pt x="648" y="574"/>
                  </a:cubicBezTo>
                  <a:close/>
                  <a:moveTo>
                    <a:pt x="264" y="535"/>
                  </a:moveTo>
                  <a:cubicBezTo>
                    <a:pt x="392" y="535"/>
                    <a:pt x="392" y="535"/>
                    <a:pt x="392" y="535"/>
                  </a:cubicBezTo>
                  <a:cubicBezTo>
                    <a:pt x="401" y="536"/>
                    <a:pt x="400" y="566"/>
                    <a:pt x="392" y="565"/>
                  </a:cubicBezTo>
                  <a:cubicBezTo>
                    <a:pt x="264" y="565"/>
                    <a:pt x="264" y="565"/>
                    <a:pt x="264" y="565"/>
                  </a:cubicBezTo>
                  <a:cubicBezTo>
                    <a:pt x="275" y="565"/>
                    <a:pt x="276" y="536"/>
                    <a:pt x="264" y="535"/>
                  </a:cubicBezTo>
                  <a:close/>
                  <a:moveTo>
                    <a:pt x="550" y="535"/>
                  </a:moveTo>
                  <a:cubicBezTo>
                    <a:pt x="538" y="536"/>
                    <a:pt x="539" y="565"/>
                    <a:pt x="550" y="565"/>
                  </a:cubicBezTo>
                  <a:cubicBezTo>
                    <a:pt x="421" y="565"/>
                    <a:pt x="421" y="565"/>
                    <a:pt x="421" y="565"/>
                  </a:cubicBezTo>
                  <a:cubicBezTo>
                    <a:pt x="413" y="566"/>
                    <a:pt x="412" y="536"/>
                    <a:pt x="421" y="535"/>
                  </a:cubicBezTo>
                  <a:cubicBezTo>
                    <a:pt x="550" y="535"/>
                    <a:pt x="550" y="535"/>
                    <a:pt x="550" y="535"/>
                  </a:cubicBezTo>
                  <a:close/>
                  <a:moveTo>
                    <a:pt x="495" y="212"/>
                  </a:moveTo>
                  <a:cubicBezTo>
                    <a:pt x="495" y="260"/>
                    <a:pt x="495" y="260"/>
                    <a:pt x="495" y="260"/>
                  </a:cubicBezTo>
                  <a:cubicBezTo>
                    <a:pt x="481" y="257"/>
                    <a:pt x="469" y="266"/>
                    <a:pt x="462" y="280"/>
                  </a:cubicBezTo>
                  <a:cubicBezTo>
                    <a:pt x="462" y="449"/>
                    <a:pt x="462" y="449"/>
                    <a:pt x="462" y="449"/>
                  </a:cubicBezTo>
                  <a:cubicBezTo>
                    <a:pt x="493" y="439"/>
                    <a:pt x="510" y="421"/>
                    <a:pt x="516" y="396"/>
                  </a:cubicBezTo>
                  <a:cubicBezTo>
                    <a:pt x="519" y="389"/>
                    <a:pt x="519" y="377"/>
                    <a:pt x="514" y="358"/>
                  </a:cubicBezTo>
                  <a:cubicBezTo>
                    <a:pt x="501" y="332"/>
                    <a:pt x="486" y="324"/>
                    <a:pt x="477" y="327"/>
                  </a:cubicBezTo>
                  <a:cubicBezTo>
                    <a:pt x="477" y="278"/>
                    <a:pt x="477" y="278"/>
                    <a:pt x="477" y="278"/>
                  </a:cubicBezTo>
                  <a:cubicBezTo>
                    <a:pt x="516" y="281"/>
                    <a:pt x="552" y="305"/>
                    <a:pt x="562" y="357"/>
                  </a:cubicBezTo>
                  <a:cubicBezTo>
                    <a:pt x="570" y="390"/>
                    <a:pt x="562" y="422"/>
                    <a:pt x="545" y="449"/>
                  </a:cubicBezTo>
                  <a:cubicBezTo>
                    <a:pt x="523" y="472"/>
                    <a:pt x="499" y="491"/>
                    <a:pt x="462" y="497"/>
                  </a:cubicBezTo>
                  <a:cubicBezTo>
                    <a:pt x="462" y="514"/>
                    <a:pt x="462" y="514"/>
                    <a:pt x="462" y="514"/>
                  </a:cubicBezTo>
                  <a:cubicBezTo>
                    <a:pt x="413" y="514"/>
                    <a:pt x="413" y="514"/>
                    <a:pt x="413" y="514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25" y="233"/>
                    <a:pt x="453" y="213"/>
                    <a:pt x="495" y="212"/>
                  </a:cubicBezTo>
                  <a:close/>
                  <a:moveTo>
                    <a:pt x="316" y="212"/>
                  </a:moveTo>
                  <a:cubicBezTo>
                    <a:pt x="358" y="213"/>
                    <a:pt x="386" y="233"/>
                    <a:pt x="398" y="274"/>
                  </a:cubicBezTo>
                  <a:cubicBezTo>
                    <a:pt x="398" y="514"/>
                    <a:pt x="398" y="514"/>
                    <a:pt x="398" y="514"/>
                  </a:cubicBezTo>
                  <a:cubicBezTo>
                    <a:pt x="349" y="514"/>
                    <a:pt x="349" y="514"/>
                    <a:pt x="349" y="514"/>
                  </a:cubicBezTo>
                  <a:cubicBezTo>
                    <a:pt x="349" y="497"/>
                    <a:pt x="349" y="497"/>
                    <a:pt x="349" y="497"/>
                  </a:cubicBezTo>
                  <a:cubicBezTo>
                    <a:pt x="312" y="491"/>
                    <a:pt x="288" y="472"/>
                    <a:pt x="267" y="449"/>
                  </a:cubicBezTo>
                  <a:cubicBezTo>
                    <a:pt x="249" y="422"/>
                    <a:pt x="241" y="390"/>
                    <a:pt x="249" y="357"/>
                  </a:cubicBezTo>
                  <a:cubicBezTo>
                    <a:pt x="259" y="305"/>
                    <a:pt x="295" y="281"/>
                    <a:pt x="334" y="27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25" y="324"/>
                    <a:pt x="310" y="332"/>
                    <a:pt x="297" y="358"/>
                  </a:cubicBezTo>
                  <a:cubicBezTo>
                    <a:pt x="292" y="377"/>
                    <a:pt x="292" y="389"/>
                    <a:pt x="295" y="396"/>
                  </a:cubicBezTo>
                  <a:cubicBezTo>
                    <a:pt x="302" y="421"/>
                    <a:pt x="318" y="439"/>
                    <a:pt x="349" y="449"/>
                  </a:cubicBezTo>
                  <a:cubicBezTo>
                    <a:pt x="349" y="280"/>
                    <a:pt x="349" y="280"/>
                    <a:pt x="349" y="280"/>
                  </a:cubicBezTo>
                  <a:cubicBezTo>
                    <a:pt x="343" y="266"/>
                    <a:pt x="330" y="257"/>
                    <a:pt x="316" y="260"/>
                  </a:cubicBezTo>
                  <a:cubicBezTo>
                    <a:pt x="316" y="212"/>
                    <a:pt x="316" y="212"/>
                    <a:pt x="316" y="212"/>
                  </a:cubicBezTo>
                  <a:close/>
                  <a:moveTo>
                    <a:pt x="249" y="587"/>
                  </a:moveTo>
                  <a:cubicBezTo>
                    <a:pt x="567" y="587"/>
                    <a:pt x="567" y="587"/>
                    <a:pt x="567" y="587"/>
                  </a:cubicBezTo>
                  <a:cubicBezTo>
                    <a:pt x="567" y="615"/>
                    <a:pt x="567" y="615"/>
                    <a:pt x="567" y="615"/>
                  </a:cubicBezTo>
                  <a:cubicBezTo>
                    <a:pt x="249" y="615"/>
                    <a:pt x="249" y="615"/>
                    <a:pt x="249" y="615"/>
                  </a:cubicBezTo>
                  <a:lnTo>
                    <a:pt x="249" y="5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grpSp>
        <p:nvGrpSpPr>
          <p:cNvPr id="203" name="组合 202">
            <a:extLst>
              <a:ext uri="{FF2B5EF4-FFF2-40B4-BE49-F238E27FC236}">
                <a16:creationId xmlns:a16="http://schemas.microsoft.com/office/drawing/2014/main" id="{3D415306-D148-4EBC-A3D6-52606ECB41D5}"/>
              </a:ext>
            </a:extLst>
          </p:cNvPr>
          <p:cNvGrpSpPr/>
          <p:nvPr userDrawn="1"/>
        </p:nvGrpSpPr>
        <p:grpSpPr>
          <a:xfrm>
            <a:off x="2981371" y="5092290"/>
            <a:ext cx="3321336" cy="0"/>
            <a:chOff x="1481081" y="5003800"/>
            <a:chExt cx="3321336" cy="0"/>
          </a:xfrm>
        </p:grpSpPr>
        <p:cxnSp>
          <p:nvCxnSpPr>
            <p:cNvPr id="196" name="直接连接符 195">
              <a:extLst>
                <a:ext uri="{FF2B5EF4-FFF2-40B4-BE49-F238E27FC236}">
                  <a16:creationId xmlns:a16="http://schemas.microsoft.com/office/drawing/2014/main" id="{BD236DD2-5AFB-4FB6-9DEA-A45D68A9A80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69571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接连接符 196">
              <a:extLst>
                <a:ext uri="{FF2B5EF4-FFF2-40B4-BE49-F238E27FC236}">
                  <a16:creationId xmlns:a16="http://schemas.microsoft.com/office/drawing/2014/main" id="{C7AE7D93-54B7-4AE3-8A2A-15A56AC563A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29670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接连接符 197">
              <a:extLst>
                <a:ext uri="{FF2B5EF4-FFF2-40B4-BE49-F238E27FC236}">
                  <a16:creationId xmlns:a16="http://schemas.microsoft.com/office/drawing/2014/main" id="{35E08A48-9C93-447B-A77C-1382F92F1E56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48108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接连接符 198">
              <a:extLst>
                <a:ext uri="{FF2B5EF4-FFF2-40B4-BE49-F238E27FC236}">
                  <a16:creationId xmlns:a16="http://schemas.microsoft.com/office/drawing/2014/main" id="{0C5706E7-AD5D-4C29-BA4D-172709C1279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926643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接连接符 199">
              <a:extLst>
                <a:ext uri="{FF2B5EF4-FFF2-40B4-BE49-F238E27FC236}">
                  <a16:creationId xmlns:a16="http://schemas.microsoft.com/office/drawing/2014/main" id="{2BFF8DE1-38A8-43EF-BF29-79BD7611E14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030055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接连接符 200">
              <a:extLst>
                <a:ext uri="{FF2B5EF4-FFF2-40B4-BE49-F238E27FC236}">
                  <a16:creationId xmlns:a16="http://schemas.microsoft.com/office/drawing/2014/main" id="{5A238652-B3A1-4BA8-BCFD-905656D38DCB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45766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组合 203" hidden="1">
            <a:extLst>
              <a:ext uri="{FF2B5EF4-FFF2-40B4-BE49-F238E27FC236}">
                <a16:creationId xmlns:a16="http://schemas.microsoft.com/office/drawing/2014/main" id="{1BB2B923-FA17-48C6-AC65-CAF891A9DE52}"/>
              </a:ext>
            </a:extLst>
          </p:cNvPr>
          <p:cNvGrpSpPr/>
          <p:nvPr userDrawn="1"/>
        </p:nvGrpSpPr>
        <p:grpSpPr>
          <a:xfrm>
            <a:off x="7449334" y="1663290"/>
            <a:ext cx="1696635" cy="0"/>
            <a:chOff x="1540680" y="5003800"/>
            <a:chExt cx="3266321" cy="0"/>
          </a:xfrm>
        </p:grpSpPr>
        <p:cxnSp>
          <p:nvCxnSpPr>
            <p:cNvPr id="205" name="直接连接符 204">
              <a:extLst>
                <a:ext uri="{FF2B5EF4-FFF2-40B4-BE49-F238E27FC236}">
                  <a16:creationId xmlns:a16="http://schemas.microsoft.com/office/drawing/2014/main" id="{D53835C2-BC4C-47BC-9788-8A3A8F06EB8C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80574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接连接符 205">
              <a:extLst>
                <a:ext uri="{FF2B5EF4-FFF2-40B4-BE49-F238E27FC236}">
                  <a16:creationId xmlns:a16="http://schemas.microsoft.com/office/drawing/2014/main" id="{020923C3-716A-4FC2-A40B-BD3EF5A3EF8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383804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接连接符 206">
              <a:extLst>
                <a:ext uri="{FF2B5EF4-FFF2-40B4-BE49-F238E27FC236}">
                  <a16:creationId xmlns:a16="http://schemas.microsoft.com/office/drawing/2014/main" id="{DCF5F03D-3596-4151-848A-883AA5D938A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54068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接连接符 207">
              <a:extLst>
                <a:ext uri="{FF2B5EF4-FFF2-40B4-BE49-F238E27FC236}">
                  <a16:creationId xmlns:a16="http://schemas.microsoft.com/office/drawing/2014/main" id="{A36AEA14-0313-4A01-9A73-278699BACDA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050422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接连接符 208">
              <a:extLst>
                <a:ext uri="{FF2B5EF4-FFF2-40B4-BE49-F238E27FC236}">
                  <a16:creationId xmlns:a16="http://schemas.microsoft.com/office/drawing/2014/main" id="{EBDB4E7E-3F5E-4BD0-A38B-CB809D8B619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13549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接连接符 209">
              <a:extLst>
                <a:ext uri="{FF2B5EF4-FFF2-40B4-BE49-F238E27FC236}">
                  <a16:creationId xmlns:a16="http://schemas.microsoft.com/office/drawing/2014/main" id="{A896D2C3-F7A2-4199-A150-36FD272DF35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5035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90" name="直接连接符 289" hidden="1">
            <a:extLst>
              <a:ext uri="{FF2B5EF4-FFF2-40B4-BE49-F238E27FC236}">
                <a16:creationId xmlns:a16="http://schemas.microsoft.com/office/drawing/2014/main" id="{C5A07638-5B01-4A20-B839-F4A3F683BA89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2401504" y="5747962"/>
            <a:ext cx="97026" cy="695372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6" name="直接连接符 295" hidden="1">
            <a:extLst>
              <a:ext uri="{FF2B5EF4-FFF2-40B4-BE49-F238E27FC236}">
                <a16:creationId xmlns:a16="http://schemas.microsoft.com/office/drawing/2014/main" id="{C3CFD60D-F43B-4964-A953-AC2845840DE9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4033350" y="5953004"/>
            <a:ext cx="558137" cy="434629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直接连接符 302" hidden="1">
            <a:extLst>
              <a:ext uri="{FF2B5EF4-FFF2-40B4-BE49-F238E27FC236}">
                <a16:creationId xmlns:a16="http://schemas.microsoft.com/office/drawing/2014/main" id="{1B25A018-75D7-4705-95D4-A6B636E85792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5539106" y="5857875"/>
            <a:ext cx="755236" cy="321515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6" name="直接连接符 305" hidden="1">
            <a:extLst>
              <a:ext uri="{FF2B5EF4-FFF2-40B4-BE49-F238E27FC236}">
                <a16:creationId xmlns:a16="http://schemas.microsoft.com/office/drawing/2014/main" id="{9920AE91-E8D7-4EBE-A872-32756464BAAC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6096001" y="5553077"/>
            <a:ext cx="901922" cy="285929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9" name="直接连接符 308" hidden="1">
            <a:extLst>
              <a:ext uri="{FF2B5EF4-FFF2-40B4-BE49-F238E27FC236}">
                <a16:creationId xmlns:a16="http://schemas.microsoft.com/office/drawing/2014/main" id="{1DB58923-7279-4C05-859E-D878BD021F93}"/>
              </a:ext>
            </a:extLst>
          </p:cNvPr>
          <p:cNvCxnSpPr>
            <a:cxnSpLocks/>
          </p:cNvCxnSpPr>
          <p:nvPr userDrawn="1"/>
        </p:nvCxnSpPr>
        <p:spPr>
          <a:xfrm flipV="1">
            <a:off x="553968" y="5671076"/>
            <a:ext cx="579220" cy="549445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2" name="直接连接符 311" hidden="1">
            <a:extLst>
              <a:ext uri="{FF2B5EF4-FFF2-40B4-BE49-F238E27FC236}">
                <a16:creationId xmlns:a16="http://schemas.microsoft.com/office/drawing/2014/main" id="{0215351C-9E36-48E0-B513-858C747F5DAE}"/>
              </a:ext>
            </a:extLst>
          </p:cNvPr>
          <p:cNvCxnSpPr>
            <a:cxnSpLocks/>
          </p:cNvCxnSpPr>
          <p:nvPr userDrawn="1"/>
        </p:nvCxnSpPr>
        <p:spPr>
          <a:xfrm flipV="1">
            <a:off x="167834" y="5270034"/>
            <a:ext cx="614742" cy="266102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>
            <a:extLst>
              <a:ext uri="{FF2B5EF4-FFF2-40B4-BE49-F238E27FC236}">
                <a16:creationId xmlns:a16="http://schemas.microsoft.com/office/drawing/2014/main" id="{75C44506-71E1-4D5A-B0C6-779B06AA6DD8}"/>
              </a:ext>
            </a:extLst>
          </p:cNvPr>
          <p:cNvCxnSpPr>
            <a:cxnSpLocks/>
          </p:cNvCxnSpPr>
          <p:nvPr userDrawn="1"/>
        </p:nvCxnSpPr>
        <p:spPr>
          <a:xfrm flipV="1">
            <a:off x="-31353" y="5092292"/>
            <a:ext cx="2981030" cy="1802309"/>
          </a:xfrm>
          <a:prstGeom prst="line">
            <a:avLst/>
          </a:prstGeom>
          <a:ln w="15875" cap="rnd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99000">
                  <a:schemeClr val="accent1">
                    <a:lumMod val="40000"/>
                    <a:lumOff val="60000"/>
                    <a:alpha val="42000"/>
                  </a:schemeClr>
                </a:gs>
              </a:gsLst>
              <a:lin ang="0" scaled="1"/>
              <a:tileRect/>
            </a:gra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>
            <a:extLst>
              <a:ext uri="{FF2B5EF4-FFF2-40B4-BE49-F238E27FC236}">
                <a16:creationId xmlns:a16="http://schemas.microsoft.com/office/drawing/2014/main" id="{2ACA8A0D-98FE-4015-AE18-B4D70473D270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9145969" y="5092290"/>
            <a:ext cx="3039682" cy="1780542"/>
          </a:xfrm>
          <a:prstGeom prst="line">
            <a:avLst/>
          </a:prstGeom>
          <a:ln w="15875" cap="rnd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99000">
                  <a:schemeClr val="accent1">
                    <a:lumMod val="40000"/>
                    <a:lumOff val="60000"/>
                    <a:alpha val="42000"/>
                  </a:schemeClr>
                </a:gs>
              </a:gsLst>
              <a:lin ang="0" scaled="1"/>
              <a:tileRect/>
            </a:gra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直接连接符 95">
            <a:extLst>
              <a:ext uri="{FF2B5EF4-FFF2-40B4-BE49-F238E27FC236}">
                <a16:creationId xmlns:a16="http://schemas.microsoft.com/office/drawing/2014/main" id="{0AC7806D-7211-4F08-B70D-C96A327DCA3A}"/>
              </a:ext>
            </a:extLst>
          </p:cNvPr>
          <p:cNvCxnSpPr>
            <a:cxnSpLocks/>
          </p:cNvCxnSpPr>
          <p:nvPr userDrawn="1"/>
        </p:nvCxnSpPr>
        <p:spPr>
          <a:xfrm>
            <a:off x="-119844" y="0"/>
            <a:ext cx="3071718" cy="1765709"/>
          </a:xfrm>
          <a:prstGeom prst="line">
            <a:avLst/>
          </a:prstGeom>
          <a:ln w="15875" cap="rnd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99000">
                  <a:schemeClr val="accent1">
                    <a:lumMod val="40000"/>
                    <a:lumOff val="60000"/>
                    <a:alpha val="42000"/>
                  </a:schemeClr>
                </a:gs>
              </a:gsLst>
              <a:lin ang="0" scaled="1"/>
              <a:tileRect/>
            </a:gra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直接连接符 96">
            <a:extLst>
              <a:ext uri="{FF2B5EF4-FFF2-40B4-BE49-F238E27FC236}">
                <a16:creationId xmlns:a16="http://schemas.microsoft.com/office/drawing/2014/main" id="{BEC3620C-FC34-4EC4-8E7D-74F4E1FA326F}"/>
              </a:ext>
            </a:extLst>
          </p:cNvPr>
          <p:cNvCxnSpPr>
            <a:cxnSpLocks/>
          </p:cNvCxnSpPr>
          <p:nvPr userDrawn="1"/>
        </p:nvCxnSpPr>
        <p:spPr>
          <a:xfrm flipH="1">
            <a:off x="9288865" y="-117252"/>
            <a:ext cx="3039682" cy="1780542"/>
          </a:xfrm>
          <a:prstGeom prst="line">
            <a:avLst/>
          </a:prstGeom>
          <a:ln w="15875" cap="rnd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99000">
                  <a:schemeClr val="accent1">
                    <a:lumMod val="40000"/>
                    <a:lumOff val="60000"/>
                    <a:alpha val="42000"/>
                  </a:schemeClr>
                </a:gs>
              </a:gsLst>
              <a:lin ang="0" scaled="1"/>
              <a:tileRect/>
            </a:gra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" name="组合 101">
            <a:extLst>
              <a:ext uri="{FF2B5EF4-FFF2-40B4-BE49-F238E27FC236}">
                <a16:creationId xmlns:a16="http://schemas.microsoft.com/office/drawing/2014/main" id="{0E84C3DF-6BBD-429E-B37F-C02F571F21DB}"/>
              </a:ext>
            </a:extLst>
          </p:cNvPr>
          <p:cNvGrpSpPr/>
          <p:nvPr userDrawn="1"/>
        </p:nvGrpSpPr>
        <p:grpSpPr>
          <a:xfrm>
            <a:off x="5901684" y="1677218"/>
            <a:ext cx="3321336" cy="0"/>
            <a:chOff x="1481081" y="5003800"/>
            <a:chExt cx="3321336" cy="0"/>
          </a:xfrm>
        </p:grpSpPr>
        <p:cxnSp>
          <p:nvCxnSpPr>
            <p:cNvPr id="103" name="直接连接符 102">
              <a:extLst>
                <a:ext uri="{FF2B5EF4-FFF2-40B4-BE49-F238E27FC236}">
                  <a16:creationId xmlns:a16="http://schemas.microsoft.com/office/drawing/2014/main" id="{4AD31161-0ABC-4898-9DB8-BEA43795F56C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69571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接连接符 103">
              <a:extLst>
                <a:ext uri="{FF2B5EF4-FFF2-40B4-BE49-F238E27FC236}">
                  <a16:creationId xmlns:a16="http://schemas.microsoft.com/office/drawing/2014/main" id="{635730B2-B8DE-42A2-9875-8F57977308CE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29670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接连接符 104">
              <a:extLst>
                <a:ext uri="{FF2B5EF4-FFF2-40B4-BE49-F238E27FC236}">
                  <a16:creationId xmlns:a16="http://schemas.microsoft.com/office/drawing/2014/main" id="{86D9C288-48BE-42DA-A5BC-EA081407012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48108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接连接符 105">
              <a:extLst>
                <a:ext uri="{FF2B5EF4-FFF2-40B4-BE49-F238E27FC236}">
                  <a16:creationId xmlns:a16="http://schemas.microsoft.com/office/drawing/2014/main" id="{A89FD6CD-DF98-479F-B4DD-BAF40C403F6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926643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接连接符 106">
              <a:extLst>
                <a:ext uri="{FF2B5EF4-FFF2-40B4-BE49-F238E27FC236}">
                  <a16:creationId xmlns:a16="http://schemas.microsoft.com/office/drawing/2014/main" id="{CECA4CD7-61EE-4739-A5E9-67A7C7A4891C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030055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接连接符 107">
              <a:extLst>
                <a:ext uri="{FF2B5EF4-FFF2-40B4-BE49-F238E27FC236}">
                  <a16:creationId xmlns:a16="http://schemas.microsoft.com/office/drawing/2014/main" id="{2EE4525C-13C3-4F87-8BE0-0226DF87613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45766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" name="组合 108">
            <a:extLst>
              <a:ext uri="{FF2B5EF4-FFF2-40B4-BE49-F238E27FC236}">
                <a16:creationId xmlns:a16="http://schemas.microsoft.com/office/drawing/2014/main" id="{79475265-6E9A-4AD3-83FE-6FA9A74226FE}"/>
              </a:ext>
            </a:extLst>
          </p:cNvPr>
          <p:cNvGrpSpPr/>
          <p:nvPr userDrawn="1"/>
        </p:nvGrpSpPr>
        <p:grpSpPr>
          <a:xfrm rot="16200000">
            <a:off x="7501395" y="3431622"/>
            <a:ext cx="3321336" cy="0"/>
            <a:chOff x="1481081" y="5003800"/>
            <a:chExt cx="3321336" cy="0"/>
          </a:xfrm>
        </p:grpSpPr>
        <p:cxnSp>
          <p:nvCxnSpPr>
            <p:cNvPr id="110" name="直接连接符 109">
              <a:extLst>
                <a:ext uri="{FF2B5EF4-FFF2-40B4-BE49-F238E27FC236}">
                  <a16:creationId xmlns:a16="http://schemas.microsoft.com/office/drawing/2014/main" id="{F1BF649F-4882-4EEE-93C0-099CE9531D5E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69571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接连接符 110">
              <a:extLst>
                <a:ext uri="{FF2B5EF4-FFF2-40B4-BE49-F238E27FC236}">
                  <a16:creationId xmlns:a16="http://schemas.microsoft.com/office/drawing/2014/main" id="{F610F1EE-8FE6-4CE6-BE00-B1E37C79972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29670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接连接符 111">
              <a:extLst>
                <a:ext uri="{FF2B5EF4-FFF2-40B4-BE49-F238E27FC236}">
                  <a16:creationId xmlns:a16="http://schemas.microsoft.com/office/drawing/2014/main" id="{F220535C-767F-442B-B74E-2DC745FA542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48108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接连接符 112">
              <a:extLst>
                <a:ext uri="{FF2B5EF4-FFF2-40B4-BE49-F238E27FC236}">
                  <a16:creationId xmlns:a16="http://schemas.microsoft.com/office/drawing/2014/main" id="{08A91F5D-15A7-40FA-A78C-665E300E0A4F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926643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接连接符 113">
              <a:extLst>
                <a:ext uri="{FF2B5EF4-FFF2-40B4-BE49-F238E27FC236}">
                  <a16:creationId xmlns:a16="http://schemas.microsoft.com/office/drawing/2014/main" id="{30581187-021B-4AAF-A07A-6B30AD9312A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030055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接连接符 114">
              <a:extLst>
                <a:ext uri="{FF2B5EF4-FFF2-40B4-BE49-F238E27FC236}">
                  <a16:creationId xmlns:a16="http://schemas.microsoft.com/office/drawing/2014/main" id="{DFCD2837-9FD4-4432-AD92-F7B4AABCDAA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45766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组合 115">
            <a:extLst>
              <a:ext uri="{FF2B5EF4-FFF2-40B4-BE49-F238E27FC236}">
                <a16:creationId xmlns:a16="http://schemas.microsoft.com/office/drawing/2014/main" id="{A4B49FC6-3443-4938-9C98-95FED7502175}"/>
              </a:ext>
            </a:extLst>
          </p:cNvPr>
          <p:cNvGrpSpPr/>
          <p:nvPr userDrawn="1"/>
        </p:nvGrpSpPr>
        <p:grpSpPr>
          <a:xfrm rot="16200000">
            <a:off x="1277577" y="3461120"/>
            <a:ext cx="3321336" cy="0"/>
            <a:chOff x="1481081" y="5003800"/>
            <a:chExt cx="3321336" cy="0"/>
          </a:xfrm>
        </p:grpSpPr>
        <p:cxnSp>
          <p:nvCxnSpPr>
            <p:cNvPr id="117" name="直接连接符 116">
              <a:extLst>
                <a:ext uri="{FF2B5EF4-FFF2-40B4-BE49-F238E27FC236}">
                  <a16:creationId xmlns:a16="http://schemas.microsoft.com/office/drawing/2014/main" id="{940408DD-620C-4749-B79C-B4C4BF2699C5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69571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>
              <a:extLst>
                <a:ext uri="{FF2B5EF4-FFF2-40B4-BE49-F238E27FC236}">
                  <a16:creationId xmlns:a16="http://schemas.microsoft.com/office/drawing/2014/main" id="{4236EFE4-C8ED-47DE-AC0A-4736DA0ACB5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29670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接连接符 118">
              <a:extLst>
                <a:ext uri="{FF2B5EF4-FFF2-40B4-BE49-F238E27FC236}">
                  <a16:creationId xmlns:a16="http://schemas.microsoft.com/office/drawing/2014/main" id="{3CC73473-3E37-44F9-A6EB-7D55915F93D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48108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接连接符 119">
              <a:extLst>
                <a:ext uri="{FF2B5EF4-FFF2-40B4-BE49-F238E27FC236}">
                  <a16:creationId xmlns:a16="http://schemas.microsoft.com/office/drawing/2014/main" id="{BE4003B7-E3FC-48D5-9F71-CC88B81E2D6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926643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接连接符 120">
              <a:extLst>
                <a:ext uri="{FF2B5EF4-FFF2-40B4-BE49-F238E27FC236}">
                  <a16:creationId xmlns:a16="http://schemas.microsoft.com/office/drawing/2014/main" id="{5D5E3983-F609-4E42-9C78-BE097BA6EFBC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030055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直接连接符 121">
              <a:extLst>
                <a:ext uri="{FF2B5EF4-FFF2-40B4-BE49-F238E27FC236}">
                  <a16:creationId xmlns:a16="http://schemas.microsoft.com/office/drawing/2014/main" id="{0B6EF1D0-F439-4467-BC33-E3622A52C946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45766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2122999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391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结束页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íšļiḑe" hidden="1">
            <a:extLst>
              <a:ext uri="{FF2B5EF4-FFF2-40B4-BE49-F238E27FC236}">
                <a16:creationId xmlns:a16="http://schemas.microsoft.com/office/drawing/2014/main" id="{4287EB93-2CDA-4842-9A3F-EE2B541B77C3}"/>
              </a:ext>
            </a:extLst>
          </p:cNvPr>
          <p:cNvSpPr/>
          <p:nvPr userDrawn="1"/>
        </p:nvSpPr>
        <p:spPr bwMode="auto">
          <a:xfrm>
            <a:off x="7398446" y="779304"/>
            <a:ext cx="4625464" cy="1089247"/>
          </a:xfrm>
          <a:custGeom>
            <a:avLst/>
            <a:gdLst>
              <a:gd name="T0" fmla="*/ 1846 w 2033"/>
              <a:gd name="T1" fmla="*/ 379 h 478"/>
              <a:gd name="T2" fmla="*/ 1836 w 2033"/>
              <a:gd name="T3" fmla="*/ 368 h 478"/>
              <a:gd name="T4" fmla="*/ 1932 w 2033"/>
              <a:gd name="T5" fmla="*/ 256 h 478"/>
              <a:gd name="T6" fmla="*/ 1958 w 2033"/>
              <a:gd name="T7" fmla="*/ 124 h 478"/>
              <a:gd name="T8" fmla="*/ 1868 w 2033"/>
              <a:gd name="T9" fmla="*/ 215 h 478"/>
              <a:gd name="T10" fmla="*/ 1814 w 2033"/>
              <a:gd name="T11" fmla="*/ 242 h 478"/>
              <a:gd name="T12" fmla="*/ 1796 w 2033"/>
              <a:gd name="T13" fmla="*/ 130 h 478"/>
              <a:gd name="T14" fmla="*/ 1834 w 2033"/>
              <a:gd name="T15" fmla="*/ 154 h 478"/>
              <a:gd name="T16" fmla="*/ 1859 w 2033"/>
              <a:gd name="T17" fmla="*/ 124 h 478"/>
              <a:gd name="T18" fmla="*/ 1944 w 2033"/>
              <a:gd name="T19" fmla="*/ 46 h 478"/>
              <a:gd name="T20" fmla="*/ 2022 w 2033"/>
              <a:gd name="T21" fmla="*/ 84 h 478"/>
              <a:gd name="T22" fmla="*/ 1892 w 2033"/>
              <a:gd name="T23" fmla="*/ 315 h 478"/>
              <a:gd name="T24" fmla="*/ 1927 w 2033"/>
              <a:gd name="T25" fmla="*/ 338 h 478"/>
              <a:gd name="T26" fmla="*/ 2 w 2033"/>
              <a:gd name="T27" fmla="*/ 449 h 478"/>
              <a:gd name="T28" fmla="*/ 236 w 2033"/>
              <a:gd name="T29" fmla="*/ 99 h 478"/>
              <a:gd name="T30" fmla="*/ 119 w 2033"/>
              <a:gd name="T31" fmla="*/ 112 h 478"/>
              <a:gd name="T32" fmla="*/ 276 w 2033"/>
              <a:gd name="T33" fmla="*/ 88 h 478"/>
              <a:gd name="T34" fmla="*/ 237 w 2033"/>
              <a:gd name="T35" fmla="*/ 157 h 478"/>
              <a:gd name="T36" fmla="*/ 341 w 2033"/>
              <a:gd name="T37" fmla="*/ 184 h 478"/>
              <a:gd name="T38" fmla="*/ 308 w 2033"/>
              <a:gd name="T39" fmla="*/ 295 h 478"/>
              <a:gd name="T40" fmla="*/ 253 w 2033"/>
              <a:gd name="T41" fmla="*/ 338 h 478"/>
              <a:gd name="T42" fmla="*/ 133 w 2033"/>
              <a:gd name="T43" fmla="*/ 427 h 478"/>
              <a:gd name="T44" fmla="*/ 154 w 2033"/>
              <a:gd name="T45" fmla="*/ 285 h 478"/>
              <a:gd name="T46" fmla="*/ 1171 w 2033"/>
              <a:gd name="T47" fmla="*/ 371 h 478"/>
              <a:gd name="T48" fmla="*/ 1168 w 2033"/>
              <a:gd name="T49" fmla="*/ 314 h 478"/>
              <a:gd name="T50" fmla="*/ 1220 w 2033"/>
              <a:gd name="T51" fmla="*/ 245 h 478"/>
              <a:gd name="T52" fmla="*/ 1055 w 2033"/>
              <a:gd name="T53" fmla="*/ 234 h 478"/>
              <a:gd name="T54" fmla="*/ 1168 w 2033"/>
              <a:gd name="T55" fmla="*/ 165 h 478"/>
              <a:gd name="T56" fmla="*/ 1198 w 2033"/>
              <a:gd name="T57" fmla="*/ 87 h 478"/>
              <a:gd name="T58" fmla="*/ 1204 w 2033"/>
              <a:gd name="T59" fmla="*/ 161 h 478"/>
              <a:gd name="T60" fmla="*/ 1283 w 2033"/>
              <a:gd name="T61" fmla="*/ 170 h 478"/>
              <a:gd name="T62" fmla="*/ 1235 w 2033"/>
              <a:gd name="T63" fmla="*/ 256 h 478"/>
              <a:gd name="T64" fmla="*/ 1220 w 2033"/>
              <a:gd name="T65" fmla="*/ 318 h 478"/>
              <a:gd name="T66" fmla="*/ 405 w 2033"/>
              <a:gd name="T67" fmla="*/ 412 h 478"/>
              <a:gd name="T68" fmla="*/ 434 w 2033"/>
              <a:gd name="T69" fmla="*/ 422 h 478"/>
              <a:gd name="T70" fmla="*/ 574 w 2033"/>
              <a:gd name="T71" fmla="*/ 413 h 478"/>
              <a:gd name="T72" fmla="*/ 578 w 2033"/>
              <a:gd name="T73" fmla="*/ 255 h 478"/>
              <a:gd name="T74" fmla="*/ 638 w 2033"/>
              <a:gd name="T75" fmla="*/ 104 h 478"/>
              <a:gd name="T76" fmla="*/ 466 w 2033"/>
              <a:gd name="T77" fmla="*/ 159 h 478"/>
              <a:gd name="T78" fmla="*/ 535 w 2033"/>
              <a:gd name="T79" fmla="*/ 201 h 478"/>
              <a:gd name="T80" fmla="*/ 499 w 2033"/>
              <a:gd name="T81" fmla="*/ 257 h 478"/>
              <a:gd name="T82" fmla="*/ 556 w 2033"/>
              <a:gd name="T83" fmla="*/ 225 h 478"/>
              <a:gd name="T84" fmla="*/ 531 w 2033"/>
              <a:gd name="T85" fmla="*/ 386 h 478"/>
              <a:gd name="T86" fmla="*/ 1609 w 2033"/>
              <a:gd name="T87" fmla="*/ 256 h 478"/>
              <a:gd name="T88" fmla="*/ 1562 w 2033"/>
              <a:gd name="T89" fmla="*/ 107 h 478"/>
              <a:gd name="T90" fmla="*/ 1556 w 2033"/>
              <a:gd name="T91" fmla="*/ 279 h 478"/>
              <a:gd name="T92" fmla="*/ 324 w 2033"/>
              <a:gd name="T93" fmla="*/ 382 h 478"/>
              <a:gd name="T94" fmla="*/ 1283 w 2033"/>
              <a:gd name="T95" fmla="*/ 389 h 478"/>
              <a:gd name="T96" fmla="*/ 1184 w 2033"/>
              <a:gd name="T97" fmla="*/ 385 h 478"/>
              <a:gd name="T98" fmla="*/ 731 w 2033"/>
              <a:gd name="T99" fmla="*/ 348 h 478"/>
              <a:gd name="T100" fmla="*/ 913 w 2033"/>
              <a:gd name="T101" fmla="*/ 256 h 478"/>
              <a:gd name="T102" fmla="*/ 838 w 2033"/>
              <a:gd name="T103" fmla="*/ 191 h 478"/>
              <a:gd name="T104" fmla="*/ 957 w 2033"/>
              <a:gd name="T105" fmla="*/ 243 h 478"/>
              <a:gd name="T106" fmla="*/ 875 w 2033"/>
              <a:gd name="T107" fmla="*/ 347 h 478"/>
              <a:gd name="T108" fmla="*/ 229 w 2033"/>
              <a:gd name="T109" fmla="*/ 334 h 478"/>
              <a:gd name="T110" fmla="*/ 208 w 2033"/>
              <a:gd name="T111" fmla="*/ 302 h 478"/>
              <a:gd name="T112" fmla="*/ 190 w 2033"/>
              <a:gd name="T113" fmla="*/ 339 h 478"/>
              <a:gd name="T114" fmla="*/ 651 w 2033"/>
              <a:gd name="T115" fmla="*/ 339 h 478"/>
              <a:gd name="T116" fmla="*/ 149 w 2033"/>
              <a:gd name="T117" fmla="*/ 244 h 478"/>
              <a:gd name="T118" fmla="*/ 1847 w 2033"/>
              <a:gd name="T119" fmla="*/ 174 h 478"/>
              <a:gd name="T120" fmla="*/ 1907 w 2033"/>
              <a:gd name="T121" fmla="*/ 189 h 478"/>
              <a:gd name="T122" fmla="*/ 583 w 2033"/>
              <a:gd name="T123" fmla="*/ 131 h 478"/>
              <a:gd name="T124" fmla="*/ 209 w 2033"/>
              <a:gd name="T125" fmla="*/ 19 h 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33" h="478">
                <a:moveTo>
                  <a:pt x="1888" y="478"/>
                </a:moveTo>
                <a:cubicBezTo>
                  <a:pt x="1854" y="462"/>
                  <a:pt x="1854" y="462"/>
                  <a:pt x="1854" y="462"/>
                </a:cubicBezTo>
                <a:cubicBezTo>
                  <a:pt x="1854" y="462"/>
                  <a:pt x="1854" y="462"/>
                  <a:pt x="1854" y="462"/>
                </a:cubicBezTo>
                <a:cubicBezTo>
                  <a:pt x="1851" y="463"/>
                  <a:pt x="1851" y="463"/>
                  <a:pt x="1851" y="463"/>
                </a:cubicBezTo>
                <a:cubicBezTo>
                  <a:pt x="1851" y="463"/>
                  <a:pt x="1851" y="463"/>
                  <a:pt x="1851" y="463"/>
                </a:cubicBezTo>
                <a:cubicBezTo>
                  <a:pt x="1849" y="463"/>
                  <a:pt x="1849" y="463"/>
                  <a:pt x="1849" y="463"/>
                </a:cubicBezTo>
                <a:cubicBezTo>
                  <a:pt x="1849" y="463"/>
                  <a:pt x="1849" y="463"/>
                  <a:pt x="1849" y="463"/>
                </a:cubicBezTo>
                <a:cubicBezTo>
                  <a:pt x="1846" y="463"/>
                  <a:pt x="1846" y="463"/>
                  <a:pt x="1846" y="463"/>
                </a:cubicBezTo>
                <a:cubicBezTo>
                  <a:pt x="1846" y="463"/>
                  <a:pt x="1846" y="463"/>
                  <a:pt x="1846" y="463"/>
                </a:cubicBezTo>
                <a:cubicBezTo>
                  <a:pt x="1844" y="462"/>
                  <a:pt x="1844" y="462"/>
                  <a:pt x="1844" y="462"/>
                </a:cubicBezTo>
                <a:cubicBezTo>
                  <a:pt x="1844" y="462"/>
                  <a:pt x="1844" y="462"/>
                  <a:pt x="1844" y="462"/>
                </a:cubicBezTo>
                <a:cubicBezTo>
                  <a:pt x="1841" y="462"/>
                  <a:pt x="1841" y="462"/>
                  <a:pt x="1841" y="462"/>
                </a:cubicBezTo>
                <a:cubicBezTo>
                  <a:pt x="1841" y="462"/>
                  <a:pt x="1841" y="462"/>
                  <a:pt x="1841" y="462"/>
                </a:cubicBezTo>
                <a:cubicBezTo>
                  <a:pt x="1838" y="462"/>
                  <a:pt x="1838" y="462"/>
                  <a:pt x="1838" y="462"/>
                </a:cubicBezTo>
                <a:cubicBezTo>
                  <a:pt x="1838" y="462"/>
                  <a:pt x="1838" y="462"/>
                  <a:pt x="1838" y="462"/>
                </a:cubicBezTo>
                <a:cubicBezTo>
                  <a:pt x="1835" y="462"/>
                  <a:pt x="1835" y="462"/>
                  <a:pt x="1835" y="462"/>
                </a:cubicBezTo>
                <a:cubicBezTo>
                  <a:pt x="1835" y="462"/>
                  <a:pt x="1835" y="462"/>
                  <a:pt x="1835" y="462"/>
                </a:cubicBezTo>
                <a:cubicBezTo>
                  <a:pt x="1833" y="462"/>
                  <a:pt x="1833" y="462"/>
                  <a:pt x="1833" y="462"/>
                </a:cubicBezTo>
                <a:cubicBezTo>
                  <a:pt x="1833" y="462"/>
                  <a:pt x="1833" y="462"/>
                  <a:pt x="1833" y="462"/>
                </a:cubicBezTo>
                <a:cubicBezTo>
                  <a:pt x="1829" y="460"/>
                  <a:pt x="1829" y="460"/>
                  <a:pt x="1829" y="460"/>
                </a:cubicBezTo>
                <a:cubicBezTo>
                  <a:pt x="1829" y="460"/>
                  <a:pt x="1829" y="460"/>
                  <a:pt x="1829" y="460"/>
                </a:cubicBezTo>
                <a:cubicBezTo>
                  <a:pt x="1827" y="460"/>
                  <a:pt x="1827" y="460"/>
                  <a:pt x="1827" y="460"/>
                </a:cubicBezTo>
                <a:cubicBezTo>
                  <a:pt x="1827" y="460"/>
                  <a:pt x="1827" y="460"/>
                  <a:pt x="1827" y="460"/>
                </a:cubicBezTo>
                <a:cubicBezTo>
                  <a:pt x="1827" y="460"/>
                  <a:pt x="1827" y="460"/>
                  <a:pt x="1827" y="460"/>
                </a:cubicBezTo>
                <a:cubicBezTo>
                  <a:pt x="1827" y="460"/>
                  <a:pt x="1827" y="460"/>
                  <a:pt x="1827" y="460"/>
                </a:cubicBezTo>
                <a:cubicBezTo>
                  <a:pt x="1827" y="459"/>
                  <a:pt x="1827" y="459"/>
                  <a:pt x="1827" y="459"/>
                </a:cubicBezTo>
                <a:cubicBezTo>
                  <a:pt x="1827" y="459"/>
                  <a:pt x="1827" y="459"/>
                  <a:pt x="1827" y="459"/>
                </a:cubicBezTo>
                <a:cubicBezTo>
                  <a:pt x="1827" y="457"/>
                  <a:pt x="1827" y="457"/>
                  <a:pt x="1827" y="457"/>
                </a:cubicBezTo>
                <a:cubicBezTo>
                  <a:pt x="1827" y="457"/>
                  <a:pt x="1827" y="457"/>
                  <a:pt x="1827" y="457"/>
                </a:cubicBezTo>
                <a:cubicBezTo>
                  <a:pt x="1827" y="456"/>
                  <a:pt x="1827" y="456"/>
                  <a:pt x="1827" y="456"/>
                </a:cubicBezTo>
                <a:cubicBezTo>
                  <a:pt x="1827" y="456"/>
                  <a:pt x="1827" y="456"/>
                  <a:pt x="1827" y="456"/>
                </a:cubicBezTo>
                <a:cubicBezTo>
                  <a:pt x="1827" y="454"/>
                  <a:pt x="1827" y="454"/>
                  <a:pt x="1827" y="454"/>
                </a:cubicBezTo>
                <a:cubicBezTo>
                  <a:pt x="1827" y="454"/>
                  <a:pt x="1827" y="454"/>
                  <a:pt x="1827" y="454"/>
                </a:cubicBezTo>
                <a:cubicBezTo>
                  <a:pt x="1827" y="453"/>
                  <a:pt x="1827" y="453"/>
                  <a:pt x="1827" y="453"/>
                </a:cubicBezTo>
                <a:cubicBezTo>
                  <a:pt x="1827" y="453"/>
                  <a:pt x="1827" y="453"/>
                  <a:pt x="1827" y="453"/>
                </a:cubicBezTo>
                <a:cubicBezTo>
                  <a:pt x="1827" y="452"/>
                  <a:pt x="1827" y="452"/>
                  <a:pt x="1827" y="452"/>
                </a:cubicBezTo>
                <a:cubicBezTo>
                  <a:pt x="1827" y="452"/>
                  <a:pt x="1827" y="452"/>
                  <a:pt x="1827" y="452"/>
                </a:cubicBezTo>
                <a:cubicBezTo>
                  <a:pt x="1832" y="450"/>
                  <a:pt x="1832" y="450"/>
                  <a:pt x="1832" y="450"/>
                </a:cubicBezTo>
                <a:cubicBezTo>
                  <a:pt x="1832" y="450"/>
                  <a:pt x="1832" y="450"/>
                  <a:pt x="1832" y="450"/>
                </a:cubicBezTo>
                <a:cubicBezTo>
                  <a:pt x="1840" y="449"/>
                  <a:pt x="1840" y="449"/>
                  <a:pt x="1840" y="449"/>
                </a:cubicBezTo>
                <a:cubicBezTo>
                  <a:pt x="1840" y="449"/>
                  <a:pt x="1840" y="449"/>
                  <a:pt x="1840" y="449"/>
                </a:cubicBezTo>
                <a:cubicBezTo>
                  <a:pt x="1847" y="449"/>
                  <a:pt x="1847" y="449"/>
                  <a:pt x="1847" y="449"/>
                </a:cubicBezTo>
                <a:cubicBezTo>
                  <a:pt x="1847" y="449"/>
                  <a:pt x="1847" y="449"/>
                  <a:pt x="1847" y="449"/>
                </a:cubicBezTo>
                <a:cubicBezTo>
                  <a:pt x="1855" y="449"/>
                  <a:pt x="1855" y="449"/>
                  <a:pt x="1855" y="449"/>
                </a:cubicBezTo>
                <a:cubicBezTo>
                  <a:pt x="1855" y="449"/>
                  <a:pt x="1855" y="449"/>
                  <a:pt x="1855" y="449"/>
                </a:cubicBezTo>
                <a:cubicBezTo>
                  <a:pt x="1863" y="450"/>
                  <a:pt x="1863" y="450"/>
                  <a:pt x="1863" y="450"/>
                </a:cubicBezTo>
                <a:cubicBezTo>
                  <a:pt x="1863" y="450"/>
                  <a:pt x="1863" y="450"/>
                  <a:pt x="1863" y="450"/>
                </a:cubicBezTo>
                <a:cubicBezTo>
                  <a:pt x="1870" y="449"/>
                  <a:pt x="1870" y="449"/>
                  <a:pt x="1870" y="449"/>
                </a:cubicBezTo>
                <a:cubicBezTo>
                  <a:pt x="1870" y="449"/>
                  <a:pt x="1870" y="449"/>
                  <a:pt x="1870" y="449"/>
                </a:cubicBezTo>
                <a:cubicBezTo>
                  <a:pt x="1876" y="446"/>
                  <a:pt x="1876" y="446"/>
                  <a:pt x="1876" y="446"/>
                </a:cubicBezTo>
                <a:cubicBezTo>
                  <a:pt x="1876" y="446"/>
                  <a:pt x="1876" y="446"/>
                  <a:pt x="1876" y="446"/>
                </a:cubicBezTo>
                <a:cubicBezTo>
                  <a:pt x="1883" y="439"/>
                  <a:pt x="1883" y="439"/>
                  <a:pt x="1883" y="439"/>
                </a:cubicBezTo>
                <a:cubicBezTo>
                  <a:pt x="1883" y="439"/>
                  <a:pt x="1883" y="439"/>
                  <a:pt x="1883" y="439"/>
                </a:cubicBezTo>
                <a:cubicBezTo>
                  <a:pt x="1883" y="430"/>
                  <a:pt x="1883" y="430"/>
                  <a:pt x="1883" y="430"/>
                </a:cubicBezTo>
                <a:cubicBezTo>
                  <a:pt x="1883" y="430"/>
                  <a:pt x="1883" y="430"/>
                  <a:pt x="1883" y="430"/>
                </a:cubicBezTo>
                <a:cubicBezTo>
                  <a:pt x="1884" y="420"/>
                  <a:pt x="1884" y="420"/>
                  <a:pt x="1884" y="420"/>
                </a:cubicBezTo>
                <a:cubicBezTo>
                  <a:pt x="1884" y="420"/>
                  <a:pt x="1884" y="420"/>
                  <a:pt x="1884" y="420"/>
                </a:cubicBezTo>
                <a:cubicBezTo>
                  <a:pt x="1884" y="410"/>
                  <a:pt x="1884" y="410"/>
                  <a:pt x="1884" y="410"/>
                </a:cubicBezTo>
                <a:cubicBezTo>
                  <a:pt x="1884" y="410"/>
                  <a:pt x="1884" y="410"/>
                  <a:pt x="1884" y="410"/>
                </a:cubicBezTo>
                <a:cubicBezTo>
                  <a:pt x="1885" y="398"/>
                  <a:pt x="1885" y="398"/>
                  <a:pt x="1885" y="398"/>
                </a:cubicBezTo>
                <a:cubicBezTo>
                  <a:pt x="1885" y="398"/>
                  <a:pt x="1885" y="398"/>
                  <a:pt x="1885" y="398"/>
                </a:cubicBezTo>
                <a:cubicBezTo>
                  <a:pt x="1885" y="388"/>
                  <a:pt x="1885" y="388"/>
                  <a:pt x="1885" y="388"/>
                </a:cubicBezTo>
                <a:cubicBezTo>
                  <a:pt x="1885" y="388"/>
                  <a:pt x="1885" y="388"/>
                  <a:pt x="1885" y="388"/>
                </a:cubicBezTo>
                <a:cubicBezTo>
                  <a:pt x="1885" y="377"/>
                  <a:pt x="1885" y="377"/>
                  <a:pt x="1885" y="377"/>
                </a:cubicBezTo>
                <a:cubicBezTo>
                  <a:pt x="1885" y="377"/>
                  <a:pt x="1885" y="377"/>
                  <a:pt x="1885" y="377"/>
                </a:cubicBezTo>
                <a:cubicBezTo>
                  <a:pt x="1884" y="367"/>
                  <a:pt x="1884" y="367"/>
                  <a:pt x="1884" y="367"/>
                </a:cubicBezTo>
                <a:cubicBezTo>
                  <a:pt x="1884" y="367"/>
                  <a:pt x="1884" y="367"/>
                  <a:pt x="1884" y="367"/>
                </a:cubicBezTo>
                <a:cubicBezTo>
                  <a:pt x="1883" y="356"/>
                  <a:pt x="1883" y="356"/>
                  <a:pt x="1883" y="356"/>
                </a:cubicBezTo>
                <a:cubicBezTo>
                  <a:pt x="1883" y="356"/>
                  <a:pt x="1883" y="356"/>
                  <a:pt x="1883" y="356"/>
                </a:cubicBezTo>
                <a:cubicBezTo>
                  <a:pt x="1875" y="360"/>
                  <a:pt x="1875" y="360"/>
                  <a:pt x="1875" y="360"/>
                </a:cubicBezTo>
                <a:cubicBezTo>
                  <a:pt x="1875" y="360"/>
                  <a:pt x="1875" y="360"/>
                  <a:pt x="1875" y="360"/>
                </a:cubicBezTo>
                <a:cubicBezTo>
                  <a:pt x="1868" y="364"/>
                  <a:pt x="1868" y="364"/>
                  <a:pt x="1868" y="364"/>
                </a:cubicBezTo>
                <a:cubicBezTo>
                  <a:pt x="1868" y="364"/>
                  <a:pt x="1868" y="364"/>
                  <a:pt x="1868" y="364"/>
                </a:cubicBezTo>
                <a:cubicBezTo>
                  <a:pt x="1860" y="368"/>
                  <a:pt x="1860" y="368"/>
                  <a:pt x="1860" y="368"/>
                </a:cubicBezTo>
                <a:cubicBezTo>
                  <a:pt x="1860" y="368"/>
                  <a:pt x="1860" y="368"/>
                  <a:pt x="1860" y="368"/>
                </a:cubicBezTo>
                <a:cubicBezTo>
                  <a:pt x="1854" y="373"/>
                  <a:pt x="1854" y="373"/>
                  <a:pt x="1854" y="373"/>
                </a:cubicBezTo>
                <a:cubicBezTo>
                  <a:pt x="1854" y="373"/>
                  <a:pt x="1854" y="373"/>
                  <a:pt x="1854" y="373"/>
                </a:cubicBezTo>
                <a:cubicBezTo>
                  <a:pt x="1846" y="379"/>
                  <a:pt x="1846" y="379"/>
                  <a:pt x="1846" y="379"/>
                </a:cubicBezTo>
                <a:cubicBezTo>
                  <a:pt x="1846" y="379"/>
                  <a:pt x="1846" y="379"/>
                  <a:pt x="1846" y="379"/>
                </a:cubicBezTo>
                <a:cubicBezTo>
                  <a:pt x="1838" y="383"/>
                  <a:pt x="1838" y="383"/>
                  <a:pt x="1838" y="383"/>
                </a:cubicBezTo>
                <a:cubicBezTo>
                  <a:pt x="1838" y="383"/>
                  <a:pt x="1838" y="383"/>
                  <a:pt x="1838" y="383"/>
                </a:cubicBezTo>
                <a:cubicBezTo>
                  <a:pt x="1830" y="389"/>
                  <a:pt x="1830" y="389"/>
                  <a:pt x="1830" y="389"/>
                </a:cubicBezTo>
                <a:cubicBezTo>
                  <a:pt x="1830" y="389"/>
                  <a:pt x="1830" y="389"/>
                  <a:pt x="1830" y="389"/>
                </a:cubicBezTo>
                <a:cubicBezTo>
                  <a:pt x="1823" y="392"/>
                  <a:pt x="1823" y="392"/>
                  <a:pt x="1823" y="392"/>
                </a:cubicBezTo>
                <a:cubicBezTo>
                  <a:pt x="1823" y="392"/>
                  <a:pt x="1823" y="392"/>
                  <a:pt x="1823" y="392"/>
                </a:cubicBezTo>
                <a:cubicBezTo>
                  <a:pt x="1817" y="396"/>
                  <a:pt x="1817" y="396"/>
                  <a:pt x="1817" y="396"/>
                </a:cubicBezTo>
                <a:cubicBezTo>
                  <a:pt x="1817" y="396"/>
                  <a:pt x="1817" y="396"/>
                  <a:pt x="1817" y="396"/>
                </a:cubicBezTo>
                <a:cubicBezTo>
                  <a:pt x="1812" y="398"/>
                  <a:pt x="1812" y="398"/>
                  <a:pt x="1812" y="398"/>
                </a:cubicBezTo>
                <a:cubicBezTo>
                  <a:pt x="1812" y="398"/>
                  <a:pt x="1812" y="398"/>
                  <a:pt x="1812" y="398"/>
                </a:cubicBezTo>
                <a:cubicBezTo>
                  <a:pt x="1807" y="401"/>
                  <a:pt x="1807" y="401"/>
                  <a:pt x="1807" y="401"/>
                </a:cubicBezTo>
                <a:cubicBezTo>
                  <a:pt x="1807" y="401"/>
                  <a:pt x="1807" y="401"/>
                  <a:pt x="1807" y="401"/>
                </a:cubicBezTo>
                <a:cubicBezTo>
                  <a:pt x="1803" y="403"/>
                  <a:pt x="1803" y="403"/>
                  <a:pt x="1803" y="403"/>
                </a:cubicBezTo>
                <a:cubicBezTo>
                  <a:pt x="1803" y="403"/>
                  <a:pt x="1803" y="403"/>
                  <a:pt x="1803" y="403"/>
                </a:cubicBezTo>
                <a:cubicBezTo>
                  <a:pt x="1798" y="406"/>
                  <a:pt x="1798" y="406"/>
                  <a:pt x="1798" y="406"/>
                </a:cubicBezTo>
                <a:cubicBezTo>
                  <a:pt x="1798" y="406"/>
                  <a:pt x="1798" y="406"/>
                  <a:pt x="1798" y="406"/>
                </a:cubicBezTo>
                <a:cubicBezTo>
                  <a:pt x="1792" y="407"/>
                  <a:pt x="1792" y="407"/>
                  <a:pt x="1792" y="407"/>
                </a:cubicBezTo>
                <a:cubicBezTo>
                  <a:pt x="1792" y="407"/>
                  <a:pt x="1792" y="407"/>
                  <a:pt x="1792" y="407"/>
                </a:cubicBezTo>
                <a:cubicBezTo>
                  <a:pt x="1786" y="407"/>
                  <a:pt x="1786" y="407"/>
                  <a:pt x="1786" y="407"/>
                </a:cubicBezTo>
                <a:cubicBezTo>
                  <a:pt x="1786" y="407"/>
                  <a:pt x="1786" y="407"/>
                  <a:pt x="1786" y="407"/>
                </a:cubicBezTo>
                <a:cubicBezTo>
                  <a:pt x="1781" y="405"/>
                  <a:pt x="1781" y="405"/>
                  <a:pt x="1781" y="405"/>
                </a:cubicBezTo>
                <a:cubicBezTo>
                  <a:pt x="1781" y="405"/>
                  <a:pt x="1781" y="405"/>
                  <a:pt x="1781" y="405"/>
                </a:cubicBezTo>
                <a:cubicBezTo>
                  <a:pt x="1777" y="406"/>
                  <a:pt x="1777" y="406"/>
                  <a:pt x="1777" y="406"/>
                </a:cubicBezTo>
                <a:cubicBezTo>
                  <a:pt x="1777" y="406"/>
                  <a:pt x="1777" y="406"/>
                  <a:pt x="1777" y="406"/>
                </a:cubicBezTo>
                <a:cubicBezTo>
                  <a:pt x="1774" y="406"/>
                  <a:pt x="1774" y="406"/>
                  <a:pt x="1774" y="406"/>
                </a:cubicBezTo>
                <a:cubicBezTo>
                  <a:pt x="1774" y="406"/>
                  <a:pt x="1774" y="406"/>
                  <a:pt x="1774" y="406"/>
                </a:cubicBezTo>
                <a:cubicBezTo>
                  <a:pt x="1772" y="406"/>
                  <a:pt x="1772" y="406"/>
                  <a:pt x="1772" y="406"/>
                </a:cubicBezTo>
                <a:cubicBezTo>
                  <a:pt x="1772" y="406"/>
                  <a:pt x="1772" y="406"/>
                  <a:pt x="1772" y="406"/>
                </a:cubicBezTo>
                <a:cubicBezTo>
                  <a:pt x="1770" y="405"/>
                  <a:pt x="1770" y="405"/>
                  <a:pt x="1770" y="405"/>
                </a:cubicBezTo>
                <a:cubicBezTo>
                  <a:pt x="1770" y="405"/>
                  <a:pt x="1770" y="405"/>
                  <a:pt x="1770" y="405"/>
                </a:cubicBezTo>
                <a:cubicBezTo>
                  <a:pt x="1767" y="405"/>
                  <a:pt x="1767" y="405"/>
                  <a:pt x="1767" y="405"/>
                </a:cubicBezTo>
                <a:cubicBezTo>
                  <a:pt x="1767" y="405"/>
                  <a:pt x="1767" y="405"/>
                  <a:pt x="1767" y="405"/>
                </a:cubicBezTo>
                <a:cubicBezTo>
                  <a:pt x="1765" y="403"/>
                  <a:pt x="1765" y="403"/>
                  <a:pt x="1765" y="403"/>
                </a:cubicBezTo>
                <a:cubicBezTo>
                  <a:pt x="1765" y="403"/>
                  <a:pt x="1765" y="403"/>
                  <a:pt x="1765" y="403"/>
                </a:cubicBezTo>
                <a:cubicBezTo>
                  <a:pt x="1763" y="402"/>
                  <a:pt x="1763" y="402"/>
                  <a:pt x="1763" y="402"/>
                </a:cubicBezTo>
                <a:cubicBezTo>
                  <a:pt x="1763" y="402"/>
                  <a:pt x="1763" y="402"/>
                  <a:pt x="1763" y="402"/>
                </a:cubicBezTo>
                <a:cubicBezTo>
                  <a:pt x="1761" y="399"/>
                  <a:pt x="1761" y="399"/>
                  <a:pt x="1761" y="399"/>
                </a:cubicBezTo>
                <a:cubicBezTo>
                  <a:pt x="1761" y="399"/>
                  <a:pt x="1761" y="399"/>
                  <a:pt x="1761" y="399"/>
                </a:cubicBezTo>
                <a:cubicBezTo>
                  <a:pt x="1760" y="396"/>
                  <a:pt x="1760" y="396"/>
                  <a:pt x="1760" y="396"/>
                </a:cubicBezTo>
                <a:cubicBezTo>
                  <a:pt x="1760" y="396"/>
                  <a:pt x="1760" y="396"/>
                  <a:pt x="1760" y="396"/>
                </a:cubicBezTo>
                <a:cubicBezTo>
                  <a:pt x="1763" y="394"/>
                  <a:pt x="1763" y="394"/>
                  <a:pt x="1763" y="394"/>
                </a:cubicBezTo>
                <a:cubicBezTo>
                  <a:pt x="1763" y="394"/>
                  <a:pt x="1763" y="394"/>
                  <a:pt x="1763" y="394"/>
                </a:cubicBezTo>
                <a:cubicBezTo>
                  <a:pt x="1815" y="376"/>
                  <a:pt x="1815" y="376"/>
                  <a:pt x="1815" y="376"/>
                </a:cubicBezTo>
                <a:cubicBezTo>
                  <a:pt x="1815" y="376"/>
                  <a:pt x="1815" y="376"/>
                  <a:pt x="1815" y="376"/>
                </a:cubicBezTo>
                <a:cubicBezTo>
                  <a:pt x="1815" y="377"/>
                  <a:pt x="1815" y="377"/>
                  <a:pt x="1815" y="377"/>
                </a:cubicBezTo>
                <a:cubicBezTo>
                  <a:pt x="1815" y="377"/>
                  <a:pt x="1815" y="377"/>
                  <a:pt x="1815" y="377"/>
                </a:cubicBezTo>
                <a:cubicBezTo>
                  <a:pt x="1816" y="377"/>
                  <a:pt x="1816" y="377"/>
                  <a:pt x="1816" y="377"/>
                </a:cubicBezTo>
                <a:cubicBezTo>
                  <a:pt x="1816" y="377"/>
                  <a:pt x="1816" y="377"/>
                  <a:pt x="1816" y="377"/>
                </a:cubicBezTo>
                <a:cubicBezTo>
                  <a:pt x="1817" y="377"/>
                  <a:pt x="1817" y="377"/>
                  <a:pt x="1817" y="377"/>
                </a:cubicBezTo>
                <a:cubicBezTo>
                  <a:pt x="1817" y="377"/>
                  <a:pt x="1817" y="377"/>
                  <a:pt x="1817" y="377"/>
                </a:cubicBezTo>
                <a:cubicBezTo>
                  <a:pt x="1818" y="377"/>
                  <a:pt x="1818" y="377"/>
                  <a:pt x="1818" y="377"/>
                </a:cubicBezTo>
                <a:cubicBezTo>
                  <a:pt x="1818" y="377"/>
                  <a:pt x="1818" y="377"/>
                  <a:pt x="1818" y="377"/>
                </a:cubicBezTo>
                <a:cubicBezTo>
                  <a:pt x="1819" y="377"/>
                  <a:pt x="1819" y="377"/>
                  <a:pt x="1819" y="377"/>
                </a:cubicBezTo>
                <a:cubicBezTo>
                  <a:pt x="1819" y="377"/>
                  <a:pt x="1819" y="377"/>
                  <a:pt x="1819" y="377"/>
                </a:cubicBezTo>
                <a:cubicBezTo>
                  <a:pt x="1821" y="376"/>
                  <a:pt x="1821" y="376"/>
                  <a:pt x="1821" y="376"/>
                </a:cubicBezTo>
                <a:cubicBezTo>
                  <a:pt x="1821" y="376"/>
                  <a:pt x="1821" y="376"/>
                  <a:pt x="1821" y="376"/>
                </a:cubicBezTo>
                <a:cubicBezTo>
                  <a:pt x="1822" y="375"/>
                  <a:pt x="1822" y="375"/>
                  <a:pt x="1822" y="375"/>
                </a:cubicBezTo>
                <a:cubicBezTo>
                  <a:pt x="1822" y="375"/>
                  <a:pt x="1822" y="375"/>
                  <a:pt x="1822" y="375"/>
                </a:cubicBezTo>
                <a:cubicBezTo>
                  <a:pt x="1824" y="374"/>
                  <a:pt x="1824" y="374"/>
                  <a:pt x="1824" y="374"/>
                </a:cubicBezTo>
                <a:cubicBezTo>
                  <a:pt x="1824" y="374"/>
                  <a:pt x="1824" y="374"/>
                  <a:pt x="1824" y="374"/>
                </a:cubicBezTo>
                <a:cubicBezTo>
                  <a:pt x="1824" y="374"/>
                  <a:pt x="1824" y="374"/>
                  <a:pt x="1824" y="374"/>
                </a:cubicBezTo>
                <a:cubicBezTo>
                  <a:pt x="1824" y="374"/>
                  <a:pt x="1824" y="374"/>
                  <a:pt x="1824" y="374"/>
                </a:cubicBezTo>
                <a:cubicBezTo>
                  <a:pt x="1825" y="373"/>
                  <a:pt x="1825" y="373"/>
                  <a:pt x="1825" y="373"/>
                </a:cubicBezTo>
                <a:cubicBezTo>
                  <a:pt x="1825" y="373"/>
                  <a:pt x="1825" y="373"/>
                  <a:pt x="1825" y="373"/>
                </a:cubicBezTo>
                <a:cubicBezTo>
                  <a:pt x="1826" y="373"/>
                  <a:pt x="1826" y="373"/>
                  <a:pt x="1826" y="373"/>
                </a:cubicBezTo>
                <a:cubicBezTo>
                  <a:pt x="1826" y="373"/>
                  <a:pt x="1826" y="373"/>
                  <a:pt x="1826" y="373"/>
                </a:cubicBezTo>
                <a:cubicBezTo>
                  <a:pt x="1828" y="372"/>
                  <a:pt x="1828" y="372"/>
                  <a:pt x="1828" y="372"/>
                </a:cubicBezTo>
                <a:cubicBezTo>
                  <a:pt x="1828" y="372"/>
                  <a:pt x="1828" y="372"/>
                  <a:pt x="1828" y="372"/>
                </a:cubicBezTo>
                <a:cubicBezTo>
                  <a:pt x="1829" y="372"/>
                  <a:pt x="1829" y="372"/>
                  <a:pt x="1829" y="372"/>
                </a:cubicBezTo>
                <a:cubicBezTo>
                  <a:pt x="1829" y="372"/>
                  <a:pt x="1829" y="372"/>
                  <a:pt x="1829" y="372"/>
                </a:cubicBezTo>
                <a:cubicBezTo>
                  <a:pt x="1831" y="371"/>
                  <a:pt x="1831" y="371"/>
                  <a:pt x="1831" y="371"/>
                </a:cubicBezTo>
                <a:cubicBezTo>
                  <a:pt x="1831" y="371"/>
                  <a:pt x="1831" y="371"/>
                  <a:pt x="1831" y="371"/>
                </a:cubicBezTo>
                <a:cubicBezTo>
                  <a:pt x="1833" y="371"/>
                  <a:pt x="1833" y="371"/>
                  <a:pt x="1833" y="371"/>
                </a:cubicBezTo>
                <a:cubicBezTo>
                  <a:pt x="1833" y="371"/>
                  <a:pt x="1833" y="371"/>
                  <a:pt x="1833" y="371"/>
                </a:cubicBezTo>
                <a:cubicBezTo>
                  <a:pt x="1835" y="369"/>
                  <a:pt x="1835" y="369"/>
                  <a:pt x="1835" y="369"/>
                </a:cubicBezTo>
                <a:cubicBezTo>
                  <a:pt x="1835" y="369"/>
                  <a:pt x="1835" y="369"/>
                  <a:pt x="1835" y="369"/>
                </a:cubicBezTo>
                <a:cubicBezTo>
                  <a:pt x="1836" y="368"/>
                  <a:pt x="1836" y="368"/>
                  <a:pt x="1836" y="368"/>
                </a:cubicBezTo>
                <a:cubicBezTo>
                  <a:pt x="1836" y="368"/>
                  <a:pt x="1836" y="368"/>
                  <a:pt x="1836" y="368"/>
                </a:cubicBezTo>
                <a:cubicBezTo>
                  <a:pt x="1840" y="367"/>
                  <a:pt x="1840" y="367"/>
                  <a:pt x="1840" y="367"/>
                </a:cubicBezTo>
                <a:cubicBezTo>
                  <a:pt x="1840" y="367"/>
                  <a:pt x="1840" y="367"/>
                  <a:pt x="1840" y="367"/>
                </a:cubicBezTo>
                <a:cubicBezTo>
                  <a:pt x="1843" y="365"/>
                  <a:pt x="1843" y="365"/>
                  <a:pt x="1843" y="365"/>
                </a:cubicBezTo>
                <a:cubicBezTo>
                  <a:pt x="1843" y="365"/>
                  <a:pt x="1843" y="365"/>
                  <a:pt x="1843" y="365"/>
                </a:cubicBezTo>
                <a:cubicBezTo>
                  <a:pt x="1846" y="363"/>
                  <a:pt x="1846" y="363"/>
                  <a:pt x="1846" y="363"/>
                </a:cubicBezTo>
                <a:cubicBezTo>
                  <a:pt x="1846" y="363"/>
                  <a:pt x="1846" y="363"/>
                  <a:pt x="1846" y="363"/>
                </a:cubicBezTo>
                <a:cubicBezTo>
                  <a:pt x="1848" y="361"/>
                  <a:pt x="1848" y="361"/>
                  <a:pt x="1848" y="361"/>
                </a:cubicBezTo>
                <a:cubicBezTo>
                  <a:pt x="1848" y="361"/>
                  <a:pt x="1848" y="361"/>
                  <a:pt x="1848" y="361"/>
                </a:cubicBezTo>
                <a:cubicBezTo>
                  <a:pt x="1851" y="359"/>
                  <a:pt x="1851" y="359"/>
                  <a:pt x="1851" y="359"/>
                </a:cubicBezTo>
                <a:cubicBezTo>
                  <a:pt x="1851" y="359"/>
                  <a:pt x="1851" y="359"/>
                  <a:pt x="1851" y="359"/>
                </a:cubicBezTo>
                <a:cubicBezTo>
                  <a:pt x="1854" y="356"/>
                  <a:pt x="1854" y="356"/>
                  <a:pt x="1854" y="356"/>
                </a:cubicBezTo>
                <a:cubicBezTo>
                  <a:pt x="1854" y="356"/>
                  <a:pt x="1854" y="356"/>
                  <a:pt x="1854" y="356"/>
                </a:cubicBezTo>
                <a:cubicBezTo>
                  <a:pt x="1857" y="353"/>
                  <a:pt x="1857" y="353"/>
                  <a:pt x="1857" y="353"/>
                </a:cubicBezTo>
                <a:cubicBezTo>
                  <a:pt x="1857" y="353"/>
                  <a:pt x="1857" y="353"/>
                  <a:pt x="1857" y="353"/>
                </a:cubicBezTo>
                <a:cubicBezTo>
                  <a:pt x="1858" y="351"/>
                  <a:pt x="1858" y="351"/>
                  <a:pt x="1858" y="351"/>
                </a:cubicBezTo>
                <a:cubicBezTo>
                  <a:pt x="1858" y="351"/>
                  <a:pt x="1858" y="351"/>
                  <a:pt x="1858" y="351"/>
                </a:cubicBezTo>
                <a:cubicBezTo>
                  <a:pt x="1862" y="348"/>
                  <a:pt x="1862" y="348"/>
                  <a:pt x="1862" y="348"/>
                </a:cubicBezTo>
                <a:cubicBezTo>
                  <a:pt x="1862" y="348"/>
                  <a:pt x="1862" y="348"/>
                  <a:pt x="1862" y="348"/>
                </a:cubicBezTo>
                <a:cubicBezTo>
                  <a:pt x="1863" y="346"/>
                  <a:pt x="1863" y="346"/>
                  <a:pt x="1863" y="346"/>
                </a:cubicBezTo>
                <a:cubicBezTo>
                  <a:pt x="1863" y="346"/>
                  <a:pt x="1863" y="346"/>
                  <a:pt x="1863" y="346"/>
                </a:cubicBezTo>
                <a:cubicBezTo>
                  <a:pt x="1866" y="343"/>
                  <a:pt x="1866" y="343"/>
                  <a:pt x="1866" y="343"/>
                </a:cubicBezTo>
                <a:cubicBezTo>
                  <a:pt x="1866" y="343"/>
                  <a:pt x="1866" y="343"/>
                  <a:pt x="1866" y="343"/>
                </a:cubicBezTo>
                <a:cubicBezTo>
                  <a:pt x="1867" y="341"/>
                  <a:pt x="1867" y="341"/>
                  <a:pt x="1867" y="341"/>
                </a:cubicBezTo>
                <a:cubicBezTo>
                  <a:pt x="1867" y="341"/>
                  <a:pt x="1867" y="341"/>
                  <a:pt x="1867" y="341"/>
                </a:cubicBezTo>
                <a:cubicBezTo>
                  <a:pt x="1870" y="338"/>
                  <a:pt x="1870" y="338"/>
                  <a:pt x="1870" y="338"/>
                </a:cubicBezTo>
                <a:cubicBezTo>
                  <a:pt x="1870" y="338"/>
                  <a:pt x="1870" y="338"/>
                  <a:pt x="1870" y="338"/>
                </a:cubicBezTo>
                <a:cubicBezTo>
                  <a:pt x="1873" y="337"/>
                  <a:pt x="1873" y="337"/>
                  <a:pt x="1873" y="337"/>
                </a:cubicBezTo>
                <a:cubicBezTo>
                  <a:pt x="1873" y="337"/>
                  <a:pt x="1873" y="337"/>
                  <a:pt x="1873" y="337"/>
                </a:cubicBezTo>
                <a:cubicBezTo>
                  <a:pt x="1877" y="335"/>
                  <a:pt x="1877" y="335"/>
                  <a:pt x="1877" y="335"/>
                </a:cubicBezTo>
                <a:cubicBezTo>
                  <a:pt x="1877" y="335"/>
                  <a:pt x="1877" y="335"/>
                  <a:pt x="1877" y="335"/>
                </a:cubicBezTo>
                <a:cubicBezTo>
                  <a:pt x="1877" y="334"/>
                  <a:pt x="1877" y="334"/>
                  <a:pt x="1877" y="334"/>
                </a:cubicBezTo>
                <a:cubicBezTo>
                  <a:pt x="1877" y="334"/>
                  <a:pt x="1877" y="334"/>
                  <a:pt x="1877" y="334"/>
                </a:cubicBezTo>
                <a:cubicBezTo>
                  <a:pt x="1877" y="332"/>
                  <a:pt x="1877" y="332"/>
                  <a:pt x="1877" y="332"/>
                </a:cubicBezTo>
                <a:cubicBezTo>
                  <a:pt x="1877" y="332"/>
                  <a:pt x="1877" y="332"/>
                  <a:pt x="1877" y="332"/>
                </a:cubicBezTo>
                <a:cubicBezTo>
                  <a:pt x="1877" y="330"/>
                  <a:pt x="1877" y="330"/>
                  <a:pt x="1877" y="330"/>
                </a:cubicBezTo>
                <a:cubicBezTo>
                  <a:pt x="1877" y="330"/>
                  <a:pt x="1877" y="330"/>
                  <a:pt x="1877" y="330"/>
                </a:cubicBezTo>
                <a:cubicBezTo>
                  <a:pt x="1877" y="327"/>
                  <a:pt x="1877" y="327"/>
                  <a:pt x="1877" y="327"/>
                </a:cubicBezTo>
                <a:cubicBezTo>
                  <a:pt x="1877" y="327"/>
                  <a:pt x="1877" y="327"/>
                  <a:pt x="1877" y="327"/>
                </a:cubicBezTo>
                <a:cubicBezTo>
                  <a:pt x="1876" y="325"/>
                  <a:pt x="1876" y="325"/>
                  <a:pt x="1876" y="325"/>
                </a:cubicBezTo>
                <a:cubicBezTo>
                  <a:pt x="1876" y="325"/>
                  <a:pt x="1876" y="325"/>
                  <a:pt x="1876" y="325"/>
                </a:cubicBezTo>
                <a:cubicBezTo>
                  <a:pt x="1876" y="323"/>
                  <a:pt x="1876" y="323"/>
                  <a:pt x="1876" y="323"/>
                </a:cubicBezTo>
                <a:cubicBezTo>
                  <a:pt x="1876" y="323"/>
                  <a:pt x="1876" y="323"/>
                  <a:pt x="1876" y="323"/>
                </a:cubicBezTo>
                <a:cubicBezTo>
                  <a:pt x="1876" y="321"/>
                  <a:pt x="1876" y="321"/>
                  <a:pt x="1876" y="321"/>
                </a:cubicBezTo>
                <a:cubicBezTo>
                  <a:pt x="1876" y="321"/>
                  <a:pt x="1876" y="321"/>
                  <a:pt x="1876" y="321"/>
                </a:cubicBezTo>
                <a:cubicBezTo>
                  <a:pt x="1877" y="318"/>
                  <a:pt x="1877" y="318"/>
                  <a:pt x="1877" y="318"/>
                </a:cubicBezTo>
                <a:cubicBezTo>
                  <a:pt x="1877" y="318"/>
                  <a:pt x="1877" y="318"/>
                  <a:pt x="1877" y="318"/>
                </a:cubicBezTo>
                <a:cubicBezTo>
                  <a:pt x="1897" y="294"/>
                  <a:pt x="1897" y="294"/>
                  <a:pt x="1897" y="294"/>
                </a:cubicBezTo>
                <a:cubicBezTo>
                  <a:pt x="1897" y="294"/>
                  <a:pt x="1897" y="294"/>
                  <a:pt x="1897" y="294"/>
                </a:cubicBezTo>
                <a:cubicBezTo>
                  <a:pt x="1897" y="294"/>
                  <a:pt x="1897" y="294"/>
                  <a:pt x="1897" y="294"/>
                </a:cubicBezTo>
                <a:cubicBezTo>
                  <a:pt x="1897" y="294"/>
                  <a:pt x="1897" y="294"/>
                  <a:pt x="1897" y="294"/>
                </a:cubicBezTo>
                <a:cubicBezTo>
                  <a:pt x="1898" y="294"/>
                  <a:pt x="1898" y="294"/>
                  <a:pt x="1898" y="294"/>
                </a:cubicBezTo>
                <a:cubicBezTo>
                  <a:pt x="1898" y="294"/>
                  <a:pt x="1898" y="294"/>
                  <a:pt x="1898" y="294"/>
                </a:cubicBezTo>
                <a:cubicBezTo>
                  <a:pt x="1900" y="294"/>
                  <a:pt x="1900" y="294"/>
                  <a:pt x="1900" y="294"/>
                </a:cubicBezTo>
                <a:cubicBezTo>
                  <a:pt x="1900" y="294"/>
                  <a:pt x="1900" y="294"/>
                  <a:pt x="1900" y="294"/>
                </a:cubicBezTo>
                <a:cubicBezTo>
                  <a:pt x="1900" y="293"/>
                  <a:pt x="1900" y="293"/>
                  <a:pt x="1900" y="293"/>
                </a:cubicBezTo>
                <a:cubicBezTo>
                  <a:pt x="1900" y="293"/>
                  <a:pt x="1900" y="293"/>
                  <a:pt x="1900" y="293"/>
                </a:cubicBezTo>
                <a:cubicBezTo>
                  <a:pt x="1901" y="293"/>
                  <a:pt x="1901" y="293"/>
                  <a:pt x="1901" y="293"/>
                </a:cubicBezTo>
                <a:cubicBezTo>
                  <a:pt x="1901" y="293"/>
                  <a:pt x="1901" y="293"/>
                  <a:pt x="1901" y="293"/>
                </a:cubicBezTo>
                <a:cubicBezTo>
                  <a:pt x="1902" y="293"/>
                  <a:pt x="1902" y="293"/>
                  <a:pt x="1902" y="293"/>
                </a:cubicBezTo>
                <a:cubicBezTo>
                  <a:pt x="1902" y="293"/>
                  <a:pt x="1902" y="293"/>
                  <a:pt x="1902" y="293"/>
                </a:cubicBezTo>
                <a:cubicBezTo>
                  <a:pt x="1904" y="292"/>
                  <a:pt x="1904" y="292"/>
                  <a:pt x="1904" y="292"/>
                </a:cubicBezTo>
                <a:cubicBezTo>
                  <a:pt x="1904" y="292"/>
                  <a:pt x="1904" y="292"/>
                  <a:pt x="1904" y="292"/>
                </a:cubicBezTo>
                <a:cubicBezTo>
                  <a:pt x="1906" y="291"/>
                  <a:pt x="1906" y="291"/>
                  <a:pt x="1906" y="291"/>
                </a:cubicBezTo>
                <a:cubicBezTo>
                  <a:pt x="1906" y="291"/>
                  <a:pt x="1906" y="291"/>
                  <a:pt x="1906" y="291"/>
                </a:cubicBezTo>
                <a:cubicBezTo>
                  <a:pt x="1918" y="275"/>
                  <a:pt x="1918" y="275"/>
                  <a:pt x="1918" y="275"/>
                </a:cubicBezTo>
                <a:cubicBezTo>
                  <a:pt x="1932" y="261"/>
                  <a:pt x="1932" y="261"/>
                  <a:pt x="1932" y="261"/>
                </a:cubicBezTo>
                <a:cubicBezTo>
                  <a:pt x="1932" y="261"/>
                  <a:pt x="1932" y="261"/>
                  <a:pt x="1932" y="261"/>
                </a:cubicBezTo>
                <a:cubicBezTo>
                  <a:pt x="1931" y="261"/>
                  <a:pt x="1931" y="261"/>
                  <a:pt x="1931" y="261"/>
                </a:cubicBezTo>
                <a:cubicBezTo>
                  <a:pt x="1931" y="261"/>
                  <a:pt x="1931" y="261"/>
                  <a:pt x="1931" y="261"/>
                </a:cubicBezTo>
                <a:cubicBezTo>
                  <a:pt x="1931" y="259"/>
                  <a:pt x="1931" y="259"/>
                  <a:pt x="1931" y="259"/>
                </a:cubicBezTo>
                <a:cubicBezTo>
                  <a:pt x="1931" y="259"/>
                  <a:pt x="1931" y="259"/>
                  <a:pt x="1931" y="259"/>
                </a:cubicBezTo>
                <a:cubicBezTo>
                  <a:pt x="1931" y="258"/>
                  <a:pt x="1931" y="258"/>
                  <a:pt x="1931" y="258"/>
                </a:cubicBezTo>
                <a:cubicBezTo>
                  <a:pt x="1931" y="258"/>
                  <a:pt x="1931" y="258"/>
                  <a:pt x="1931" y="258"/>
                </a:cubicBezTo>
                <a:cubicBezTo>
                  <a:pt x="1932" y="256"/>
                  <a:pt x="1932" y="256"/>
                  <a:pt x="1932" y="256"/>
                </a:cubicBezTo>
                <a:cubicBezTo>
                  <a:pt x="1932" y="256"/>
                  <a:pt x="1932" y="256"/>
                  <a:pt x="1932" y="256"/>
                </a:cubicBezTo>
                <a:cubicBezTo>
                  <a:pt x="1932" y="256"/>
                  <a:pt x="1932" y="256"/>
                  <a:pt x="1932" y="256"/>
                </a:cubicBezTo>
                <a:cubicBezTo>
                  <a:pt x="1932" y="256"/>
                  <a:pt x="1932" y="256"/>
                  <a:pt x="1932" y="256"/>
                </a:cubicBezTo>
                <a:cubicBezTo>
                  <a:pt x="1932" y="254"/>
                  <a:pt x="1932" y="254"/>
                  <a:pt x="1932" y="254"/>
                </a:cubicBezTo>
                <a:cubicBezTo>
                  <a:pt x="1932" y="254"/>
                  <a:pt x="1932" y="254"/>
                  <a:pt x="1932" y="254"/>
                </a:cubicBezTo>
                <a:cubicBezTo>
                  <a:pt x="1932" y="252"/>
                  <a:pt x="1932" y="252"/>
                  <a:pt x="1932" y="252"/>
                </a:cubicBezTo>
                <a:cubicBezTo>
                  <a:pt x="1932" y="252"/>
                  <a:pt x="1932" y="252"/>
                  <a:pt x="1932" y="252"/>
                </a:cubicBezTo>
                <a:cubicBezTo>
                  <a:pt x="1932" y="250"/>
                  <a:pt x="1932" y="250"/>
                  <a:pt x="1932" y="250"/>
                </a:cubicBezTo>
                <a:cubicBezTo>
                  <a:pt x="1932" y="250"/>
                  <a:pt x="1932" y="250"/>
                  <a:pt x="1932" y="250"/>
                </a:cubicBezTo>
                <a:cubicBezTo>
                  <a:pt x="1863" y="283"/>
                  <a:pt x="1863" y="283"/>
                  <a:pt x="1863" y="283"/>
                </a:cubicBezTo>
                <a:cubicBezTo>
                  <a:pt x="1838" y="288"/>
                  <a:pt x="1838" y="288"/>
                  <a:pt x="1838" y="288"/>
                </a:cubicBezTo>
                <a:cubicBezTo>
                  <a:pt x="1838" y="288"/>
                  <a:pt x="1838" y="288"/>
                  <a:pt x="1838" y="288"/>
                </a:cubicBezTo>
                <a:cubicBezTo>
                  <a:pt x="1836" y="288"/>
                  <a:pt x="1836" y="288"/>
                  <a:pt x="1836" y="288"/>
                </a:cubicBezTo>
                <a:cubicBezTo>
                  <a:pt x="1836" y="288"/>
                  <a:pt x="1836" y="288"/>
                  <a:pt x="1836" y="288"/>
                </a:cubicBezTo>
                <a:cubicBezTo>
                  <a:pt x="1836" y="288"/>
                  <a:pt x="1836" y="288"/>
                  <a:pt x="1836" y="288"/>
                </a:cubicBezTo>
                <a:cubicBezTo>
                  <a:pt x="1836" y="288"/>
                  <a:pt x="1836" y="288"/>
                  <a:pt x="1836" y="288"/>
                </a:cubicBezTo>
                <a:cubicBezTo>
                  <a:pt x="1834" y="288"/>
                  <a:pt x="1834" y="288"/>
                  <a:pt x="1834" y="288"/>
                </a:cubicBezTo>
                <a:cubicBezTo>
                  <a:pt x="1834" y="288"/>
                  <a:pt x="1834" y="288"/>
                  <a:pt x="1834" y="288"/>
                </a:cubicBezTo>
                <a:cubicBezTo>
                  <a:pt x="1834" y="287"/>
                  <a:pt x="1834" y="287"/>
                  <a:pt x="1834" y="287"/>
                </a:cubicBezTo>
                <a:cubicBezTo>
                  <a:pt x="1834" y="287"/>
                  <a:pt x="1834" y="287"/>
                  <a:pt x="1834" y="287"/>
                </a:cubicBezTo>
                <a:cubicBezTo>
                  <a:pt x="1833" y="287"/>
                  <a:pt x="1833" y="287"/>
                  <a:pt x="1833" y="287"/>
                </a:cubicBezTo>
                <a:cubicBezTo>
                  <a:pt x="1833" y="287"/>
                  <a:pt x="1833" y="287"/>
                  <a:pt x="1833" y="287"/>
                </a:cubicBezTo>
                <a:cubicBezTo>
                  <a:pt x="1832" y="286"/>
                  <a:pt x="1832" y="286"/>
                  <a:pt x="1832" y="286"/>
                </a:cubicBezTo>
                <a:cubicBezTo>
                  <a:pt x="1832" y="286"/>
                  <a:pt x="1832" y="286"/>
                  <a:pt x="1832" y="286"/>
                </a:cubicBezTo>
                <a:cubicBezTo>
                  <a:pt x="1832" y="285"/>
                  <a:pt x="1832" y="285"/>
                  <a:pt x="1832" y="285"/>
                </a:cubicBezTo>
                <a:cubicBezTo>
                  <a:pt x="1832" y="285"/>
                  <a:pt x="1832" y="285"/>
                  <a:pt x="1832" y="285"/>
                </a:cubicBezTo>
                <a:cubicBezTo>
                  <a:pt x="1832" y="283"/>
                  <a:pt x="1832" y="283"/>
                  <a:pt x="1832" y="283"/>
                </a:cubicBezTo>
                <a:cubicBezTo>
                  <a:pt x="1832" y="283"/>
                  <a:pt x="1832" y="283"/>
                  <a:pt x="1832" y="283"/>
                </a:cubicBezTo>
                <a:cubicBezTo>
                  <a:pt x="1834" y="277"/>
                  <a:pt x="1834" y="277"/>
                  <a:pt x="1834" y="277"/>
                </a:cubicBezTo>
                <a:cubicBezTo>
                  <a:pt x="1834" y="277"/>
                  <a:pt x="1834" y="277"/>
                  <a:pt x="1834" y="277"/>
                </a:cubicBezTo>
                <a:cubicBezTo>
                  <a:pt x="1864" y="262"/>
                  <a:pt x="1864" y="262"/>
                  <a:pt x="1864" y="262"/>
                </a:cubicBezTo>
                <a:cubicBezTo>
                  <a:pt x="1933" y="229"/>
                  <a:pt x="1933" y="229"/>
                  <a:pt x="1933" y="229"/>
                </a:cubicBezTo>
                <a:cubicBezTo>
                  <a:pt x="1933" y="229"/>
                  <a:pt x="1933" y="229"/>
                  <a:pt x="1933" y="229"/>
                </a:cubicBezTo>
                <a:cubicBezTo>
                  <a:pt x="1939" y="220"/>
                  <a:pt x="1939" y="220"/>
                  <a:pt x="1939" y="220"/>
                </a:cubicBezTo>
                <a:cubicBezTo>
                  <a:pt x="1939" y="220"/>
                  <a:pt x="1939" y="220"/>
                  <a:pt x="1939" y="220"/>
                </a:cubicBezTo>
                <a:cubicBezTo>
                  <a:pt x="1946" y="210"/>
                  <a:pt x="1946" y="210"/>
                  <a:pt x="1946" y="210"/>
                </a:cubicBezTo>
                <a:cubicBezTo>
                  <a:pt x="1946" y="210"/>
                  <a:pt x="1946" y="210"/>
                  <a:pt x="1946" y="210"/>
                </a:cubicBezTo>
                <a:cubicBezTo>
                  <a:pt x="1952" y="200"/>
                  <a:pt x="1952" y="200"/>
                  <a:pt x="1952" y="200"/>
                </a:cubicBezTo>
                <a:cubicBezTo>
                  <a:pt x="1952" y="200"/>
                  <a:pt x="1952" y="200"/>
                  <a:pt x="1952" y="200"/>
                </a:cubicBezTo>
                <a:cubicBezTo>
                  <a:pt x="1959" y="188"/>
                  <a:pt x="1959" y="188"/>
                  <a:pt x="1959" y="188"/>
                </a:cubicBezTo>
                <a:cubicBezTo>
                  <a:pt x="1959" y="188"/>
                  <a:pt x="1959" y="188"/>
                  <a:pt x="1959" y="188"/>
                </a:cubicBezTo>
                <a:cubicBezTo>
                  <a:pt x="1965" y="177"/>
                  <a:pt x="1965" y="177"/>
                  <a:pt x="1965" y="177"/>
                </a:cubicBezTo>
                <a:cubicBezTo>
                  <a:pt x="1965" y="177"/>
                  <a:pt x="1965" y="177"/>
                  <a:pt x="1965" y="177"/>
                </a:cubicBezTo>
                <a:cubicBezTo>
                  <a:pt x="1971" y="166"/>
                  <a:pt x="1971" y="166"/>
                  <a:pt x="1971" y="166"/>
                </a:cubicBezTo>
                <a:cubicBezTo>
                  <a:pt x="1971" y="166"/>
                  <a:pt x="1971" y="166"/>
                  <a:pt x="1971" y="166"/>
                </a:cubicBezTo>
                <a:cubicBezTo>
                  <a:pt x="1977" y="156"/>
                  <a:pt x="1977" y="156"/>
                  <a:pt x="1977" y="156"/>
                </a:cubicBezTo>
                <a:cubicBezTo>
                  <a:pt x="1977" y="156"/>
                  <a:pt x="1977" y="156"/>
                  <a:pt x="1977" y="156"/>
                </a:cubicBezTo>
                <a:cubicBezTo>
                  <a:pt x="1984" y="144"/>
                  <a:pt x="1984" y="144"/>
                  <a:pt x="1984" y="144"/>
                </a:cubicBezTo>
                <a:cubicBezTo>
                  <a:pt x="1984" y="144"/>
                  <a:pt x="1984" y="144"/>
                  <a:pt x="1984" y="144"/>
                </a:cubicBezTo>
                <a:cubicBezTo>
                  <a:pt x="1996" y="117"/>
                  <a:pt x="1996" y="117"/>
                  <a:pt x="1996" y="117"/>
                </a:cubicBezTo>
                <a:cubicBezTo>
                  <a:pt x="1996" y="117"/>
                  <a:pt x="1996" y="117"/>
                  <a:pt x="1996" y="117"/>
                </a:cubicBezTo>
                <a:cubicBezTo>
                  <a:pt x="1995" y="117"/>
                  <a:pt x="1995" y="117"/>
                  <a:pt x="1995" y="117"/>
                </a:cubicBezTo>
                <a:cubicBezTo>
                  <a:pt x="1995" y="117"/>
                  <a:pt x="1995" y="117"/>
                  <a:pt x="1995" y="117"/>
                </a:cubicBezTo>
                <a:cubicBezTo>
                  <a:pt x="1994" y="117"/>
                  <a:pt x="1994" y="117"/>
                  <a:pt x="1994" y="117"/>
                </a:cubicBezTo>
                <a:cubicBezTo>
                  <a:pt x="1994" y="117"/>
                  <a:pt x="1994" y="117"/>
                  <a:pt x="1994" y="117"/>
                </a:cubicBezTo>
                <a:cubicBezTo>
                  <a:pt x="1993" y="116"/>
                  <a:pt x="1993" y="116"/>
                  <a:pt x="1993" y="116"/>
                </a:cubicBezTo>
                <a:cubicBezTo>
                  <a:pt x="1993" y="116"/>
                  <a:pt x="1993" y="116"/>
                  <a:pt x="1993" y="116"/>
                </a:cubicBezTo>
                <a:cubicBezTo>
                  <a:pt x="1993" y="115"/>
                  <a:pt x="1993" y="115"/>
                  <a:pt x="1993" y="115"/>
                </a:cubicBezTo>
                <a:cubicBezTo>
                  <a:pt x="1993" y="115"/>
                  <a:pt x="1993" y="115"/>
                  <a:pt x="1993" y="115"/>
                </a:cubicBezTo>
                <a:cubicBezTo>
                  <a:pt x="1992" y="114"/>
                  <a:pt x="1992" y="114"/>
                  <a:pt x="1992" y="114"/>
                </a:cubicBezTo>
                <a:cubicBezTo>
                  <a:pt x="1992" y="114"/>
                  <a:pt x="1992" y="114"/>
                  <a:pt x="1992" y="114"/>
                </a:cubicBezTo>
                <a:cubicBezTo>
                  <a:pt x="1992" y="114"/>
                  <a:pt x="1992" y="114"/>
                  <a:pt x="1992" y="114"/>
                </a:cubicBezTo>
                <a:cubicBezTo>
                  <a:pt x="1992" y="114"/>
                  <a:pt x="1992" y="114"/>
                  <a:pt x="1992" y="114"/>
                </a:cubicBezTo>
                <a:cubicBezTo>
                  <a:pt x="1991" y="113"/>
                  <a:pt x="1991" y="113"/>
                  <a:pt x="1991" y="113"/>
                </a:cubicBezTo>
                <a:cubicBezTo>
                  <a:pt x="1991" y="113"/>
                  <a:pt x="1991" y="113"/>
                  <a:pt x="1991" y="113"/>
                </a:cubicBezTo>
                <a:cubicBezTo>
                  <a:pt x="1991" y="111"/>
                  <a:pt x="1991" y="111"/>
                  <a:pt x="1991" y="111"/>
                </a:cubicBezTo>
                <a:cubicBezTo>
                  <a:pt x="1991" y="111"/>
                  <a:pt x="1991" y="111"/>
                  <a:pt x="1991" y="111"/>
                </a:cubicBezTo>
                <a:cubicBezTo>
                  <a:pt x="1985" y="111"/>
                  <a:pt x="1985" y="111"/>
                  <a:pt x="1985" y="111"/>
                </a:cubicBezTo>
                <a:cubicBezTo>
                  <a:pt x="1985" y="111"/>
                  <a:pt x="1985" y="111"/>
                  <a:pt x="1985" y="111"/>
                </a:cubicBezTo>
                <a:cubicBezTo>
                  <a:pt x="1980" y="112"/>
                  <a:pt x="1980" y="112"/>
                  <a:pt x="1980" y="112"/>
                </a:cubicBezTo>
                <a:cubicBezTo>
                  <a:pt x="1980" y="112"/>
                  <a:pt x="1980" y="112"/>
                  <a:pt x="1980" y="112"/>
                </a:cubicBezTo>
                <a:cubicBezTo>
                  <a:pt x="1975" y="114"/>
                  <a:pt x="1975" y="114"/>
                  <a:pt x="1975" y="114"/>
                </a:cubicBezTo>
                <a:cubicBezTo>
                  <a:pt x="1975" y="114"/>
                  <a:pt x="1975" y="114"/>
                  <a:pt x="1975" y="114"/>
                </a:cubicBezTo>
                <a:cubicBezTo>
                  <a:pt x="1971" y="114"/>
                  <a:pt x="1971" y="114"/>
                  <a:pt x="1971" y="114"/>
                </a:cubicBezTo>
                <a:cubicBezTo>
                  <a:pt x="1971" y="114"/>
                  <a:pt x="1971" y="114"/>
                  <a:pt x="1971" y="114"/>
                </a:cubicBezTo>
                <a:cubicBezTo>
                  <a:pt x="1967" y="118"/>
                  <a:pt x="1967" y="118"/>
                  <a:pt x="1967" y="118"/>
                </a:cubicBezTo>
                <a:cubicBezTo>
                  <a:pt x="1967" y="118"/>
                  <a:pt x="1967" y="118"/>
                  <a:pt x="1967" y="118"/>
                </a:cubicBezTo>
                <a:cubicBezTo>
                  <a:pt x="1962" y="121"/>
                  <a:pt x="1962" y="121"/>
                  <a:pt x="1962" y="121"/>
                </a:cubicBezTo>
                <a:cubicBezTo>
                  <a:pt x="1962" y="121"/>
                  <a:pt x="1962" y="121"/>
                  <a:pt x="1962" y="121"/>
                </a:cubicBezTo>
                <a:cubicBezTo>
                  <a:pt x="1958" y="124"/>
                  <a:pt x="1958" y="124"/>
                  <a:pt x="1958" y="124"/>
                </a:cubicBezTo>
                <a:cubicBezTo>
                  <a:pt x="1958" y="124"/>
                  <a:pt x="1958" y="124"/>
                  <a:pt x="1958" y="124"/>
                </a:cubicBezTo>
                <a:cubicBezTo>
                  <a:pt x="1954" y="126"/>
                  <a:pt x="1954" y="126"/>
                  <a:pt x="1954" y="126"/>
                </a:cubicBezTo>
                <a:cubicBezTo>
                  <a:pt x="1952" y="128"/>
                  <a:pt x="1952" y="128"/>
                  <a:pt x="1952" y="128"/>
                </a:cubicBezTo>
                <a:cubicBezTo>
                  <a:pt x="1933" y="141"/>
                  <a:pt x="1933" y="141"/>
                  <a:pt x="1933" y="141"/>
                </a:cubicBezTo>
                <a:cubicBezTo>
                  <a:pt x="1933" y="141"/>
                  <a:pt x="1933" y="141"/>
                  <a:pt x="1933" y="141"/>
                </a:cubicBezTo>
                <a:cubicBezTo>
                  <a:pt x="1933" y="146"/>
                  <a:pt x="1933" y="146"/>
                  <a:pt x="1933" y="146"/>
                </a:cubicBezTo>
                <a:cubicBezTo>
                  <a:pt x="1933" y="146"/>
                  <a:pt x="1933" y="146"/>
                  <a:pt x="1933" y="146"/>
                </a:cubicBezTo>
                <a:cubicBezTo>
                  <a:pt x="1933" y="147"/>
                  <a:pt x="1933" y="147"/>
                  <a:pt x="1933" y="147"/>
                </a:cubicBezTo>
                <a:cubicBezTo>
                  <a:pt x="1933" y="147"/>
                  <a:pt x="1933" y="147"/>
                  <a:pt x="1933" y="147"/>
                </a:cubicBezTo>
                <a:cubicBezTo>
                  <a:pt x="1934" y="147"/>
                  <a:pt x="1934" y="147"/>
                  <a:pt x="1934" y="147"/>
                </a:cubicBezTo>
                <a:cubicBezTo>
                  <a:pt x="1934" y="147"/>
                  <a:pt x="1934" y="147"/>
                  <a:pt x="1934" y="147"/>
                </a:cubicBezTo>
                <a:cubicBezTo>
                  <a:pt x="1934" y="148"/>
                  <a:pt x="1934" y="148"/>
                  <a:pt x="1934" y="148"/>
                </a:cubicBezTo>
                <a:cubicBezTo>
                  <a:pt x="1934" y="148"/>
                  <a:pt x="1934" y="148"/>
                  <a:pt x="1934" y="148"/>
                </a:cubicBezTo>
                <a:cubicBezTo>
                  <a:pt x="1935" y="148"/>
                  <a:pt x="1935" y="148"/>
                  <a:pt x="1935" y="148"/>
                </a:cubicBezTo>
                <a:cubicBezTo>
                  <a:pt x="1935" y="148"/>
                  <a:pt x="1935" y="148"/>
                  <a:pt x="1935" y="148"/>
                </a:cubicBezTo>
                <a:cubicBezTo>
                  <a:pt x="1935" y="149"/>
                  <a:pt x="1935" y="149"/>
                  <a:pt x="1935" y="149"/>
                </a:cubicBezTo>
                <a:cubicBezTo>
                  <a:pt x="1935" y="149"/>
                  <a:pt x="1935" y="149"/>
                  <a:pt x="1935" y="149"/>
                </a:cubicBezTo>
                <a:cubicBezTo>
                  <a:pt x="1935" y="150"/>
                  <a:pt x="1935" y="150"/>
                  <a:pt x="1935" y="150"/>
                </a:cubicBezTo>
                <a:cubicBezTo>
                  <a:pt x="1935" y="150"/>
                  <a:pt x="1935" y="150"/>
                  <a:pt x="1935" y="150"/>
                </a:cubicBezTo>
                <a:cubicBezTo>
                  <a:pt x="1936" y="150"/>
                  <a:pt x="1936" y="150"/>
                  <a:pt x="1936" y="150"/>
                </a:cubicBezTo>
                <a:cubicBezTo>
                  <a:pt x="1936" y="150"/>
                  <a:pt x="1936" y="150"/>
                  <a:pt x="1936" y="150"/>
                </a:cubicBezTo>
                <a:cubicBezTo>
                  <a:pt x="1938" y="150"/>
                  <a:pt x="1938" y="150"/>
                  <a:pt x="1938" y="150"/>
                </a:cubicBezTo>
                <a:cubicBezTo>
                  <a:pt x="1938" y="150"/>
                  <a:pt x="1938" y="150"/>
                  <a:pt x="1938" y="150"/>
                </a:cubicBezTo>
                <a:cubicBezTo>
                  <a:pt x="1940" y="155"/>
                  <a:pt x="1940" y="155"/>
                  <a:pt x="1940" y="155"/>
                </a:cubicBezTo>
                <a:cubicBezTo>
                  <a:pt x="1940" y="155"/>
                  <a:pt x="1940" y="155"/>
                  <a:pt x="1940" y="155"/>
                </a:cubicBezTo>
                <a:cubicBezTo>
                  <a:pt x="1943" y="159"/>
                  <a:pt x="1943" y="159"/>
                  <a:pt x="1943" y="159"/>
                </a:cubicBezTo>
                <a:cubicBezTo>
                  <a:pt x="1943" y="159"/>
                  <a:pt x="1943" y="159"/>
                  <a:pt x="1943" y="159"/>
                </a:cubicBezTo>
                <a:cubicBezTo>
                  <a:pt x="1944" y="164"/>
                  <a:pt x="1944" y="164"/>
                  <a:pt x="1944" y="164"/>
                </a:cubicBezTo>
                <a:cubicBezTo>
                  <a:pt x="1944" y="164"/>
                  <a:pt x="1944" y="164"/>
                  <a:pt x="1944" y="164"/>
                </a:cubicBezTo>
                <a:cubicBezTo>
                  <a:pt x="1944" y="168"/>
                  <a:pt x="1944" y="168"/>
                  <a:pt x="1944" y="168"/>
                </a:cubicBezTo>
                <a:cubicBezTo>
                  <a:pt x="1944" y="168"/>
                  <a:pt x="1944" y="168"/>
                  <a:pt x="1944" y="168"/>
                </a:cubicBezTo>
                <a:cubicBezTo>
                  <a:pt x="1943" y="173"/>
                  <a:pt x="1943" y="173"/>
                  <a:pt x="1943" y="173"/>
                </a:cubicBezTo>
                <a:cubicBezTo>
                  <a:pt x="1943" y="173"/>
                  <a:pt x="1943" y="173"/>
                  <a:pt x="1943" y="173"/>
                </a:cubicBezTo>
                <a:cubicBezTo>
                  <a:pt x="1942" y="178"/>
                  <a:pt x="1942" y="178"/>
                  <a:pt x="1942" y="178"/>
                </a:cubicBezTo>
                <a:cubicBezTo>
                  <a:pt x="1942" y="178"/>
                  <a:pt x="1942" y="178"/>
                  <a:pt x="1942" y="178"/>
                </a:cubicBezTo>
                <a:cubicBezTo>
                  <a:pt x="1939" y="183"/>
                  <a:pt x="1939" y="183"/>
                  <a:pt x="1939" y="183"/>
                </a:cubicBezTo>
                <a:cubicBezTo>
                  <a:pt x="1939" y="183"/>
                  <a:pt x="1939" y="183"/>
                  <a:pt x="1939" y="183"/>
                </a:cubicBezTo>
                <a:cubicBezTo>
                  <a:pt x="1938" y="187"/>
                  <a:pt x="1938" y="187"/>
                  <a:pt x="1938" y="187"/>
                </a:cubicBezTo>
                <a:cubicBezTo>
                  <a:pt x="1938" y="187"/>
                  <a:pt x="1938" y="187"/>
                  <a:pt x="1938" y="187"/>
                </a:cubicBezTo>
                <a:cubicBezTo>
                  <a:pt x="1907" y="222"/>
                  <a:pt x="1907" y="222"/>
                  <a:pt x="1907" y="222"/>
                </a:cubicBezTo>
                <a:cubicBezTo>
                  <a:pt x="1907" y="222"/>
                  <a:pt x="1907" y="222"/>
                  <a:pt x="1907" y="222"/>
                </a:cubicBezTo>
                <a:cubicBezTo>
                  <a:pt x="1904" y="225"/>
                  <a:pt x="1904" y="225"/>
                  <a:pt x="1904" y="225"/>
                </a:cubicBezTo>
                <a:cubicBezTo>
                  <a:pt x="1904" y="225"/>
                  <a:pt x="1904" y="225"/>
                  <a:pt x="1904" y="225"/>
                </a:cubicBezTo>
                <a:cubicBezTo>
                  <a:pt x="1900" y="221"/>
                  <a:pt x="1900" y="221"/>
                  <a:pt x="1900" y="221"/>
                </a:cubicBezTo>
                <a:cubicBezTo>
                  <a:pt x="1900" y="221"/>
                  <a:pt x="1900" y="221"/>
                  <a:pt x="1900" y="221"/>
                </a:cubicBezTo>
                <a:cubicBezTo>
                  <a:pt x="1913" y="197"/>
                  <a:pt x="1913" y="197"/>
                  <a:pt x="1913" y="197"/>
                </a:cubicBezTo>
                <a:cubicBezTo>
                  <a:pt x="1913" y="197"/>
                  <a:pt x="1913" y="197"/>
                  <a:pt x="1913" y="197"/>
                </a:cubicBezTo>
                <a:cubicBezTo>
                  <a:pt x="1910" y="197"/>
                  <a:pt x="1910" y="197"/>
                  <a:pt x="1910" y="197"/>
                </a:cubicBezTo>
                <a:cubicBezTo>
                  <a:pt x="1910" y="197"/>
                  <a:pt x="1910" y="197"/>
                  <a:pt x="1910" y="197"/>
                </a:cubicBezTo>
                <a:cubicBezTo>
                  <a:pt x="1908" y="196"/>
                  <a:pt x="1908" y="196"/>
                  <a:pt x="1908" y="196"/>
                </a:cubicBezTo>
                <a:cubicBezTo>
                  <a:pt x="1908" y="196"/>
                  <a:pt x="1908" y="196"/>
                  <a:pt x="1908" y="196"/>
                </a:cubicBezTo>
                <a:cubicBezTo>
                  <a:pt x="1906" y="196"/>
                  <a:pt x="1906" y="196"/>
                  <a:pt x="1906" y="196"/>
                </a:cubicBezTo>
                <a:cubicBezTo>
                  <a:pt x="1906" y="196"/>
                  <a:pt x="1906" y="196"/>
                  <a:pt x="1906" y="196"/>
                </a:cubicBezTo>
                <a:cubicBezTo>
                  <a:pt x="1904" y="195"/>
                  <a:pt x="1904" y="195"/>
                  <a:pt x="1904" y="195"/>
                </a:cubicBezTo>
                <a:cubicBezTo>
                  <a:pt x="1904" y="195"/>
                  <a:pt x="1904" y="195"/>
                  <a:pt x="1904" y="195"/>
                </a:cubicBezTo>
                <a:cubicBezTo>
                  <a:pt x="1900" y="196"/>
                  <a:pt x="1900" y="196"/>
                  <a:pt x="1900" y="196"/>
                </a:cubicBezTo>
                <a:cubicBezTo>
                  <a:pt x="1900" y="196"/>
                  <a:pt x="1900" y="196"/>
                  <a:pt x="1900" y="196"/>
                </a:cubicBezTo>
                <a:cubicBezTo>
                  <a:pt x="1898" y="196"/>
                  <a:pt x="1898" y="196"/>
                  <a:pt x="1898" y="196"/>
                </a:cubicBezTo>
                <a:cubicBezTo>
                  <a:pt x="1898" y="196"/>
                  <a:pt x="1898" y="196"/>
                  <a:pt x="1898" y="196"/>
                </a:cubicBezTo>
                <a:cubicBezTo>
                  <a:pt x="1896" y="196"/>
                  <a:pt x="1896" y="196"/>
                  <a:pt x="1896" y="196"/>
                </a:cubicBezTo>
                <a:cubicBezTo>
                  <a:pt x="1896" y="196"/>
                  <a:pt x="1896" y="196"/>
                  <a:pt x="1896" y="196"/>
                </a:cubicBezTo>
                <a:cubicBezTo>
                  <a:pt x="1894" y="196"/>
                  <a:pt x="1894" y="196"/>
                  <a:pt x="1894" y="196"/>
                </a:cubicBezTo>
                <a:cubicBezTo>
                  <a:pt x="1894" y="196"/>
                  <a:pt x="1894" y="196"/>
                  <a:pt x="1894" y="196"/>
                </a:cubicBezTo>
                <a:cubicBezTo>
                  <a:pt x="1869" y="229"/>
                  <a:pt x="1869" y="229"/>
                  <a:pt x="1869" y="229"/>
                </a:cubicBezTo>
                <a:cubicBezTo>
                  <a:pt x="1869" y="229"/>
                  <a:pt x="1869" y="229"/>
                  <a:pt x="1869" y="229"/>
                </a:cubicBezTo>
                <a:cubicBezTo>
                  <a:pt x="1864" y="229"/>
                  <a:pt x="1864" y="229"/>
                  <a:pt x="1864" y="229"/>
                </a:cubicBezTo>
                <a:cubicBezTo>
                  <a:pt x="1864" y="229"/>
                  <a:pt x="1864" y="229"/>
                  <a:pt x="1864" y="229"/>
                </a:cubicBezTo>
                <a:cubicBezTo>
                  <a:pt x="1862" y="228"/>
                  <a:pt x="1862" y="228"/>
                  <a:pt x="1862" y="228"/>
                </a:cubicBezTo>
                <a:cubicBezTo>
                  <a:pt x="1862" y="228"/>
                  <a:pt x="1862" y="228"/>
                  <a:pt x="1862" y="228"/>
                </a:cubicBezTo>
                <a:cubicBezTo>
                  <a:pt x="1863" y="225"/>
                  <a:pt x="1863" y="225"/>
                  <a:pt x="1863" y="225"/>
                </a:cubicBezTo>
                <a:cubicBezTo>
                  <a:pt x="1863" y="225"/>
                  <a:pt x="1863" y="225"/>
                  <a:pt x="1863" y="225"/>
                </a:cubicBezTo>
                <a:cubicBezTo>
                  <a:pt x="1863" y="223"/>
                  <a:pt x="1863" y="223"/>
                  <a:pt x="1863" y="223"/>
                </a:cubicBezTo>
                <a:cubicBezTo>
                  <a:pt x="1863" y="223"/>
                  <a:pt x="1863" y="223"/>
                  <a:pt x="1863" y="223"/>
                </a:cubicBezTo>
                <a:cubicBezTo>
                  <a:pt x="1865" y="220"/>
                  <a:pt x="1865" y="220"/>
                  <a:pt x="1865" y="220"/>
                </a:cubicBezTo>
                <a:cubicBezTo>
                  <a:pt x="1865" y="220"/>
                  <a:pt x="1865" y="220"/>
                  <a:pt x="1865" y="220"/>
                </a:cubicBezTo>
                <a:cubicBezTo>
                  <a:pt x="1866" y="218"/>
                  <a:pt x="1866" y="218"/>
                  <a:pt x="1866" y="218"/>
                </a:cubicBezTo>
                <a:cubicBezTo>
                  <a:pt x="1866" y="218"/>
                  <a:pt x="1866" y="218"/>
                  <a:pt x="1866" y="218"/>
                </a:cubicBezTo>
                <a:cubicBezTo>
                  <a:pt x="1868" y="215"/>
                  <a:pt x="1868" y="215"/>
                  <a:pt x="1868" y="215"/>
                </a:cubicBezTo>
                <a:cubicBezTo>
                  <a:pt x="1868" y="215"/>
                  <a:pt x="1868" y="215"/>
                  <a:pt x="1868" y="215"/>
                </a:cubicBezTo>
                <a:cubicBezTo>
                  <a:pt x="1869" y="213"/>
                  <a:pt x="1869" y="213"/>
                  <a:pt x="1869" y="213"/>
                </a:cubicBezTo>
                <a:cubicBezTo>
                  <a:pt x="1869" y="213"/>
                  <a:pt x="1869" y="213"/>
                  <a:pt x="1869" y="213"/>
                </a:cubicBezTo>
                <a:cubicBezTo>
                  <a:pt x="1870" y="210"/>
                  <a:pt x="1870" y="210"/>
                  <a:pt x="1870" y="210"/>
                </a:cubicBezTo>
                <a:cubicBezTo>
                  <a:pt x="1870" y="210"/>
                  <a:pt x="1870" y="210"/>
                  <a:pt x="1870" y="210"/>
                </a:cubicBezTo>
                <a:cubicBezTo>
                  <a:pt x="1870" y="209"/>
                  <a:pt x="1870" y="209"/>
                  <a:pt x="1870" y="209"/>
                </a:cubicBezTo>
                <a:cubicBezTo>
                  <a:pt x="1870" y="209"/>
                  <a:pt x="1870" y="209"/>
                  <a:pt x="1870" y="209"/>
                </a:cubicBezTo>
                <a:cubicBezTo>
                  <a:pt x="1871" y="208"/>
                  <a:pt x="1871" y="208"/>
                  <a:pt x="1871" y="208"/>
                </a:cubicBezTo>
                <a:cubicBezTo>
                  <a:pt x="1871" y="208"/>
                  <a:pt x="1871" y="208"/>
                  <a:pt x="1871" y="208"/>
                </a:cubicBezTo>
                <a:cubicBezTo>
                  <a:pt x="1872" y="207"/>
                  <a:pt x="1872" y="207"/>
                  <a:pt x="1872" y="207"/>
                </a:cubicBezTo>
                <a:cubicBezTo>
                  <a:pt x="1872" y="207"/>
                  <a:pt x="1872" y="207"/>
                  <a:pt x="1872" y="207"/>
                </a:cubicBezTo>
                <a:cubicBezTo>
                  <a:pt x="1874" y="205"/>
                  <a:pt x="1874" y="205"/>
                  <a:pt x="1874" y="205"/>
                </a:cubicBezTo>
                <a:cubicBezTo>
                  <a:pt x="1874" y="205"/>
                  <a:pt x="1874" y="205"/>
                  <a:pt x="1874" y="205"/>
                </a:cubicBezTo>
                <a:cubicBezTo>
                  <a:pt x="1875" y="204"/>
                  <a:pt x="1875" y="204"/>
                  <a:pt x="1875" y="204"/>
                </a:cubicBezTo>
                <a:cubicBezTo>
                  <a:pt x="1875" y="204"/>
                  <a:pt x="1875" y="204"/>
                  <a:pt x="1875" y="204"/>
                </a:cubicBezTo>
                <a:cubicBezTo>
                  <a:pt x="1876" y="202"/>
                  <a:pt x="1876" y="202"/>
                  <a:pt x="1876" y="202"/>
                </a:cubicBezTo>
                <a:cubicBezTo>
                  <a:pt x="1876" y="202"/>
                  <a:pt x="1876" y="202"/>
                  <a:pt x="1876" y="202"/>
                </a:cubicBezTo>
                <a:cubicBezTo>
                  <a:pt x="1877" y="200"/>
                  <a:pt x="1877" y="200"/>
                  <a:pt x="1877" y="200"/>
                </a:cubicBezTo>
                <a:cubicBezTo>
                  <a:pt x="1877" y="200"/>
                  <a:pt x="1877" y="200"/>
                  <a:pt x="1877" y="200"/>
                </a:cubicBezTo>
                <a:cubicBezTo>
                  <a:pt x="1879" y="198"/>
                  <a:pt x="1879" y="198"/>
                  <a:pt x="1879" y="198"/>
                </a:cubicBezTo>
                <a:cubicBezTo>
                  <a:pt x="1879" y="198"/>
                  <a:pt x="1879" y="198"/>
                  <a:pt x="1879" y="198"/>
                </a:cubicBezTo>
                <a:cubicBezTo>
                  <a:pt x="1879" y="194"/>
                  <a:pt x="1879" y="194"/>
                  <a:pt x="1879" y="194"/>
                </a:cubicBezTo>
                <a:cubicBezTo>
                  <a:pt x="1879" y="194"/>
                  <a:pt x="1879" y="194"/>
                  <a:pt x="1879" y="194"/>
                </a:cubicBezTo>
                <a:cubicBezTo>
                  <a:pt x="1878" y="194"/>
                  <a:pt x="1878" y="194"/>
                  <a:pt x="1878" y="194"/>
                </a:cubicBezTo>
                <a:cubicBezTo>
                  <a:pt x="1878" y="194"/>
                  <a:pt x="1878" y="194"/>
                  <a:pt x="1878" y="194"/>
                </a:cubicBezTo>
                <a:cubicBezTo>
                  <a:pt x="1877" y="193"/>
                  <a:pt x="1877" y="193"/>
                  <a:pt x="1877" y="193"/>
                </a:cubicBezTo>
                <a:cubicBezTo>
                  <a:pt x="1877" y="193"/>
                  <a:pt x="1877" y="193"/>
                  <a:pt x="1877" y="193"/>
                </a:cubicBezTo>
                <a:cubicBezTo>
                  <a:pt x="1876" y="192"/>
                  <a:pt x="1876" y="192"/>
                  <a:pt x="1876" y="192"/>
                </a:cubicBezTo>
                <a:cubicBezTo>
                  <a:pt x="1876" y="192"/>
                  <a:pt x="1876" y="192"/>
                  <a:pt x="1876" y="192"/>
                </a:cubicBezTo>
                <a:cubicBezTo>
                  <a:pt x="1876" y="191"/>
                  <a:pt x="1876" y="191"/>
                  <a:pt x="1876" y="191"/>
                </a:cubicBezTo>
                <a:cubicBezTo>
                  <a:pt x="1876" y="191"/>
                  <a:pt x="1876" y="191"/>
                  <a:pt x="1876" y="191"/>
                </a:cubicBezTo>
                <a:cubicBezTo>
                  <a:pt x="1875" y="191"/>
                  <a:pt x="1875" y="191"/>
                  <a:pt x="1875" y="191"/>
                </a:cubicBezTo>
                <a:cubicBezTo>
                  <a:pt x="1875" y="191"/>
                  <a:pt x="1875" y="191"/>
                  <a:pt x="1875" y="191"/>
                </a:cubicBezTo>
                <a:cubicBezTo>
                  <a:pt x="1874" y="190"/>
                  <a:pt x="1874" y="190"/>
                  <a:pt x="1874" y="190"/>
                </a:cubicBezTo>
                <a:cubicBezTo>
                  <a:pt x="1874" y="190"/>
                  <a:pt x="1874" y="190"/>
                  <a:pt x="1874" y="190"/>
                </a:cubicBezTo>
                <a:cubicBezTo>
                  <a:pt x="1873" y="189"/>
                  <a:pt x="1873" y="189"/>
                  <a:pt x="1873" y="189"/>
                </a:cubicBezTo>
                <a:cubicBezTo>
                  <a:pt x="1873" y="189"/>
                  <a:pt x="1873" y="189"/>
                  <a:pt x="1873" y="189"/>
                </a:cubicBezTo>
                <a:cubicBezTo>
                  <a:pt x="1873" y="188"/>
                  <a:pt x="1873" y="188"/>
                  <a:pt x="1873" y="188"/>
                </a:cubicBezTo>
                <a:cubicBezTo>
                  <a:pt x="1873" y="188"/>
                  <a:pt x="1873" y="188"/>
                  <a:pt x="1873" y="188"/>
                </a:cubicBezTo>
                <a:cubicBezTo>
                  <a:pt x="1865" y="191"/>
                  <a:pt x="1865" y="191"/>
                  <a:pt x="1865" y="191"/>
                </a:cubicBezTo>
                <a:cubicBezTo>
                  <a:pt x="1865" y="191"/>
                  <a:pt x="1865" y="191"/>
                  <a:pt x="1865" y="191"/>
                </a:cubicBezTo>
                <a:cubicBezTo>
                  <a:pt x="1858" y="194"/>
                  <a:pt x="1858" y="194"/>
                  <a:pt x="1858" y="194"/>
                </a:cubicBezTo>
                <a:cubicBezTo>
                  <a:pt x="1858" y="194"/>
                  <a:pt x="1858" y="194"/>
                  <a:pt x="1858" y="194"/>
                </a:cubicBezTo>
                <a:cubicBezTo>
                  <a:pt x="1852" y="198"/>
                  <a:pt x="1852" y="198"/>
                  <a:pt x="1852" y="198"/>
                </a:cubicBezTo>
                <a:cubicBezTo>
                  <a:pt x="1852" y="198"/>
                  <a:pt x="1852" y="198"/>
                  <a:pt x="1852" y="198"/>
                </a:cubicBezTo>
                <a:cubicBezTo>
                  <a:pt x="1847" y="201"/>
                  <a:pt x="1847" y="201"/>
                  <a:pt x="1847" y="201"/>
                </a:cubicBezTo>
                <a:cubicBezTo>
                  <a:pt x="1847" y="201"/>
                  <a:pt x="1847" y="201"/>
                  <a:pt x="1847" y="201"/>
                </a:cubicBezTo>
                <a:cubicBezTo>
                  <a:pt x="1841" y="207"/>
                  <a:pt x="1841" y="207"/>
                  <a:pt x="1841" y="207"/>
                </a:cubicBezTo>
                <a:cubicBezTo>
                  <a:pt x="1841" y="207"/>
                  <a:pt x="1841" y="207"/>
                  <a:pt x="1841" y="207"/>
                </a:cubicBezTo>
                <a:cubicBezTo>
                  <a:pt x="1835" y="212"/>
                  <a:pt x="1835" y="212"/>
                  <a:pt x="1835" y="212"/>
                </a:cubicBezTo>
                <a:cubicBezTo>
                  <a:pt x="1835" y="212"/>
                  <a:pt x="1835" y="212"/>
                  <a:pt x="1835" y="212"/>
                </a:cubicBezTo>
                <a:cubicBezTo>
                  <a:pt x="1829" y="216"/>
                  <a:pt x="1829" y="216"/>
                  <a:pt x="1829" y="216"/>
                </a:cubicBezTo>
                <a:cubicBezTo>
                  <a:pt x="1829" y="216"/>
                  <a:pt x="1829" y="216"/>
                  <a:pt x="1829" y="216"/>
                </a:cubicBezTo>
                <a:cubicBezTo>
                  <a:pt x="1825" y="221"/>
                  <a:pt x="1825" y="221"/>
                  <a:pt x="1825" y="221"/>
                </a:cubicBezTo>
                <a:cubicBezTo>
                  <a:pt x="1825" y="221"/>
                  <a:pt x="1825" y="221"/>
                  <a:pt x="1825" y="221"/>
                </a:cubicBezTo>
                <a:cubicBezTo>
                  <a:pt x="1824" y="224"/>
                  <a:pt x="1824" y="224"/>
                  <a:pt x="1824" y="224"/>
                </a:cubicBezTo>
                <a:cubicBezTo>
                  <a:pt x="1824" y="224"/>
                  <a:pt x="1824" y="224"/>
                  <a:pt x="1824" y="224"/>
                </a:cubicBezTo>
                <a:cubicBezTo>
                  <a:pt x="1824" y="226"/>
                  <a:pt x="1824" y="226"/>
                  <a:pt x="1824" y="226"/>
                </a:cubicBezTo>
                <a:cubicBezTo>
                  <a:pt x="1824" y="226"/>
                  <a:pt x="1824" y="226"/>
                  <a:pt x="1824" y="226"/>
                </a:cubicBezTo>
                <a:cubicBezTo>
                  <a:pt x="1824" y="228"/>
                  <a:pt x="1824" y="228"/>
                  <a:pt x="1824" y="228"/>
                </a:cubicBezTo>
                <a:cubicBezTo>
                  <a:pt x="1824" y="228"/>
                  <a:pt x="1824" y="228"/>
                  <a:pt x="1824" y="228"/>
                </a:cubicBezTo>
                <a:cubicBezTo>
                  <a:pt x="1824" y="229"/>
                  <a:pt x="1824" y="229"/>
                  <a:pt x="1824" y="229"/>
                </a:cubicBezTo>
                <a:cubicBezTo>
                  <a:pt x="1824" y="229"/>
                  <a:pt x="1824" y="229"/>
                  <a:pt x="1824" y="229"/>
                </a:cubicBezTo>
                <a:cubicBezTo>
                  <a:pt x="1823" y="232"/>
                  <a:pt x="1823" y="232"/>
                  <a:pt x="1823" y="232"/>
                </a:cubicBezTo>
                <a:cubicBezTo>
                  <a:pt x="1823" y="232"/>
                  <a:pt x="1823" y="232"/>
                  <a:pt x="1823" y="232"/>
                </a:cubicBezTo>
                <a:cubicBezTo>
                  <a:pt x="1823" y="234"/>
                  <a:pt x="1823" y="234"/>
                  <a:pt x="1823" y="234"/>
                </a:cubicBezTo>
                <a:cubicBezTo>
                  <a:pt x="1823" y="234"/>
                  <a:pt x="1823" y="234"/>
                  <a:pt x="1823" y="234"/>
                </a:cubicBezTo>
                <a:cubicBezTo>
                  <a:pt x="1822" y="236"/>
                  <a:pt x="1822" y="236"/>
                  <a:pt x="1822" y="236"/>
                </a:cubicBezTo>
                <a:cubicBezTo>
                  <a:pt x="1822" y="236"/>
                  <a:pt x="1822" y="236"/>
                  <a:pt x="1822" y="236"/>
                </a:cubicBezTo>
                <a:cubicBezTo>
                  <a:pt x="1822" y="238"/>
                  <a:pt x="1822" y="238"/>
                  <a:pt x="1822" y="238"/>
                </a:cubicBezTo>
                <a:cubicBezTo>
                  <a:pt x="1822" y="238"/>
                  <a:pt x="1822" y="238"/>
                  <a:pt x="1822" y="238"/>
                </a:cubicBezTo>
                <a:cubicBezTo>
                  <a:pt x="1819" y="239"/>
                  <a:pt x="1819" y="239"/>
                  <a:pt x="1819" y="239"/>
                </a:cubicBezTo>
                <a:cubicBezTo>
                  <a:pt x="1819" y="239"/>
                  <a:pt x="1819" y="239"/>
                  <a:pt x="1819" y="239"/>
                </a:cubicBezTo>
                <a:cubicBezTo>
                  <a:pt x="1817" y="240"/>
                  <a:pt x="1817" y="240"/>
                  <a:pt x="1817" y="240"/>
                </a:cubicBezTo>
                <a:cubicBezTo>
                  <a:pt x="1817" y="240"/>
                  <a:pt x="1817" y="240"/>
                  <a:pt x="1817" y="240"/>
                </a:cubicBezTo>
                <a:cubicBezTo>
                  <a:pt x="1815" y="241"/>
                  <a:pt x="1815" y="241"/>
                  <a:pt x="1815" y="241"/>
                </a:cubicBezTo>
                <a:cubicBezTo>
                  <a:pt x="1815" y="241"/>
                  <a:pt x="1815" y="241"/>
                  <a:pt x="1815" y="241"/>
                </a:cubicBezTo>
                <a:cubicBezTo>
                  <a:pt x="1814" y="242"/>
                  <a:pt x="1814" y="242"/>
                  <a:pt x="1814" y="242"/>
                </a:cubicBezTo>
                <a:cubicBezTo>
                  <a:pt x="1814" y="242"/>
                  <a:pt x="1814" y="242"/>
                  <a:pt x="1814" y="242"/>
                </a:cubicBezTo>
                <a:cubicBezTo>
                  <a:pt x="1812" y="243"/>
                  <a:pt x="1812" y="243"/>
                  <a:pt x="1812" y="243"/>
                </a:cubicBezTo>
                <a:cubicBezTo>
                  <a:pt x="1812" y="243"/>
                  <a:pt x="1812" y="243"/>
                  <a:pt x="1812" y="243"/>
                </a:cubicBezTo>
                <a:cubicBezTo>
                  <a:pt x="1810" y="243"/>
                  <a:pt x="1810" y="243"/>
                  <a:pt x="1810" y="243"/>
                </a:cubicBezTo>
                <a:cubicBezTo>
                  <a:pt x="1810" y="243"/>
                  <a:pt x="1810" y="243"/>
                  <a:pt x="1810" y="243"/>
                </a:cubicBezTo>
                <a:cubicBezTo>
                  <a:pt x="1808" y="243"/>
                  <a:pt x="1808" y="243"/>
                  <a:pt x="1808" y="243"/>
                </a:cubicBezTo>
                <a:cubicBezTo>
                  <a:pt x="1808" y="243"/>
                  <a:pt x="1808" y="243"/>
                  <a:pt x="1808" y="243"/>
                </a:cubicBezTo>
                <a:cubicBezTo>
                  <a:pt x="1807" y="242"/>
                  <a:pt x="1807" y="242"/>
                  <a:pt x="1807" y="242"/>
                </a:cubicBezTo>
                <a:cubicBezTo>
                  <a:pt x="1807" y="242"/>
                  <a:pt x="1807" y="242"/>
                  <a:pt x="1807" y="242"/>
                </a:cubicBezTo>
                <a:cubicBezTo>
                  <a:pt x="1804" y="235"/>
                  <a:pt x="1804" y="235"/>
                  <a:pt x="1804" y="235"/>
                </a:cubicBezTo>
                <a:cubicBezTo>
                  <a:pt x="1804" y="235"/>
                  <a:pt x="1804" y="235"/>
                  <a:pt x="1804" y="235"/>
                </a:cubicBezTo>
                <a:cubicBezTo>
                  <a:pt x="1800" y="227"/>
                  <a:pt x="1800" y="227"/>
                  <a:pt x="1800" y="227"/>
                </a:cubicBezTo>
                <a:cubicBezTo>
                  <a:pt x="1800" y="227"/>
                  <a:pt x="1800" y="227"/>
                  <a:pt x="1800" y="227"/>
                </a:cubicBezTo>
                <a:cubicBezTo>
                  <a:pt x="1798" y="219"/>
                  <a:pt x="1798" y="219"/>
                  <a:pt x="1798" y="219"/>
                </a:cubicBezTo>
                <a:cubicBezTo>
                  <a:pt x="1798" y="219"/>
                  <a:pt x="1798" y="219"/>
                  <a:pt x="1798" y="219"/>
                </a:cubicBezTo>
                <a:cubicBezTo>
                  <a:pt x="1794" y="211"/>
                  <a:pt x="1794" y="211"/>
                  <a:pt x="1794" y="211"/>
                </a:cubicBezTo>
                <a:cubicBezTo>
                  <a:pt x="1794" y="211"/>
                  <a:pt x="1794" y="211"/>
                  <a:pt x="1794" y="211"/>
                </a:cubicBezTo>
                <a:cubicBezTo>
                  <a:pt x="1790" y="204"/>
                  <a:pt x="1790" y="204"/>
                  <a:pt x="1790" y="204"/>
                </a:cubicBezTo>
                <a:cubicBezTo>
                  <a:pt x="1790" y="204"/>
                  <a:pt x="1790" y="204"/>
                  <a:pt x="1790" y="204"/>
                </a:cubicBezTo>
                <a:cubicBezTo>
                  <a:pt x="1786" y="197"/>
                  <a:pt x="1786" y="197"/>
                  <a:pt x="1786" y="197"/>
                </a:cubicBezTo>
                <a:cubicBezTo>
                  <a:pt x="1786" y="197"/>
                  <a:pt x="1786" y="197"/>
                  <a:pt x="1786" y="197"/>
                </a:cubicBezTo>
                <a:cubicBezTo>
                  <a:pt x="1781" y="191"/>
                  <a:pt x="1781" y="191"/>
                  <a:pt x="1781" y="191"/>
                </a:cubicBezTo>
                <a:cubicBezTo>
                  <a:pt x="1781" y="191"/>
                  <a:pt x="1781" y="191"/>
                  <a:pt x="1781" y="191"/>
                </a:cubicBezTo>
                <a:cubicBezTo>
                  <a:pt x="1775" y="185"/>
                  <a:pt x="1775" y="185"/>
                  <a:pt x="1775" y="185"/>
                </a:cubicBezTo>
                <a:cubicBezTo>
                  <a:pt x="1775" y="185"/>
                  <a:pt x="1775" y="185"/>
                  <a:pt x="1775" y="185"/>
                </a:cubicBezTo>
                <a:cubicBezTo>
                  <a:pt x="1775" y="185"/>
                  <a:pt x="1775" y="185"/>
                  <a:pt x="1775" y="185"/>
                </a:cubicBezTo>
                <a:cubicBezTo>
                  <a:pt x="1775" y="185"/>
                  <a:pt x="1775" y="185"/>
                  <a:pt x="1775" y="185"/>
                </a:cubicBezTo>
                <a:cubicBezTo>
                  <a:pt x="1775" y="184"/>
                  <a:pt x="1775" y="184"/>
                  <a:pt x="1775" y="184"/>
                </a:cubicBezTo>
                <a:cubicBezTo>
                  <a:pt x="1775" y="184"/>
                  <a:pt x="1775" y="184"/>
                  <a:pt x="1775" y="184"/>
                </a:cubicBezTo>
                <a:cubicBezTo>
                  <a:pt x="1775" y="183"/>
                  <a:pt x="1775" y="183"/>
                  <a:pt x="1775" y="183"/>
                </a:cubicBezTo>
                <a:cubicBezTo>
                  <a:pt x="1775" y="183"/>
                  <a:pt x="1775" y="183"/>
                  <a:pt x="1775" y="183"/>
                </a:cubicBezTo>
                <a:cubicBezTo>
                  <a:pt x="1775" y="183"/>
                  <a:pt x="1775" y="183"/>
                  <a:pt x="1775" y="183"/>
                </a:cubicBezTo>
                <a:cubicBezTo>
                  <a:pt x="1775" y="183"/>
                  <a:pt x="1775" y="183"/>
                  <a:pt x="1775" y="183"/>
                </a:cubicBezTo>
                <a:cubicBezTo>
                  <a:pt x="1776" y="182"/>
                  <a:pt x="1776" y="182"/>
                  <a:pt x="1776" y="182"/>
                </a:cubicBezTo>
                <a:cubicBezTo>
                  <a:pt x="1776" y="182"/>
                  <a:pt x="1776" y="182"/>
                  <a:pt x="1776" y="182"/>
                </a:cubicBezTo>
                <a:cubicBezTo>
                  <a:pt x="1777" y="181"/>
                  <a:pt x="1777" y="181"/>
                  <a:pt x="1777" y="181"/>
                </a:cubicBezTo>
                <a:cubicBezTo>
                  <a:pt x="1777" y="181"/>
                  <a:pt x="1777" y="181"/>
                  <a:pt x="1777" y="181"/>
                </a:cubicBezTo>
                <a:cubicBezTo>
                  <a:pt x="1779" y="179"/>
                  <a:pt x="1779" y="179"/>
                  <a:pt x="1779" y="179"/>
                </a:cubicBezTo>
                <a:cubicBezTo>
                  <a:pt x="1779" y="179"/>
                  <a:pt x="1779" y="179"/>
                  <a:pt x="1779" y="179"/>
                </a:cubicBezTo>
                <a:cubicBezTo>
                  <a:pt x="1780" y="179"/>
                  <a:pt x="1780" y="179"/>
                  <a:pt x="1780" y="179"/>
                </a:cubicBezTo>
                <a:cubicBezTo>
                  <a:pt x="1780" y="179"/>
                  <a:pt x="1780" y="179"/>
                  <a:pt x="1780" y="179"/>
                </a:cubicBezTo>
                <a:cubicBezTo>
                  <a:pt x="1782" y="179"/>
                  <a:pt x="1782" y="179"/>
                  <a:pt x="1782" y="179"/>
                </a:cubicBezTo>
                <a:cubicBezTo>
                  <a:pt x="1782" y="179"/>
                  <a:pt x="1782" y="179"/>
                  <a:pt x="1782" y="179"/>
                </a:cubicBezTo>
                <a:cubicBezTo>
                  <a:pt x="1784" y="179"/>
                  <a:pt x="1784" y="179"/>
                  <a:pt x="1784" y="179"/>
                </a:cubicBezTo>
                <a:cubicBezTo>
                  <a:pt x="1784" y="179"/>
                  <a:pt x="1784" y="179"/>
                  <a:pt x="1784" y="179"/>
                </a:cubicBezTo>
                <a:cubicBezTo>
                  <a:pt x="1786" y="178"/>
                  <a:pt x="1786" y="178"/>
                  <a:pt x="1786" y="178"/>
                </a:cubicBezTo>
                <a:cubicBezTo>
                  <a:pt x="1786" y="178"/>
                  <a:pt x="1786" y="178"/>
                  <a:pt x="1786" y="178"/>
                </a:cubicBezTo>
                <a:cubicBezTo>
                  <a:pt x="1788" y="179"/>
                  <a:pt x="1788" y="179"/>
                  <a:pt x="1788" y="179"/>
                </a:cubicBezTo>
                <a:cubicBezTo>
                  <a:pt x="1788" y="179"/>
                  <a:pt x="1788" y="179"/>
                  <a:pt x="1788" y="179"/>
                </a:cubicBezTo>
                <a:cubicBezTo>
                  <a:pt x="1790" y="179"/>
                  <a:pt x="1790" y="179"/>
                  <a:pt x="1790" y="179"/>
                </a:cubicBezTo>
                <a:cubicBezTo>
                  <a:pt x="1790" y="179"/>
                  <a:pt x="1790" y="179"/>
                  <a:pt x="1790" y="179"/>
                </a:cubicBezTo>
                <a:cubicBezTo>
                  <a:pt x="1792" y="179"/>
                  <a:pt x="1792" y="179"/>
                  <a:pt x="1792" y="179"/>
                </a:cubicBezTo>
                <a:cubicBezTo>
                  <a:pt x="1792" y="179"/>
                  <a:pt x="1792" y="179"/>
                  <a:pt x="1792" y="179"/>
                </a:cubicBezTo>
                <a:cubicBezTo>
                  <a:pt x="1795" y="179"/>
                  <a:pt x="1795" y="179"/>
                  <a:pt x="1795" y="179"/>
                </a:cubicBezTo>
                <a:cubicBezTo>
                  <a:pt x="1795" y="179"/>
                  <a:pt x="1795" y="179"/>
                  <a:pt x="1795" y="179"/>
                </a:cubicBezTo>
                <a:cubicBezTo>
                  <a:pt x="1821" y="209"/>
                  <a:pt x="1821" y="209"/>
                  <a:pt x="1821" y="209"/>
                </a:cubicBezTo>
                <a:cubicBezTo>
                  <a:pt x="1821" y="209"/>
                  <a:pt x="1821" y="209"/>
                  <a:pt x="1821" y="209"/>
                </a:cubicBezTo>
                <a:cubicBezTo>
                  <a:pt x="1822" y="209"/>
                  <a:pt x="1822" y="209"/>
                  <a:pt x="1822" y="209"/>
                </a:cubicBezTo>
                <a:cubicBezTo>
                  <a:pt x="1822" y="209"/>
                  <a:pt x="1822" y="209"/>
                  <a:pt x="1822" y="209"/>
                </a:cubicBezTo>
                <a:cubicBezTo>
                  <a:pt x="1824" y="209"/>
                  <a:pt x="1824" y="209"/>
                  <a:pt x="1824" y="209"/>
                </a:cubicBezTo>
                <a:cubicBezTo>
                  <a:pt x="1824" y="209"/>
                  <a:pt x="1824" y="209"/>
                  <a:pt x="1824" y="209"/>
                </a:cubicBezTo>
                <a:cubicBezTo>
                  <a:pt x="1825" y="209"/>
                  <a:pt x="1825" y="209"/>
                  <a:pt x="1825" y="209"/>
                </a:cubicBezTo>
                <a:cubicBezTo>
                  <a:pt x="1825" y="209"/>
                  <a:pt x="1825" y="209"/>
                  <a:pt x="1825" y="209"/>
                </a:cubicBezTo>
                <a:cubicBezTo>
                  <a:pt x="1827" y="208"/>
                  <a:pt x="1827" y="208"/>
                  <a:pt x="1827" y="208"/>
                </a:cubicBezTo>
                <a:cubicBezTo>
                  <a:pt x="1827" y="208"/>
                  <a:pt x="1827" y="208"/>
                  <a:pt x="1827" y="208"/>
                </a:cubicBezTo>
                <a:cubicBezTo>
                  <a:pt x="1828" y="208"/>
                  <a:pt x="1828" y="208"/>
                  <a:pt x="1828" y="208"/>
                </a:cubicBezTo>
                <a:cubicBezTo>
                  <a:pt x="1828" y="208"/>
                  <a:pt x="1828" y="208"/>
                  <a:pt x="1828" y="208"/>
                </a:cubicBezTo>
                <a:cubicBezTo>
                  <a:pt x="1829" y="206"/>
                  <a:pt x="1829" y="206"/>
                  <a:pt x="1829" y="206"/>
                </a:cubicBezTo>
                <a:cubicBezTo>
                  <a:pt x="1829" y="206"/>
                  <a:pt x="1829" y="206"/>
                  <a:pt x="1829" y="206"/>
                </a:cubicBezTo>
                <a:cubicBezTo>
                  <a:pt x="1830" y="205"/>
                  <a:pt x="1830" y="205"/>
                  <a:pt x="1830" y="205"/>
                </a:cubicBezTo>
                <a:cubicBezTo>
                  <a:pt x="1830" y="205"/>
                  <a:pt x="1830" y="205"/>
                  <a:pt x="1830" y="205"/>
                </a:cubicBezTo>
                <a:cubicBezTo>
                  <a:pt x="1832" y="202"/>
                  <a:pt x="1832" y="202"/>
                  <a:pt x="1832" y="202"/>
                </a:cubicBezTo>
                <a:cubicBezTo>
                  <a:pt x="1832" y="202"/>
                  <a:pt x="1832" y="202"/>
                  <a:pt x="1832" y="202"/>
                </a:cubicBezTo>
                <a:cubicBezTo>
                  <a:pt x="1821" y="171"/>
                  <a:pt x="1821" y="171"/>
                  <a:pt x="1821" y="171"/>
                </a:cubicBezTo>
                <a:cubicBezTo>
                  <a:pt x="1821" y="171"/>
                  <a:pt x="1821" y="171"/>
                  <a:pt x="1821" y="171"/>
                </a:cubicBezTo>
                <a:cubicBezTo>
                  <a:pt x="1798" y="130"/>
                  <a:pt x="1798" y="130"/>
                  <a:pt x="1798" y="130"/>
                </a:cubicBezTo>
                <a:cubicBezTo>
                  <a:pt x="1798" y="130"/>
                  <a:pt x="1798" y="130"/>
                  <a:pt x="1798" y="130"/>
                </a:cubicBezTo>
                <a:cubicBezTo>
                  <a:pt x="1796" y="130"/>
                  <a:pt x="1796" y="130"/>
                  <a:pt x="1796" y="130"/>
                </a:cubicBezTo>
                <a:cubicBezTo>
                  <a:pt x="1796" y="130"/>
                  <a:pt x="1796" y="130"/>
                  <a:pt x="1796" y="130"/>
                </a:cubicBezTo>
                <a:cubicBezTo>
                  <a:pt x="1796" y="128"/>
                  <a:pt x="1796" y="128"/>
                  <a:pt x="1796" y="128"/>
                </a:cubicBezTo>
                <a:cubicBezTo>
                  <a:pt x="1796" y="128"/>
                  <a:pt x="1796" y="128"/>
                  <a:pt x="1796" y="128"/>
                </a:cubicBezTo>
                <a:cubicBezTo>
                  <a:pt x="1796" y="128"/>
                  <a:pt x="1796" y="128"/>
                  <a:pt x="1796" y="128"/>
                </a:cubicBezTo>
                <a:cubicBezTo>
                  <a:pt x="1796" y="128"/>
                  <a:pt x="1796" y="128"/>
                  <a:pt x="1796" y="128"/>
                </a:cubicBezTo>
                <a:cubicBezTo>
                  <a:pt x="1796" y="127"/>
                  <a:pt x="1796" y="127"/>
                  <a:pt x="1796" y="127"/>
                </a:cubicBezTo>
                <a:cubicBezTo>
                  <a:pt x="1796" y="127"/>
                  <a:pt x="1796" y="127"/>
                  <a:pt x="1796" y="127"/>
                </a:cubicBezTo>
                <a:cubicBezTo>
                  <a:pt x="1795" y="126"/>
                  <a:pt x="1795" y="126"/>
                  <a:pt x="1795" y="126"/>
                </a:cubicBezTo>
                <a:cubicBezTo>
                  <a:pt x="1795" y="126"/>
                  <a:pt x="1795" y="126"/>
                  <a:pt x="1795" y="126"/>
                </a:cubicBezTo>
                <a:cubicBezTo>
                  <a:pt x="1795" y="124"/>
                  <a:pt x="1795" y="124"/>
                  <a:pt x="1795" y="124"/>
                </a:cubicBezTo>
                <a:cubicBezTo>
                  <a:pt x="1795" y="124"/>
                  <a:pt x="1795" y="124"/>
                  <a:pt x="1795" y="124"/>
                </a:cubicBezTo>
                <a:cubicBezTo>
                  <a:pt x="1795" y="123"/>
                  <a:pt x="1795" y="123"/>
                  <a:pt x="1795" y="123"/>
                </a:cubicBezTo>
                <a:cubicBezTo>
                  <a:pt x="1795" y="123"/>
                  <a:pt x="1795" y="123"/>
                  <a:pt x="1795" y="123"/>
                </a:cubicBezTo>
                <a:cubicBezTo>
                  <a:pt x="1795" y="121"/>
                  <a:pt x="1795" y="121"/>
                  <a:pt x="1795" y="121"/>
                </a:cubicBezTo>
                <a:cubicBezTo>
                  <a:pt x="1795" y="121"/>
                  <a:pt x="1795" y="121"/>
                  <a:pt x="1795" y="121"/>
                </a:cubicBezTo>
                <a:cubicBezTo>
                  <a:pt x="1792" y="121"/>
                  <a:pt x="1792" y="121"/>
                  <a:pt x="1792" y="121"/>
                </a:cubicBezTo>
                <a:cubicBezTo>
                  <a:pt x="1792" y="121"/>
                  <a:pt x="1792" y="121"/>
                  <a:pt x="1792" y="121"/>
                </a:cubicBezTo>
                <a:cubicBezTo>
                  <a:pt x="1789" y="118"/>
                  <a:pt x="1789" y="118"/>
                  <a:pt x="1789" y="118"/>
                </a:cubicBezTo>
                <a:cubicBezTo>
                  <a:pt x="1789" y="118"/>
                  <a:pt x="1789" y="118"/>
                  <a:pt x="1789" y="118"/>
                </a:cubicBezTo>
                <a:cubicBezTo>
                  <a:pt x="1786" y="115"/>
                  <a:pt x="1786" y="115"/>
                  <a:pt x="1786" y="115"/>
                </a:cubicBezTo>
                <a:cubicBezTo>
                  <a:pt x="1786" y="115"/>
                  <a:pt x="1786" y="115"/>
                  <a:pt x="1786" y="115"/>
                </a:cubicBezTo>
                <a:cubicBezTo>
                  <a:pt x="1786" y="113"/>
                  <a:pt x="1786" y="113"/>
                  <a:pt x="1786" y="113"/>
                </a:cubicBezTo>
                <a:cubicBezTo>
                  <a:pt x="1786" y="113"/>
                  <a:pt x="1786" y="113"/>
                  <a:pt x="1786" y="113"/>
                </a:cubicBezTo>
                <a:cubicBezTo>
                  <a:pt x="1784" y="110"/>
                  <a:pt x="1784" y="110"/>
                  <a:pt x="1784" y="110"/>
                </a:cubicBezTo>
                <a:cubicBezTo>
                  <a:pt x="1784" y="110"/>
                  <a:pt x="1784" y="110"/>
                  <a:pt x="1784" y="110"/>
                </a:cubicBezTo>
                <a:cubicBezTo>
                  <a:pt x="1784" y="107"/>
                  <a:pt x="1784" y="107"/>
                  <a:pt x="1784" y="107"/>
                </a:cubicBezTo>
                <a:cubicBezTo>
                  <a:pt x="1784" y="107"/>
                  <a:pt x="1784" y="107"/>
                  <a:pt x="1784" y="107"/>
                </a:cubicBezTo>
                <a:cubicBezTo>
                  <a:pt x="1784" y="103"/>
                  <a:pt x="1784" y="103"/>
                  <a:pt x="1784" y="103"/>
                </a:cubicBezTo>
                <a:cubicBezTo>
                  <a:pt x="1784" y="103"/>
                  <a:pt x="1784" y="103"/>
                  <a:pt x="1784" y="103"/>
                </a:cubicBezTo>
                <a:cubicBezTo>
                  <a:pt x="1786" y="99"/>
                  <a:pt x="1786" y="99"/>
                  <a:pt x="1786" y="99"/>
                </a:cubicBezTo>
                <a:cubicBezTo>
                  <a:pt x="1786" y="99"/>
                  <a:pt x="1786" y="99"/>
                  <a:pt x="1786" y="99"/>
                </a:cubicBezTo>
                <a:cubicBezTo>
                  <a:pt x="1793" y="99"/>
                  <a:pt x="1793" y="99"/>
                  <a:pt x="1793" y="99"/>
                </a:cubicBezTo>
                <a:cubicBezTo>
                  <a:pt x="1793" y="99"/>
                  <a:pt x="1793" y="99"/>
                  <a:pt x="1793" y="99"/>
                </a:cubicBezTo>
                <a:cubicBezTo>
                  <a:pt x="1795" y="100"/>
                  <a:pt x="1795" y="100"/>
                  <a:pt x="1795" y="100"/>
                </a:cubicBezTo>
                <a:cubicBezTo>
                  <a:pt x="1795" y="100"/>
                  <a:pt x="1795" y="100"/>
                  <a:pt x="1795" y="100"/>
                </a:cubicBezTo>
                <a:cubicBezTo>
                  <a:pt x="1798" y="101"/>
                  <a:pt x="1798" y="101"/>
                  <a:pt x="1798" y="101"/>
                </a:cubicBezTo>
                <a:cubicBezTo>
                  <a:pt x="1798" y="101"/>
                  <a:pt x="1798" y="101"/>
                  <a:pt x="1798" y="101"/>
                </a:cubicBezTo>
                <a:cubicBezTo>
                  <a:pt x="1802" y="103"/>
                  <a:pt x="1802" y="103"/>
                  <a:pt x="1802" y="103"/>
                </a:cubicBezTo>
                <a:cubicBezTo>
                  <a:pt x="1802" y="103"/>
                  <a:pt x="1802" y="103"/>
                  <a:pt x="1802" y="103"/>
                </a:cubicBezTo>
                <a:cubicBezTo>
                  <a:pt x="1805" y="104"/>
                  <a:pt x="1805" y="104"/>
                  <a:pt x="1805" y="104"/>
                </a:cubicBezTo>
                <a:cubicBezTo>
                  <a:pt x="1805" y="104"/>
                  <a:pt x="1805" y="104"/>
                  <a:pt x="1805" y="104"/>
                </a:cubicBezTo>
                <a:cubicBezTo>
                  <a:pt x="1807" y="107"/>
                  <a:pt x="1807" y="107"/>
                  <a:pt x="1807" y="107"/>
                </a:cubicBezTo>
                <a:cubicBezTo>
                  <a:pt x="1807" y="107"/>
                  <a:pt x="1807" y="107"/>
                  <a:pt x="1807" y="107"/>
                </a:cubicBezTo>
                <a:cubicBezTo>
                  <a:pt x="1810" y="109"/>
                  <a:pt x="1810" y="109"/>
                  <a:pt x="1810" y="109"/>
                </a:cubicBezTo>
                <a:cubicBezTo>
                  <a:pt x="1810" y="109"/>
                  <a:pt x="1810" y="109"/>
                  <a:pt x="1810" y="109"/>
                </a:cubicBezTo>
                <a:cubicBezTo>
                  <a:pt x="1812" y="112"/>
                  <a:pt x="1812" y="112"/>
                  <a:pt x="1812" y="112"/>
                </a:cubicBezTo>
                <a:cubicBezTo>
                  <a:pt x="1812" y="112"/>
                  <a:pt x="1812" y="112"/>
                  <a:pt x="1812" y="112"/>
                </a:cubicBezTo>
                <a:cubicBezTo>
                  <a:pt x="1814" y="114"/>
                  <a:pt x="1814" y="114"/>
                  <a:pt x="1814" y="114"/>
                </a:cubicBezTo>
                <a:cubicBezTo>
                  <a:pt x="1814" y="114"/>
                  <a:pt x="1814" y="114"/>
                  <a:pt x="1814" y="114"/>
                </a:cubicBezTo>
                <a:cubicBezTo>
                  <a:pt x="1815" y="116"/>
                  <a:pt x="1815" y="116"/>
                  <a:pt x="1815" y="116"/>
                </a:cubicBezTo>
                <a:cubicBezTo>
                  <a:pt x="1815" y="116"/>
                  <a:pt x="1815" y="116"/>
                  <a:pt x="1815" y="116"/>
                </a:cubicBezTo>
                <a:cubicBezTo>
                  <a:pt x="1816" y="117"/>
                  <a:pt x="1816" y="117"/>
                  <a:pt x="1816" y="117"/>
                </a:cubicBezTo>
                <a:cubicBezTo>
                  <a:pt x="1816" y="117"/>
                  <a:pt x="1816" y="117"/>
                  <a:pt x="1816" y="117"/>
                </a:cubicBezTo>
                <a:cubicBezTo>
                  <a:pt x="1817" y="119"/>
                  <a:pt x="1817" y="119"/>
                  <a:pt x="1817" y="119"/>
                </a:cubicBezTo>
                <a:cubicBezTo>
                  <a:pt x="1817" y="119"/>
                  <a:pt x="1817" y="119"/>
                  <a:pt x="1817" y="119"/>
                </a:cubicBezTo>
                <a:cubicBezTo>
                  <a:pt x="1818" y="120"/>
                  <a:pt x="1818" y="120"/>
                  <a:pt x="1818" y="120"/>
                </a:cubicBezTo>
                <a:cubicBezTo>
                  <a:pt x="1818" y="120"/>
                  <a:pt x="1818" y="120"/>
                  <a:pt x="1818" y="120"/>
                </a:cubicBezTo>
                <a:cubicBezTo>
                  <a:pt x="1818" y="122"/>
                  <a:pt x="1818" y="122"/>
                  <a:pt x="1818" y="122"/>
                </a:cubicBezTo>
                <a:cubicBezTo>
                  <a:pt x="1818" y="122"/>
                  <a:pt x="1818" y="122"/>
                  <a:pt x="1818" y="122"/>
                </a:cubicBezTo>
                <a:cubicBezTo>
                  <a:pt x="1819" y="124"/>
                  <a:pt x="1819" y="124"/>
                  <a:pt x="1819" y="124"/>
                </a:cubicBezTo>
                <a:cubicBezTo>
                  <a:pt x="1819" y="124"/>
                  <a:pt x="1819" y="124"/>
                  <a:pt x="1819" y="124"/>
                </a:cubicBezTo>
                <a:cubicBezTo>
                  <a:pt x="1821" y="126"/>
                  <a:pt x="1821" y="126"/>
                  <a:pt x="1821" y="126"/>
                </a:cubicBezTo>
                <a:cubicBezTo>
                  <a:pt x="1821" y="126"/>
                  <a:pt x="1821" y="126"/>
                  <a:pt x="1821" y="126"/>
                </a:cubicBezTo>
                <a:cubicBezTo>
                  <a:pt x="1823" y="126"/>
                  <a:pt x="1823" y="126"/>
                  <a:pt x="1823" y="126"/>
                </a:cubicBezTo>
                <a:cubicBezTo>
                  <a:pt x="1823" y="126"/>
                  <a:pt x="1823" y="126"/>
                  <a:pt x="1823" y="126"/>
                </a:cubicBezTo>
                <a:cubicBezTo>
                  <a:pt x="1822" y="131"/>
                  <a:pt x="1822" y="131"/>
                  <a:pt x="1822" y="131"/>
                </a:cubicBezTo>
                <a:cubicBezTo>
                  <a:pt x="1822" y="131"/>
                  <a:pt x="1822" y="131"/>
                  <a:pt x="1822" y="131"/>
                </a:cubicBezTo>
                <a:cubicBezTo>
                  <a:pt x="1822" y="135"/>
                  <a:pt x="1822" y="135"/>
                  <a:pt x="1822" y="135"/>
                </a:cubicBezTo>
                <a:cubicBezTo>
                  <a:pt x="1822" y="135"/>
                  <a:pt x="1822" y="135"/>
                  <a:pt x="1822" y="135"/>
                </a:cubicBezTo>
                <a:cubicBezTo>
                  <a:pt x="1823" y="140"/>
                  <a:pt x="1823" y="140"/>
                  <a:pt x="1823" y="140"/>
                </a:cubicBezTo>
                <a:cubicBezTo>
                  <a:pt x="1823" y="140"/>
                  <a:pt x="1823" y="140"/>
                  <a:pt x="1823" y="140"/>
                </a:cubicBezTo>
                <a:cubicBezTo>
                  <a:pt x="1826" y="142"/>
                  <a:pt x="1826" y="142"/>
                  <a:pt x="1826" y="142"/>
                </a:cubicBezTo>
                <a:cubicBezTo>
                  <a:pt x="1826" y="142"/>
                  <a:pt x="1826" y="142"/>
                  <a:pt x="1826" y="142"/>
                </a:cubicBezTo>
                <a:cubicBezTo>
                  <a:pt x="1828" y="146"/>
                  <a:pt x="1828" y="146"/>
                  <a:pt x="1828" y="146"/>
                </a:cubicBezTo>
                <a:cubicBezTo>
                  <a:pt x="1828" y="146"/>
                  <a:pt x="1828" y="146"/>
                  <a:pt x="1828" y="146"/>
                </a:cubicBezTo>
                <a:cubicBezTo>
                  <a:pt x="1831" y="150"/>
                  <a:pt x="1831" y="150"/>
                  <a:pt x="1831" y="150"/>
                </a:cubicBezTo>
                <a:cubicBezTo>
                  <a:pt x="1831" y="150"/>
                  <a:pt x="1831" y="150"/>
                  <a:pt x="1831" y="150"/>
                </a:cubicBezTo>
                <a:cubicBezTo>
                  <a:pt x="1834" y="154"/>
                  <a:pt x="1834" y="154"/>
                  <a:pt x="1834" y="154"/>
                </a:cubicBezTo>
                <a:cubicBezTo>
                  <a:pt x="1834" y="154"/>
                  <a:pt x="1834" y="154"/>
                  <a:pt x="1834" y="154"/>
                </a:cubicBezTo>
                <a:cubicBezTo>
                  <a:pt x="1837" y="157"/>
                  <a:pt x="1837" y="157"/>
                  <a:pt x="1837" y="157"/>
                </a:cubicBezTo>
                <a:cubicBezTo>
                  <a:pt x="1837" y="157"/>
                  <a:pt x="1837" y="157"/>
                  <a:pt x="1837" y="157"/>
                </a:cubicBezTo>
                <a:cubicBezTo>
                  <a:pt x="1837" y="157"/>
                  <a:pt x="1837" y="157"/>
                  <a:pt x="1837" y="157"/>
                </a:cubicBezTo>
                <a:cubicBezTo>
                  <a:pt x="1837" y="157"/>
                  <a:pt x="1837" y="157"/>
                  <a:pt x="1837" y="157"/>
                </a:cubicBezTo>
                <a:cubicBezTo>
                  <a:pt x="1838" y="157"/>
                  <a:pt x="1838" y="157"/>
                  <a:pt x="1838" y="157"/>
                </a:cubicBezTo>
                <a:cubicBezTo>
                  <a:pt x="1838" y="157"/>
                  <a:pt x="1838" y="157"/>
                  <a:pt x="1838" y="157"/>
                </a:cubicBezTo>
                <a:cubicBezTo>
                  <a:pt x="1840" y="157"/>
                  <a:pt x="1840" y="157"/>
                  <a:pt x="1840" y="157"/>
                </a:cubicBezTo>
                <a:cubicBezTo>
                  <a:pt x="1840" y="157"/>
                  <a:pt x="1840" y="157"/>
                  <a:pt x="1840" y="157"/>
                </a:cubicBezTo>
                <a:cubicBezTo>
                  <a:pt x="1841" y="157"/>
                  <a:pt x="1841" y="157"/>
                  <a:pt x="1841" y="157"/>
                </a:cubicBezTo>
                <a:cubicBezTo>
                  <a:pt x="1841" y="157"/>
                  <a:pt x="1841" y="157"/>
                  <a:pt x="1841" y="157"/>
                </a:cubicBezTo>
                <a:cubicBezTo>
                  <a:pt x="1842" y="157"/>
                  <a:pt x="1842" y="157"/>
                  <a:pt x="1842" y="157"/>
                </a:cubicBezTo>
                <a:cubicBezTo>
                  <a:pt x="1842" y="157"/>
                  <a:pt x="1842" y="157"/>
                  <a:pt x="1842" y="157"/>
                </a:cubicBezTo>
                <a:cubicBezTo>
                  <a:pt x="1843" y="157"/>
                  <a:pt x="1843" y="157"/>
                  <a:pt x="1843" y="157"/>
                </a:cubicBezTo>
                <a:cubicBezTo>
                  <a:pt x="1843" y="157"/>
                  <a:pt x="1843" y="157"/>
                  <a:pt x="1843" y="157"/>
                </a:cubicBezTo>
                <a:cubicBezTo>
                  <a:pt x="1844" y="157"/>
                  <a:pt x="1844" y="157"/>
                  <a:pt x="1844" y="157"/>
                </a:cubicBezTo>
                <a:cubicBezTo>
                  <a:pt x="1844" y="157"/>
                  <a:pt x="1844" y="157"/>
                  <a:pt x="1844" y="157"/>
                </a:cubicBezTo>
                <a:cubicBezTo>
                  <a:pt x="1846" y="157"/>
                  <a:pt x="1846" y="157"/>
                  <a:pt x="1846" y="157"/>
                </a:cubicBezTo>
                <a:cubicBezTo>
                  <a:pt x="1846" y="157"/>
                  <a:pt x="1846" y="157"/>
                  <a:pt x="1846" y="157"/>
                </a:cubicBezTo>
                <a:cubicBezTo>
                  <a:pt x="1846" y="156"/>
                  <a:pt x="1846" y="156"/>
                  <a:pt x="1846" y="156"/>
                </a:cubicBezTo>
                <a:cubicBezTo>
                  <a:pt x="1846" y="156"/>
                  <a:pt x="1846" y="156"/>
                  <a:pt x="1846" y="156"/>
                </a:cubicBezTo>
                <a:cubicBezTo>
                  <a:pt x="1848" y="154"/>
                  <a:pt x="1848" y="154"/>
                  <a:pt x="1848" y="154"/>
                </a:cubicBezTo>
                <a:cubicBezTo>
                  <a:pt x="1848" y="154"/>
                  <a:pt x="1848" y="154"/>
                  <a:pt x="1848" y="154"/>
                </a:cubicBezTo>
                <a:cubicBezTo>
                  <a:pt x="1849" y="153"/>
                  <a:pt x="1849" y="153"/>
                  <a:pt x="1849" y="153"/>
                </a:cubicBezTo>
                <a:cubicBezTo>
                  <a:pt x="1849" y="153"/>
                  <a:pt x="1849" y="153"/>
                  <a:pt x="1849" y="153"/>
                </a:cubicBezTo>
                <a:cubicBezTo>
                  <a:pt x="1851" y="150"/>
                  <a:pt x="1851" y="150"/>
                  <a:pt x="1851" y="150"/>
                </a:cubicBezTo>
                <a:cubicBezTo>
                  <a:pt x="1851" y="150"/>
                  <a:pt x="1851" y="150"/>
                  <a:pt x="1851" y="150"/>
                </a:cubicBezTo>
                <a:cubicBezTo>
                  <a:pt x="1851" y="148"/>
                  <a:pt x="1851" y="148"/>
                  <a:pt x="1851" y="148"/>
                </a:cubicBezTo>
                <a:cubicBezTo>
                  <a:pt x="1851" y="148"/>
                  <a:pt x="1851" y="148"/>
                  <a:pt x="1851" y="148"/>
                </a:cubicBezTo>
                <a:cubicBezTo>
                  <a:pt x="1852" y="145"/>
                  <a:pt x="1852" y="145"/>
                  <a:pt x="1852" y="145"/>
                </a:cubicBezTo>
                <a:cubicBezTo>
                  <a:pt x="1852" y="145"/>
                  <a:pt x="1852" y="145"/>
                  <a:pt x="1852" y="145"/>
                </a:cubicBezTo>
                <a:cubicBezTo>
                  <a:pt x="1852" y="143"/>
                  <a:pt x="1852" y="143"/>
                  <a:pt x="1852" y="143"/>
                </a:cubicBezTo>
                <a:cubicBezTo>
                  <a:pt x="1852" y="143"/>
                  <a:pt x="1852" y="143"/>
                  <a:pt x="1852" y="143"/>
                </a:cubicBezTo>
                <a:cubicBezTo>
                  <a:pt x="1853" y="141"/>
                  <a:pt x="1853" y="141"/>
                  <a:pt x="1853" y="141"/>
                </a:cubicBezTo>
                <a:cubicBezTo>
                  <a:pt x="1853" y="141"/>
                  <a:pt x="1853" y="141"/>
                  <a:pt x="1853" y="141"/>
                </a:cubicBezTo>
                <a:cubicBezTo>
                  <a:pt x="1850" y="142"/>
                  <a:pt x="1850" y="142"/>
                  <a:pt x="1850" y="142"/>
                </a:cubicBezTo>
                <a:cubicBezTo>
                  <a:pt x="1850" y="142"/>
                  <a:pt x="1850" y="142"/>
                  <a:pt x="1850" y="142"/>
                </a:cubicBezTo>
                <a:cubicBezTo>
                  <a:pt x="1848" y="142"/>
                  <a:pt x="1848" y="142"/>
                  <a:pt x="1848" y="142"/>
                </a:cubicBezTo>
                <a:cubicBezTo>
                  <a:pt x="1848" y="142"/>
                  <a:pt x="1848" y="142"/>
                  <a:pt x="1848" y="142"/>
                </a:cubicBezTo>
                <a:cubicBezTo>
                  <a:pt x="1845" y="142"/>
                  <a:pt x="1845" y="142"/>
                  <a:pt x="1845" y="142"/>
                </a:cubicBezTo>
                <a:cubicBezTo>
                  <a:pt x="1845" y="142"/>
                  <a:pt x="1845" y="142"/>
                  <a:pt x="1845" y="142"/>
                </a:cubicBezTo>
                <a:cubicBezTo>
                  <a:pt x="1844" y="142"/>
                  <a:pt x="1844" y="142"/>
                  <a:pt x="1844" y="142"/>
                </a:cubicBezTo>
                <a:cubicBezTo>
                  <a:pt x="1844" y="142"/>
                  <a:pt x="1844" y="142"/>
                  <a:pt x="1844" y="142"/>
                </a:cubicBezTo>
                <a:cubicBezTo>
                  <a:pt x="1842" y="143"/>
                  <a:pt x="1842" y="143"/>
                  <a:pt x="1842" y="143"/>
                </a:cubicBezTo>
                <a:cubicBezTo>
                  <a:pt x="1842" y="143"/>
                  <a:pt x="1842" y="143"/>
                  <a:pt x="1842" y="143"/>
                </a:cubicBezTo>
                <a:cubicBezTo>
                  <a:pt x="1840" y="143"/>
                  <a:pt x="1840" y="143"/>
                  <a:pt x="1840" y="143"/>
                </a:cubicBezTo>
                <a:cubicBezTo>
                  <a:pt x="1840" y="143"/>
                  <a:pt x="1840" y="143"/>
                  <a:pt x="1840" y="143"/>
                </a:cubicBezTo>
                <a:cubicBezTo>
                  <a:pt x="1837" y="143"/>
                  <a:pt x="1837" y="143"/>
                  <a:pt x="1837" y="143"/>
                </a:cubicBezTo>
                <a:cubicBezTo>
                  <a:pt x="1837" y="143"/>
                  <a:pt x="1837" y="143"/>
                  <a:pt x="1837" y="143"/>
                </a:cubicBezTo>
                <a:cubicBezTo>
                  <a:pt x="1835" y="142"/>
                  <a:pt x="1835" y="142"/>
                  <a:pt x="1835" y="142"/>
                </a:cubicBezTo>
                <a:cubicBezTo>
                  <a:pt x="1835" y="142"/>
                  <a:pt x="1835" y="142"/>
                  <a:pt x="1835" y="142"/>
                </a:cubicBezTo>
                <a:cubicBezTo>
                  <a:pt x="1834" y="142"/>
                  <a:pt x="1834" y="142"/>
                  <a:pt x="1834" y="142"/>
                </a:cubicBezTo>
                <a:cubicBezTo>
                  <a:pt x="1834" y="142"/>
                  <a:pt x="1834" y="142"/>
                  <a:pt x="1834" y="142"/>
                </a:cubicBezTo>
                <a:cubicBezTo>
                  <a:pt x="1833" y="141"/>
                  <a:pt x="1833" y="141"/>
                  <a:pt x="1833" y="141"/>
                </a:cubicBezTo>
                <a:cubicBezTo>
                  <a:pt x="1833" y="141"/>
                  <a:pt x="1833" y="141"/>
                  <a:pt x="1833" y="141"/>
                </a:cubicBezTo>
                <a:cubicBezTo>
                  <a:pt x="1832" y="140"/>
                  <a:pt x="1832" y="140"/>
                  <a:pt x="1832" y="140"/>
                </a:cubicBezTo>
                <a:cubicBezTo>
                  <a:pt x="1832" y="140"/>
                  <a:pt x="1832" y="140"/>
                  <a:pt x="1832" y="140"/>
                </a:cubicBezTo>
                <a:cubicBezTo>
                  <a:pt x="1832" y="138"/>
                  <a:pt x="1832" y="138"/>
                  <a:pt x="1832" y="138"/>
                </a:cubicBezTo>
                <a:cubicBezTo>
                  <a:pt x="1832" y="138"/>
                  <a:pt x="1832" y="138"/>
                  <a:pt x="1832" y="138"/>
                </a:cubicBezTo>
                <a:cubicBezTo>
                  <a:pt x="1832" y="137"/>
                  <a:pt x="1832" y="137"/>
                  <a:pt x="1832" y="137"/>
                </a:cubicBezTo>
                <a:cubicBezTo>
                  <a:pt x="1832" y="137"/>
                  <a:pt x="1832" y="137"/>
                  <a:pt x="1832" y="137"/>
                </a:cubicBezTo>
                <a:cubicBezTo>
                  <a:pt x="1832" y="134"/>
                  <a:pt x="1832" y="134"/>
                  <a:pt x="1832" y="134"/>
                </a:cubicBezTo>
                <a:cubicBezTo>
                  <a:pt x="1832" y="134"/>
                  <a:pt x="1832" y="134"/>
                  <a:pt x="1832" y="134"/>
                </a:cubicBezTo>
                <a:cubicBezTo>
                  <a:pt x="1832" y="133"/>
                  <a:pt x="1832" y="133"/>
                  <a:pt x="1832" y="133"/>
                </a:cubicBezTo>
                <a:cubicBezTo>
                  <a:pt x="1832" y="133"/>
                  <a:pt x="1832" y="133"/>
                  <a:pt x="1832" y="133"/>
                </a:cubicBezTo>
                <a:cubicBezTo>
                  <a:pt x="1834" y="130"/>
                  <a:pt x="1834" y="130"/>
                  <a:pt x="1834" y="130"/>
                </a:cubicBezTo>
                <a:cubicBezTo>
                  <a:pt x="1834" y="130"/>
                  <a:pt x="1834" y="130"/>
                  <a:pt x="1834" y="130"/>
                </a:cubicBezTo>
                <a:cubicBezTo>
                  <a:pt x="1837" y="129"/>
                  <a:pt x="1837" y="129"/>
                  <a:pt x="1837" y="129"/>
                </a:cubicBezTo>
                <a:cubicBezTo>
                  <a:pt x="1837" y="129"/>
                  <a:pt x="1837" y="129"/>
                  <a:pt x="1837" y="129"/>
                </a:cubicBezTo>
                <a:cubicBezTo>
                  <a:pt x="1841" y="128"/>
                  <a:pt x="1841" y="128"/>
                  <a:pt x="1841" y="128"/>
                </a:cubicBezTo>
                <a:cubicBezTo>
                  <a:pt x="1841" y="128"/>
                  <a:pt x="1841" y="128"/>
                  <a:pt x="1841" y="128"/>
                </a:cubicBezTo>
                <a:cubicBezTo>
                  <a:pt x="1845" y="128"/>
                  <a:pt x="1845" y="128"/>
                  <a:pt x="1845" y="128"/>
                </a:cubicBezTo>
                <a:cubicBezTo>
                  <a:pt x="1845" y="128"/>
                  <a:pt x="1845" y="128"/>
                  <a:pt x="1845" y="128"/>
                </a:cubicBezTo>
                <a:cubicBezTo>
                  <a:pt x="1850" y="126"/>
                  <a:pt x="1850" y="126"/>
                  <a:pt x="1850" y="126"/>
                </a:cubicBezTo>
                <a:cubicBezTo>
                  <a:pt x="1850" y="126"/>
                  <a:pt x="1850" y="126"/>
                  <a:pt x="1850" y="126"/>
                </a:cubicBezTo>
                <a:cubicBezTo>
                  <a:pt x="1854" y="126"/>
                  <a:pt x="1854" y="126"/>
                  <a:pt x="1854" y="126"/>
                </a:cubicBezTo>
                <a:cubicBezTo>
                  <a:pt x="1854" y="126"/>
                  <a:pt x="1854" y="126"/>
                  <a:pt x="1854" y="126"/>
                </a:cubicBezTo>
                <a:cubicBezTo>
                  <a:pt x="1859" y="124"/>
                  <a:pt x="1859" y="124"/>
                  <a:pt x="1859" y="124"/>
                </a:cubicBezTo>
                <a:cubicBezTo>
                  <a:pt x="1859" y="124"/>
                  <a:pt x="1859" y="124"/>
                  <a:pt x="1859" y="124"/>
                </a:cubicBezTo>
                <a:cubicBezTo>
                  <a:pt x="1864" y="123"/>
                  <a:pt x="1864" y="123"/>
                  <a:pt x="1864" y="123"/>
                </a:cubicBezTo>
                <a:cubicBezTo>
                  <a:pt x="1864" y="123"/>
                  <a:pt x="1864" y="123"/>
                  <a:pt x="1864" y="123"/>
                </a:cubicBezTo>
                <a:cubicBezTo>
                  <a:pt x="1869" y="121"/>
                  <a:pt x="1869" y="121"/>
                  <a:pt x="1869" y="121"/>
                </a:cubicBezTo>
                <a:cubicBezTo>
                  <a:pt x="1869" y="121"/>
                  <a:pt x="1869" y="121"/>
                  <a:pt x="1869" y="121"/>
                </a:cubicBezTo>
                <a:cubicBezTo>
                  <a:pt x="1869" y="121"/>
                  <a:pt x="1869" y="121"/>
                  <a:pt x="1869" y="121"/>
                </a:cubicBezTo>
                <a:cubicBezTo>
                  <a:pt x="1869" y="121"/>
                  <a:pt x="1869" y="121"/>
                  <a:pt x="1869" y="121"/>
                </a:cubicBezTo>
                <a:cubicBezTo>
                  <a:pt x="1869" y="119"/>
                  <a:pt x="1869" y="119"/>
                  <a:pt x="1869" y="119"/>
                </a:cubicBezTo>
                <a:cubicBezTo>
                  <a:pt x="1869" y="119"/>
                  <a:pt x="1869" y="119"/>
                  <a:pt x="1869" y="119"/>
                </a:cubicBezTo>
                <a:cubicBezTo>
                  <a:pt x="1869" y="118"/>
                  <a:pt x="1869" y="118"/>
                  <a:pt x="1869" y="118"/>
                </a:cubicBezTo>
                <a:cubicBezTo>
                  <a:pt x="1869" y="118"/>
                  <a:pt x="1869" y="118"/>
                  <a:pt x="1869" y="118"/>
                </a:cubicBezTo>
                <a:cubicBezTo>
                  <a:pt x="1870" y="116"/>
                  <a:pt x="1870" y="116"/>
                  <a:pt x="1870" y="116"/>
                </a:cubicBezTo>
                <a:cubicBezTo>
                  <a:pt x="1870" y="116"/>
                  <a:pt x="1870" y="116"/>
                  <a:pt x="1870" y="116"/>
                </a:cubicBezTo>
                <a:cubicBezTo>
                  <a:pt x="1870" y="115"/>
                  <a:pt x="1870" y="115"/>
                  <a:pt x="1870" y="115"/>
                </a:cubicBezTo>
                <a:cubicBezTo>
                  <a:pt x="1870" y="115"/>
                  <a:pt x="1870" y="115"/>
                  <a:pt x="1870" y="115"/>
                </a:cubicBezTo>
                <a:cubicBezTo>
                  <a:pt x="1871" y="114"/>
                  <a:pt x="1871" y="114"/>
                  <a:pt x="1871" y="114"/>
                </a:cubicBezTo>
                <a:cubicBezTo>
                  <a:pt x="1871" y="114"/>
                  <a:pt x="1871" y="114"/>
                  <a:pt x="1871" y="114"/>
                </a:cubicBezTo>
                <a:cubicBezTo>
                  <a:pt x="1872" y="113"/>
                  <a:pt x="1872" y="113"/>
                  <a:pt x="1872" y="113"/>
                </a:cubicBezTo>
                <a:cubicBezTo>
                  <a:pt x="1872" y="113"/>
                  <a:pt x="1872" y="113"/>
                  <a:pt x="1872" y="113"/>
                </a:cubicBezTo>
                <a:cubicBezTo>
                  <a:pt x="1873" y="111"/>
                  <a:pt x="1873" y="111"/>
                  <a:pt x="1873" y="111"/>
                </a:cubicBezTo>
                <a:cubicBezTo>
                  <a:pt x="1873" y="111"/>
                  <a:pt x="1873" y="111"/>
                  <a:pt x="1873" y="111"/>
                </a:cubicBezTo>
                <a:cubicBezTo>
                  <a:pt x="1907" y="54"/>
                  <a:pt x="1907" y="54"/>
                  <a:pt x="1907" y="54"/>
                </a:cubicBezTo>
                <a:cubicBezTo>
                  <a:pt x="1907" y="54"/>
                  <a:pt x="1907" y="54"/>
                  <a:pt x="1907" y="54"/>
                </a:cubicBezTo>
                <a:cubicBezTo>
                  <a:pt x="1908" y="48"/>
                  <a:pt x="1908" y="48"/>
                  <a:pt x="1908" y="48"/>
                </a:cubicBezTo>
                <a:cubicBezTo>
                  <a:pt x="1908" y="48"/>
                  <a:pt x="1908" y="48"/>
                  <a:pt x="1908" y="48"/>
                </a:cubicBezTo>
                <a:cubicBezTo>
                  <a:pt x="1909" y="43"/>
                  <a:pt x="1909" y="43"/>
                  <a:pt x="1909" y="43"/>
                </a:cubicBezTo>
                <a:cubicBezTo>
                  <a:pt x="1909" y="43"/>
                  <a:pt x="1909" y="43"/>
                  <a:pt x="1909" y="43"/>
                </a:cubicBezTo>
                <a:cubicBezTo>
                  <a:pt x="1909" y="37"/>
                  <a:pt x="1909" y="37"/>
                  <a:pt x="1909" y="37"/>
                </a:cubicBezTo>
                <a:cubicBezTo>
                  <a:pt x="1909" y="37"/>
                  <a:pt x="1909" y="37"/>
                  <a:pt x="1909" y="37"/>
                </a:cubicBezTo>
                <a:cubicBezTo>
                  <a:pt x="1910" y="32"/>
                  <a:pt x="1910" y="32"/>
                  <a:pt x="1910" y="32"/>
                </a:cubicBezTo>
                <a:cubicBezTo>
                  <a:pt x="1910" y="32"/>
                  <a:pt x="1910" y="32"/>
                  <a:pt x="1910" y="32"/>
                </a:cubicBezTo>
                <a:cubicBezTo>
                  <a:pt x="1909" y="26"/>
                  <a:pt x="1909" y="26"/>
                  <a:pt x="1909" y="26"/>
                </a:cubicBezTo>
                <a:cubicBezTo>
                  <a:pt x="1909" y="26"/>
                  <a:pt x="1909" y="26"/>
                  <a:pt x="1909" y="26"/>
                </a:cubicBezTo>
                <a:cubicBezTo>
                  <a:pt x="1909" y="19"/>
                  <a:pt x="1909" y="19"/>
                  <a:pt x="1909" y="19"/>
                </a:cubicBezTo>
                <a:cubicBezTo>
                  <a:pt x="1909" y="19"/>
                  <a:pt x="1909" y="19"/>
                  <a:pt x="1909" y="19"/>
                </a:cubicBezTo>
                <a:cubicBezTo>
                  <a:pt x="1908" y="14"/>
                  <a:pt x="1908" y="14"/>
                  <a:pt x="1908" y="14"/>
                </a:cubicBezTo>
                <a:cubicBezTo>
                  <a:pt x="1908" y="14"/>
                  <a:pt x="1908" y="14"/>
                  <a:pt x="1908" y="14"/>
                </a:cubicBezTo>
                <a:cubicBezTo>
                  <a:pt x="1907" y="7"/>
                  <a:pt x="1907" y="7"/>
                  <a:pt x="1907" y="7"/>
                </a:cubicBezTo>
                <a:cubicBezTo>
                  <a:pt x="1907" y="7"/>
                  <a:pt x="1907" y="7"/>
                  <a:pt x="1907" y="7"/>
                </a:cubicBezTo>
                <a:cubicBezTo>
                  <a:pt x="1910" y="2"/>
                  <a:pt x="1910" y="2"/>
                  <a:pt x="1910" y="2"/>
                </a:cubicBezTo>
                <a:cubicBezTo>
                  <a:pt x="1910" y="2"/>
                  <a:pt x="1910" y="2"/>
                  <a:pt x="1910" y="2"/>
                </a:cubicBezTo>
                <a:cubicBezTo>
                  <a:pt x="1911" y="1"/>
                  <a:pt x="1911" y="1"/>
                  <a:pt x="1911" y="1"/>
                </a:cubicBezTo>
                <a:cubicBezTo>
                  <a:pt x="1911" y="1"/>
                  <a:pt x="1911" y="1"/>
                  <a:pt x="1911" y="1"/>
                </a:cubicBezTo>
                <a:cubicBezTo>
                  <a:pt x="1913" y="0"/>
                  <a:pt x="1913" y="0"/>
                  <a:pt x="1913" y="0"/>
                </a:cubicBezTo>
                <a:cubicBezTo>
                  <a:pt x="1913" y="0"/>
                  <a:pt x="1913" y="0"/>
                  <a:pt x="1913" y="0"/>
                </a:cubicBezTo>
                <a:cubicBezTo>
                  <a:pt x="1915" y="0"/>
                  <a:pt x="1915" y="0"/>
                  <a:pt x="1915" y="0"/>
                </a:cubicBezTo>
                <a:cubicBezTo>
                  <a:pt x="1915" y="0"/>
                  <a:pt x="1915" y="0"/>
                  <a:pt x="1915" y="0"/>
                </a:cubicBezTo>
                <a:cubicBezTo>
                  <a:pt x="1918" y="0"/>
                  <a:pt x="1918" y="0"/>
                  <a:pt x="1918" y="0"/>
                </a:cubicBezTo>
                <a:cubicBezTo>
                  <a:pt x="1918" y="0"/>
                  <a:pt x="1918" y="0"/>
                  <a:pt x="1918" y="0"/>
                </a:cubicBezTo>
                <a:cubicBezTo>
                  <a:pt x="1920" y="1"/>
                  <a:pt x="1920" y="1"/>
                  <a:pt x="1920" y="1"/>
                </a:cubicBezTo>
                <a:cubicBezTo>
                  <a:pt x="1920" y="1"/>
                  <a:pt x="1920" y="1"/>
                  <a:pt x="1920" y="1"/>
                </a:cubicBezTo>
                <a:cubicBezTo>
                  <a:pt x="1924" y="2"/>
                  <a:pt x="1924" y="2"/>
                  <a:pt x="1924" y="2"/>
                </a:cubicBezTo>
                <a:cubicBezTo>
                  <a:pt x="1924" y="2"/>
                  <a:pt x="1924" y="2"/>
                  <a:pt x="1924" y="2"/>
                </a:cubicBezTo>
                <a:cubicBezTo>
                  <a:pt x="1927" y="3"/>
                  <a:pt x="1927" y="3"/>
                  <a:pt x="1927" y="3"/>
                </a:cubicBezTo>
                <a:cubicBezTo>
                  <a:pt x="1927" y="3"/>
                  <a:pt x="1927" y="3"/>
                  <a:pt x="1927" y="3"/>
                </a:cubicBezTo>
                <a:cubicBezTo>
                  <a:pt x="1930" y="3"/>
                  <a:pt x="1930" y="3"/>
                  <a:pt x="1930" y="3"/>
                </a:cubicBezTo>
                <a:cubicBezTo>
                  <a:pt x="1930" y="3"/>
                  <a:pt x="1930" y="3"/>
                  <a:pt x="1930" y="3"/>
                </a:cubicBezTo>
                <a:cubicBezTo>
                  <a:pt x="1933" y="7"/>
                  <a:pt x="1933" y="7"/>
                  <a:pt x="1933" y="7"/>
                </a:cubicBezTo>
                <a:cubicBezTo>
                  <a:pt x="1933" y="7"/>
                  <a:pt x="1933" y="7"/>
                  <a:pt x="1933" y="7"/>
                </a:cubicBezTo>
                <a:cubicBezTo>
                  <a:pt x="1936" y="12"/>
                  <a:pt x="1936" y="12"/>
                  <a:pt x="1936" y="12"/>
                </a:cubicBezTo>
                <a:cubicBezTo>
                  <a:pt x="1936" y="12"/>
                  <a:pt x="1936" y="12"/>
                  <a:pt x="1936" y="12"/>
                </a:cubicBezTo>
                <a:cubicBezTo>
                  <a:pt x="1939" y="17"/>
                  <a:pt x="1939" y="17"/>
                  <a:pt x="1939" y="17"/>
                </a:cubicBezTo>
                <a:cubicBezTo>
                  <a:pt x="1939" y="17"/>
                  <a:pt x="1939" y="17"/>
                  <a:pt x="1939" y="17"/>
                </a:cubicBezTo>
                <a:cubicBezTo>
                  <a:pt x="1944" y="20"/>
                  <a:pt x="1944" y="20"/>
                  <a:pt x="1944" y="20"/>
                </a:cubicBezTo>
                <a:cubicBezTo>
                  <a:pt x="1944" y="20"/>
                  <a:pt x="1944" y="20"/>
                  <a:pt x="1944" y="20"/>
                </a:cubicBezTo>
                <a:cubicBezTo>
                  <a:pt x="1946" y="26"/>
                  <a:pt x="1946" y="26"/>
                  <a:pt x="1946" y="26"/>
                </a:cubicBezTo>
                <a:cubicBezTo>
                  <a:pt x="1946" y="26"/>
                  <a:pt x="1946" y="26"/>
                  <a:pt x="1946" y="26"/>
                </a:cubicBezTo>
                <a:cubicBezTo>
                  <a:pt x="1948" y="32"/>
                  <a:pt x="1948" y="32"/>
                  <a:pt x="1948" y="32"/>
                </a:cubicBezTo>
                <a:cubicBezTo>
                  <a:pt x="1948" y="32"/>
                  <a:pt x="1948" y="32"/>
                  <a:pt x="1948" y="32"/>
                </a:cubicBezTo>
                <a:cubicBezTo>
                  <a:pt x="1947" y="37"/>
                  <a:pt x="1947" y="37"/>
                  <a:pt x="1947" y="37"/>
                </a:cubicBezTo>
                <a:cubicBezTo>
                  <a:pt x="1947" y="37"/>
                  <a:pt x="1947" y="37"/>
                  <a:pt x="1947" y="37"/>
                </a:cubicBezTo>
                <a:cubicBezTo>
                  <a:pt x="1946" y="43"/>
                  <a:pt x="1946" y="43"/>
                  <a:pt x="1946" y="43"/>
                </a:cubicBezTo>
                <a:cubicBezTo>
                  <a:pt x="1946" y="43"/>
                  <a:pt x="1946" y="43"/>
                  <a:pt x="1946" y="43"/>
                </a:cubicBezTo>
                <a:cubicBezTo>
                  <a:pt x="1944" y="44"/>
                  <a:pt x="1944" y="44"/>
                  <a:pt x="1944" y="44"/>
                </a:cubicBezTo>
                <a:cubicBezTo>
                  <a:pt x="1944" y="44"/>
                  <a:pt x="1944" y="44"/>
                  <a:pt x="1944" y="44"/>
                </a:cubicBezTo>
                <a:cubicBezTo>
                  <a:pt x="1944" y="45"/>
                  <a:pt x="1944" y="45"/>
                  <a:pt x="1944" y="45"/>
                </a:cubicBezTo>
                <a:cubicBezTo>
                  <a:pt x="1944" y="45"/>
                  <a:pt x="1944" y="45"/>
                  <a:pt x="1944" y="45"/>
                </a:cubicBezTo>
                <a:cubicBezTo>
                  <a:pt x="1944" y="46"/>
                  <a:pt x="1944" y="46"/>
                  <a:pt x="1944" y="46"/>
                </a:cubicBezTo>
                <a:cubicBezTo>
                  <a:pt x="1944" y="46"/>
                  <a:pt x="1944" y="46"/>
                  <a:pt x="1944" y="46"/>
                </a:cubicBezTo>
                <a:cubicBezTo>
                  <a:pt x="1944" y="46"/>
                  <a:pt x="1944" y="46"/>
                  <a:pt x="1944" y="46"/>
                </a:cubicBezTo>
                <a:cubicBezTo>
                  <a:pt x="1944" y="46"/>
                  <a:pt x="1944" y="46"/>
                  <a:pt x="1944" y="46"/>
                </a:cubicBezTo>
                <a:cubicBezTo>
                  <a:pt x="1944" y="47"/>
                  <a:pt x="1944" y="47"/>
                  <a:pt x="1944" y="47"/>
                </a:cubicBezTo>
                <a:cubicBezTo>
                  <a:pt x="1944" y="47"/>
                  <a:pt x="1944" y="47"/>
                  <a:pt x="1944" y="47"/>
                </a:cubicBezTo>
                <a:cubicBezTo>
                  <a:pt x="1944" y="47"/>
                  <a:pt x="1944" y="47"/>
                  <a:pt x="1944" y="47"/>
                </a:cubicBezTo>
                <a:cubicBezTo>
                  <a:pt x="1944" y="47"/>
                  <a:pt x="1944" y="47"/>
                  <a:pt x="1944" y="47"/>
                </a:cubicBezTo>
                <a:cubicBezTo>
                  <a:pt x="1943" y="48"/>
                  <a:pt x="1943" y="48"/>
                  <a:pt x="1943" y="48"/>
                </a:cubicBezTo>
                <a:cubicBezTo>
                  <a:pt x="1943" y="48"/>
                  <a:pt x="1943" y="48"/>
                  <a:pt x="1943" y="48"/>
                </a:cubicBezTo>
                <a:cubicBezTo>
                  <a:pt x="1943" y="48"/>
                  <a:pt x="1943" y="48"/>
                  <a:pt x="1943" y="48"/>
                </a:cubicBezTo>
                <a:cubicBezTo>
                  <a:pt x="1939" y="50"/>
                  <a:pt x="1939" y="50"/>
                  <a:pt x="1939" y="50"/>
                </a:cubicBezTo>
                <a:cubicBezTo>
                  <a:pt x="1933" y="55"/>
                  <a:pt x="1933" y="55"/>
                  <a:pt x="1933" y="55"/>
                </a:cubicBezTo>
                <a:cubicBezTo>
                  <a:pt x="1933" y="55"/>
                  <a:pt x="1933" y="55"/>
                  <a:pt x="1933" y="55"/>
                </a:cubicBezTo>
                <a:cubicBezTo>
                  <a:pt x="1929" y="60"/>
                  <a:pt x="1929" y="60"/>
                  <a:pt x="1929" y="60"/>
                </a:cubicBezTo>
                <a:cubicBezTo>
                  <a:pt x="1929" y="60"/>
                  <a:pt x="1929" y="60"/>
                  <a:pt x="1929" y="60"/>
                </a:cubicBezTo>
                <a:cubicBezTo>
                  <a:pt x="1926" y="65"/>
                  <a:pt x="1926" y="65"/>
                  <a:pt x="1926" y="65"/>
                </a:cubicBezTo>
                <a:cubicBezTo>
                  <a:pt x="1926" y="65"/>
                  <a:pt x="1926" y="65"/>
                  <a:pt x="1926" y="65"/>
                </a:cubicBezTo>
                <a:cubicBezTo>
                  <a:pt x="1923" y="71"/>
                  <a:pt x="1923" y="71"/>
                  <a:pt x="1923" y="71"/>
                </a:cubicBezTo>
                <a:cubicBezTo>
                  <a:pt x="1923" y="71"/>
                  <a:pt x="1923" y="71"/>
                  <a:pt x="1923" y="71"/>
                </a:cubicBezTo>
                <a:cubicBezTo>
                  <a:pt x="1918" y="77"/>
                  <a:pt x="1918" y="77"/>
                  <a:pt x="1918" y="77"/>
                </a:cubicBezTo>
                <a:cubicBezTo>
                  <a:pt x="1918" y="77"/>
                  <a:pt x="1918" y="77"/>
                  <a:pt x="1918" y="77"/>
                </a:cubicBezTo>
                <a:cubicBezTo>
                  <a:pt x="1914" y="83"/>
                  <a:pt x="1914" y="83"/>
                  <a:pt x="1914" y="83"/>
                </a:cubicBezTo>
                <a:cubicBezTo>
                  <a:pt x="1914" y="83"/>
                  <a:pt x="1914" y="83"/>
                  <a:pt x="1914" y="83"/>
                </a:cubicBezTo>
                <a:cubicBezTo>
                  <a:pt x="1910" y="88"/>
                  <a:pt x="1910" y="88"/>
                  <a:pt x="1910" y="88"/>
                </a:cubicBezTo>
                <a:cubicBezTo>
                  <a:pt x="1910" y="88"/>
                  <a:pt x="1910" y="88"/>
                  <a:pt x="1910" y="88"/>
                </a:cubicBezTo>
                <a:cubicBezTo>
                  <a:pt x="1906" y="92"/>
                  <a:pt x="1906" y="92"/>
                  <a:pt x="1906" y="92"/>
                </a:cubicBezTo>
                <a:cubicBezTo>
                  <a:pt x="1906" y="92"/>
                  <a:pt x="1906" y="92"/>
                  <a:pt x="1906" y="92"/>
                </a:cubicBezTo>
                <a:cubicBezTo>
                  <a:pt x="1888" y="120"/>
                  <a:pt x="1888" y="120"/>
                  <a:pt x="1888" y="120"/>
                </a:cubicBezTo>
                <a:cubicBezTo>
                  <a:pt x="1888" y="120"/>
                  <a:pt x="1888" y="120"/>
                  <a:pt x="1888" y="120"/>
                </a:cubicBezTo>
                <a:cubicBezTo>
                  <a:pt x="1888" y="123"/>
                  <a:pt x="1888" y="123"/>
                  <a:pt x="1888" y="123"/>
                </a:cubicBezTo>
                <a:cubicBezTo>
                  <a:pt x="1888" y="123"/>
                  <a:pt x="1888" y="123"/>
                  <a:pt x="1888" y="123"/>
                </a:cubicBezTo>
                <a:cubicBezTo>
                  <a:pt x="1892" y="125"/>
                  <a:pt x="1892" y="125"/>
                  <a:pt x="1892" y="125"/>
                </a:cubicBezTo>
                <a:cubicBezTo>
                  <a:pt x="1892" y="125"/>
                  <a:pt x="1892" y="125"/>
                  <a:pt x="1892" y="125"/>
                </a:cubicBezTo>
                <a:cubicBezTo>
                  <a:pt x="1897" y="127"/>
                  <a:pt x="1897" y="127"/>
                  <a:pt x="1897" y="127"/>
                </a:cubicBezTo>
                <a:cubicBezTo>
                  <a:pt x="1897" y="127"/>
                  <a:pt x="1897" y="127"/>
                  <a:pt x="1897" y="127"/>
                </a:cubicBezTo>
                <a:cubicBezTo>
                  <a:pt x="1901" y="129"/>
                  <a:pt x="1901" y="129"/>
                  <a:pt x="1901" y="129"/>
                </a:cubicBezTo>
                <a:cubicBezTo>
                  <a:pt x="1901" y="129"/>
                  <a:pt x="1901" y="129"/>
                  <a:pt x="1901" y="129"/>
                </a:cubicBezTo>
                <a:cubicBezTo>
                  <a:pt x="1908" y="131"/>
                  <a:pt x="1908" y="131"/>
                  <a:pt x="1908" y="131"/>
                </a:cubicBezTo>
                <a:cubicBezTo>
                  <a:pt x="1908" y="131"/>
                  <a:pt x="1908" y="131"/>
                  <a:pt x="1908" y="131"/>
                </a:cubicBezTo>
                <a:cubicBezTo>
                  <a:pt x="1913" y="134"/>
                  <a:pt x="1913" y="134"/>
                  <a:pt x="1913" y="134"/>
                </a:cubicBezTo>
                <a:cubicBezTo>
                  <a:pt x="1913" y="134"/>
                  <a:pt x="1913" y="134"/>
                  <a:pt x="1913" y="134"/>
                </a:cubicBezTo>
                <a:cubicBezTo>
                  <a:pt x="1919" y="134"/>
                  <a:pt x="1919" y="134"/>
                  <a:pt x="1919" y="134"/>
                </a:cubicBezTo>
                <a:cubicBezTo>
                  <a:pt x="1919" y="134"/>
                  <a:pt x="1919" y="134"/>
                  <a:pt x="1919" y="134"/>
                </a:cubicBezTo>
                <a:cubicBezTo>
                  <a:pt x="1926" y="133"/>
                  <a:pt x="1926" y="133"/>
                  <a:pt x="1926" y="133"/>
                </a:cubicBezTo>
                <a:cubicBezTo>
                  <a:pt x="1926" y="133"/>
                  <a:pt x="1926" y="133"/>
                  <a:pt x="1926" y="133"/>
                </a:cubicBezTo>
                <a:cubicBezTo>
                  <a:pt x="1932" y="128"/>
                  <a:pt x="1932" y="128"/>
                  <a:pt x="1932" y="128"/>
                </a:cubicBezTo>
                <a:cubicBezTo>
                  <a:pt x="1932" y="128"/>
                  <a:pt x="1932" y="128"/>
                  <a:pt x="1932" y="128"/>
                </a:cubicBezTo>
                <a:cubicBezTo>
                  <a:pt x="1955" y="108"/>
                  <a:pt x="1955" y="108"/>
                  <a:pt x="1955" y="108"/>
                </a:cubicBezTo>
                <a:cubicBezTo>
                  <a:pt x="1955" y="108"/>
                  <a:pt x="1955" y="108"/>
                  <a:pt x="1955" y="108"/>
                </a:cubicBezTo>
                <a:cubicBezTo>
                  <a:pt x="1956" y="108"/>
                  <a:pt x="1956" y="108"/>
                  <a:pt x="1956" y="108"/>
                </a:cubicBezTo>
                <a:cubicBezTo>
                  <a:pt x="1956" y="108"/>
                  <a:pt x="1956" y="108"/>
                  <a:pt x="1956" y="108"/>
                </a:cubicBezTo>
                <a:cubicBezTo>
                  <a:pt x="1957" y="107"/>
                  <a:pt x="1957" y="107"/>
                  <a:pt x="1957" y="107"/>
                </a:cubicBezTo>
                <a:cubicBezTo>
                  <a:pt x="1957" y="107"/>
                  <a:pt x="1957" y="107"/>
                  <a:pt x="1957" y="107"/>
                </a:cubicBezTo>
                <a:cubicBezTo>
                  <a:pt x="1958" y="107"/>
                  <a:pt x="1958" y="107"/>
                  <a:pt x="1958" y="107"/>
                </a:cubicBezTo>
                <a:cubicBezTo>
                  <a:pt x="1958" y="107"/>
                  <a:pt x="1958" y="107"/>
                  <a:pt x="1958" y="107"/>
                </a:cubicBezTo>
                <a:cubicBezTo>
                  <a:pt x="1959" y="105"/>
                  <a:pt x="1959" y="105"/>
                  <a:pt x="1959" y="105"/>
                </a:cubicBezTo>
                <a:cubicBezTo>
                  <a:pt x="1959" y="105"/>
                  <a:pt x="1959" y="105"/>
                  <a:pt x="1959" y="105"/>
                </a:cubicBezTo>
                <a:cubicBezTo>
                  <a:pt x="1959" y="104"/>
                  <a:pt x="1959" y="104"/>
                  <a:pt x="1959" y="104"/>
                </a:cubicBezTo>
                <a:cubicBezTo>
                  <a:pt x="1959" y="104"/>
                  <a:pt x="1959" y="104"/>
                  <a:pt x="1959" y="104"/>
                </a:cubicBezTo>
                <a:cubicBezTo>
                  <a:pt x="1960" y="102"/>
                  <a:pt x="1960" y="102"/>
                  <a:pt x="1960" y="102"/>
                </a:cubicBezTo>
                <a:cubicBezTo>
                  <a:pt x="1960" y="102"/>
                  <a:pt x="1960" y="102"/>
                  <a:pt x="1960" y="102"/>
                </a:cubicBezTo>
                <a:cubicBezTo>
                  <a:pt x="1961" y="101"/>
                  <a:pt x="1961" y="101"/>
                  <a:pt x="1961" y="101"/>
                </a:cubicBezTo>
                <a:cubicBezTo>
                  <a:pt x="1961" y="101"/>
                  <a:pt x="1961" y="101"/>
                  <a:pt x="1961" y="101"/>
                </a:cubicBezTo>
                <a:cubicBezTo>
                  <a:pt x="1963" y="99"/>
                  <a:pt x="1963" y="99"/>
                  <a:pt x="1963" y="99"/>
                </a:cubicBezTo>
                <a:cubicBezTo>
                  <a:pt x="1963" y="99"/>
                  <a:pt x="1963" y="99"/>
                  <a:pt x="1963" y="99"/>
                </a:cubicBezTo>
                <a:cubicBezTo>
                  <a:pt x="1999" y="77"/>
                  <a:pt x="1999" y="77"/>
                  <a:pt x="1999" y="77"/>
                </a:cubicBezTo>
                <a:cubicBezTo>
                  <a:pt x="1999" y="77"/>
                  <a:pt x="1999" y="77"/>
                  <a:pt x="1999" y="77"/>
                </a:cubicBezTo>
                <a:cubicBezTo>
                  <a:pt x="2003" y="77"/>
                  <a:pt x="2003" y="77"/>
                  <a:pt x="2003" y="77"/>
                </a:cubicBezTo>
                <a:cubicBezTo>
                  <a:pt x="2003" y="77"/>
                  <a:pt x="2003" y="77"/>
                  <a:pt x="2003" y="77"/>
                </a:cubicBezTo>
                <a:cubicBezTo>
                  <a:pt x="2007" y="76"/>
                  <a:pt x="2007" y="76"/>
                  <a:pt x="2007" y="76"/>
                </a:cubicBezTo>
                <a:cubicBezTo>
                  <a:pt x="2007" y="76"/>
                  <a:pt x="2007" y="76"/>
                  <a:pt x="2007" y="76"/>
                </a:cubicBezTo>
                <a:cubicBezTo>
                  <a:pt x="2011" y="78"/>
                  <a:pt x="2011" y="78"/>
                  <a:pt x="2011" y="78"/>
                </a:cubicBezTo>
                <a:cubicBezTo>
                  <a:pt x="2011" y="78"/>
                  <a:pt x="2011" y="78"/>
                  <a:pt x="2011" y="78"/>
                </a:cubicBezTo>
                <a:cubicBezTo>
                  <a:pt x="2015" y="79"/>
                  <a:pt x="2015" y="79"/>
                  <a:pt x="2015" y="79"/>
                </a:cubicBezTo>
                <a:cubicBezTo>
                  <a:pt x="2015" y="79"/>
                  <a:pt x="2015" y="79"/>
                  <a:pt x="2015" y="79"/>
                </a:cubicBezTo>
                <a:cubicBezTo>
                  <a:pt x="2018" y="82"/>
                  <a:pt x="2018" y="82"/>
                  <a:pt x="2018" y="82"/>
                </a:cubicBezTo>
                <a:cubicBezTo>
                  <a:pt x="2018" y="82"/>
                  <a:pt x="2018" y="82"/>
                  <a:pt x="2018" y="82"/>
                </a:cubicBezTo>
                <a:cubicBezTo>
                  <a:pt x="2022" y="84"/>
                  <a:pt x="2022" y="84"/>
                  <a:pt x="2022" y="84"/>
                </a:cubicBezTo>
                <a:cubicBezTo>
                  <a:pt x="2022" y="84"/>
                  <a:pt x="2022" y="84"/>
                  <a:pt x="2022" y="84"/>
                </a:cubicBezTo>
                <a:cubicBezTo>
                  <a:pt x="2027" y="86"/>
                  <a:pt x="2027" y="86"/>
                  <a:pt x="2027" y="86"/>
                </a:cubicBezTo>
                <a:cubicBezTo>
                  <a:pt x="2027" y="86"/>
                  <a:pt x="2027" y="86"/>
                  <a:pt x="2027" y="86"/>
                </a:cubicBezTo>
                <a:cubicBezTo>
                  <a:pt x="2033" y="86"/>
                  <a:pt x="2033" y="86"/>
                  <a:pt x="2033" y="86"/>
                </a:cubicBezTo>
                <a:cubicBezTo>
                  <a:pt x="2033" y="86"/>
                  <a:pt x="2033" y="86"/>
                  <a:pt x="2033" y="86"/>
                </a:cubicBezTo>
                <a:cubicBezTo>
                  <a:pt x="2032" y="92"/>
                  <a:pt x="2032" y="92"/>
                  <a:pt x="2032" y="92"/>
                </a:cubicBezTo>
                <a:cubicBezTo>
                  <a:pt x="2032" y="92"/>
                  <a:pt x="2032" y="92"/>
                  <a:pt x="2032" y="92"/>
                </a:cubicBezTo>
                <a:cubicBezTo>
                  <a:pt x="2032" y="98"/>
                  <a:pt x="2032" y="98"/>
                  <a:pt x="2032" y="98"/>
                </a:cubicBezTo>
                <a:cubicBezTo>
                  <a:pt x="2032" y="98"/>
                  <a:pt x="2032" y="98"/>
                  <a:pt x="2032" y="98"/>
                </a:cubicBezTo>
                <a:cubicBezTo>
                  <a:pt x="2031" y="103"/>
                  <a:pt x="2031" y="103"/>
                  <a:pt x="2031" y="103"/>
                </a:cubicBezTo>
                <a:cubicBezTo>
                  <a:pt x="2031" y="103"/>
                  <a:pt x="2031" y="103"/>
                  <a:pt x="2031" y="103"/>
                </a:cubicBezTo>
                <a:cubicBezTo>
                  <a:pt x="2031" y="108"/>
                  <a:pt x="2031" y="108"/>
                  <a:pt x="2031" y="108"/>
                </a:cubicBezTo>
                <a:cubicBezTo>
                  <a:pt x="2031" y="108"/>
                  <a:pt x="2031" y="108"/>
                  <a:pt x="2031" y="108"/>
                </a:cubicBezTo>
                <a:cubicBezTo>
                  <a:pt x="2029" y="114"/>
                  <a:pt x="2029" y="114"/>
                  <a:pt x="2029" y="114"/>
                </a:cubicBezTo>
                <a:cubicBezTo>
                  <a:pt x="2029" y="114"/>
                  <a:pt x="2029" y="114"/>
                  <a:pt x="2029" y="114"/>
                </a:cubicBezTo>
                <a:cubicBezTo>
                  <a:pt x="2028" y="119"/>
                  <a:pt x="2028" y="119"/>
                  <a:pt x="2028" y="119"/>
                </a:cubicBezTo>
                <a:cubicBezTo>
                  <a:pt x="2028" y="119"/>
                  <a:pt x="2028" y="119"/>
                  <a:pt x="2028" y="119"/>
                </a:cubicBezTo>
                <a:cubicBezTo>
                  <a:pt x="2024" y="124"/>
                  <a:pt x="2024" y="124"/>
                  <a:pt x="2024" y="124"/>
                </a:cubicBezTo>
                <a:cubicBezTo>
                  <a:pt x="2024" y="124"/>
                  <a:pt x="2024" y="124"/>
                  <a:pt x="2024" y="124"/>
                </a:cubicBezTo>
                <a:cubicBezTo>
                  <a:pt x="2021" y="127"/>
                  <a:pt x="2021" y="127"/>
                  <a:pt x="2021" y="127"/>
                </a:cubicBezTo>
                <a:cubicBezTo>
                  <a:pt x="2021" y="127"/>
                  <a:pt x="2021" y="127"/>
                  <a:pt x="2021" y="127"/>
                </a:cubicBezTo>
                <a:cubicBezTo>
                  <a:pt x="2018" y="128"/>
                  <a:pt x="2018" y="128"/>
                  <a:pt x="2018" y="128"/>
                </a:cubicBezTo>
                <a:cubicBezTo>
                  <a:pt x="2018" y="128"/>
                  <a:pt x="2018" y="128"/>
                  <a:pt x="2018" y="128"/>
                </a:cubicBezTo>
                <a:cubicBezTo>
                  <a:pt x="2016" y="130"/>
                  <a:pt x="2016" y="130"/>
                  <a:pt x="2016" y="130"/>
                </a:cubicBezTo>
                <a:cubicBezTo>
                  <a:pt x="2016" y="130"/>
                  <a:pt x="2016" y="130"/>
                  <a:pt x="2016" y="130"/>
                </a:cubicBezTo>
                <a:cubicBezTo>
                  <a:pt x="2014" y="133"/>
                  <a:pt x="2014" y="133"/>
                  <a:pt x="2014" y="133"/>
                </a:cubicBezTo>
                <a:cubicBezTo>
                  <a:pt x="2014" y="133"/>
                  <a:pt x="2014" y="133"/>
                  <a:pt x="2014" y="133"/>
                </a:cubicBezTo>
                <a:cubicBezTo>
                  <a:pt x="2013" y="135"/>
                  <a:pt x="2013" y="135"/>
                  <a:pt x="2013" y="135"/>
                </a:cubicBezTo>
                <a:cubicBezTo>
                  <a:pt x="2013" y="135"/>
                  <a:pt x="2013" y="135"/>
                  <a:pt x="2013" y="135"/>
                </a:cubicBezTo>
                <a:cubicBezTo>
                  <a:pt x="2011" y="138"/>
                  <a:pt x="2011" y="138"/>
                  <a:pt x="2011" y="138"/>
                </a:cubicBezTo>
                <a:cubicBezTo>
                  <a:pt x="2011" y="138"/>
                  <a:pt x="2011" y="138"/>
                  <a:pt x="2011" y="138"/>
                </a:cubicBezTo>
                <a:cubicBezTo>
                  <a:pt x="2009" y="140"/>
                  <a:pt x="2009" y="140"/>
                  <a:pt x="2009" y="140"/>
                </a:cubicBezTo>
                <a:cubicBezTo>
                  <a:pt x="2009" y="140"/>
                  <a:pt x="2009" y="140"/>
                  <a:pt x="2009" y="140"/>
                </a:cubicBezTo>
                <a:cubicBezTo>
                  <a:pt x="2005" y="142"/>
                  <a:pt x="2005" y="142"/>
                  <a:pt x="2005" y="142"/>
                </a:cubicBezTo>
                <a:cubicBezTo>
                  <a:pt x="2005" y="142"/>
                  <a:pt x="2005" y="142"/>
                  <a:pt x="2005" y="142"/>
                </a:cubicBezTo>
                <a:cubicBezTo>
                  <a:pt x="2006" y="144"/>
                  <a:pt x="2006" y="144"/>
                  <a:pt x="2006" y="144"/>
                </a:cubicBezTo>
                <a:cubicBezTo>
                  <a:pt x="2003" y="142"/>
                  <a:pt x="2003" y="142"/>
                  <a:pt x="2003" y="142"/>
                </a:cubicBezTo>
                <a:cubicBezTo>
                  <a:pt x="1971" y="194"/>
                  <a:pt x="1971" y="194"/>
                  <a:pt x="1971" y="194"/>
                </a:cubicBezTo>
                <a:cubicBezTo>
                  <a:pt x="1967" y="195"/>
                  <a:pt x="1967" y="195"/>
                  <a:pt x="1967" y="195"/>
                </a:cubicBezTo>
                <a:cubicBezTo>
                  <a:pt x="1950" y="219"/>
                  <a:pt x="1950" y="219"/>
                  <a:pt x="1950" y="219"/>
                </a:cubicBezTo>
                <a:cubicBezTo>
                  <a:pt x="1948" y="221"/>
                  <a:pt x="1948" y="221"/>
                  <a:pt x="1948" y="221"/>
                </a:cubicBezTo>
                <a:cubicBezTo>
                  <a:pt x="1952" y="225"/>
                  <a:pt x="1952" y="225"/>
                  <a:pt x="1952" y="225"/>
                </a:cubicBezTo>
                <a:cubicBezTo>
                  <a:pt x="1952" y="225"/>
                  <a:pt x="1952" y="225"/>
                  <a:pt x="1952" y="225"/>
                </a:cubicBezTo>
                <a:cubicBezTo>
                  <a:pt x="1953" y="225"/>
                  <a:pt x="1953" y="225"/>
                  <a:pt x="1953" y="225"/>
                </a:cubicBezTo>
                <a:cubicBezTo>
                  <a:pt x="1953" y="225"/>
                  <a:pt x="1953" y="225"/>
                  <a:pt x="1953" y="225"/>
                </a:cubicBezTo>
                <a:cubicBezTo>
                  <a:pt x="1956" y="224"/>
                  <a:pt x="1956" y="224"/>
                  <a:pt x="1956" y="224"/>
                </a:cubicBezTo>
                <a:cubicBezTo>
                  <a:pt x="1956" y="224"/>
                  <a:pt x="1956" y="224"/>
                  <a:pt x="1956" y="224"/>
                </a:cubicBezTo>
                <a:cubicBezTo>
                  <a:pt x="1957" y="223"/>
                  <a:pt x="1957" y="223"/>
                  <a:pt x="1957" y="223"/>
                </a:cubicBezTo>
                <a:cubicBezTo>
                  <a:pt x="1957" y="223"/>
                  <a:pt x="1957" y="223"/>
                  <a:pt x="1957" y="223"/>
                </a:cubicBezTo>
                <a:cubicBezTo>
                  <a:pt x="1960" y="222"/>
                  <a:pt x="1960" y="222"/>
                  <a:pt x="1960" y="222"/>
                </a:cubicBezTo>
                <a:cubicBezTo>
                  <a:pt x="1960" y="222"/>
                  <a:pt x="1960" y="222"/>
                  <a:pt x="1960" y="222"/>
                </a:cubicBezTo>
                <a:cubicBezTo>
                  <a:pt x="1962" y="222"/>
                  <a:pt x="1962" y="222"/>
                  <a:pt x="1962" y="222"/>
                </a:cubicBezTo>
                <a:cubicBezTo>
                  <a:pt x="1962" y="222"/>
                  <a:pt x="1962" y="222"/>
                  <a:pt x="1962" y="222"/>
                </a:cubicBezTo>
                <a:cubicBezTo>
                  <a:pt x="1965" y="221"/>
                  <a:pt x="1965" y="221"/>
                  <a:pt x="1965" y="221"/>
                </a:cubicBezTo>
                <a:cubicBezTo>
                  <a:pt x="1965" y="221"/>
                  <a:pt x="1965" y="221"/>
                  <a:pt x="1965" y="221"/>
                </a:cubicBezTo>
                <a:cubicBezTo>
                  <a:pt x="1968" y="221"/>
                  <a:pt x="1968" y="221"/>
                  <a:pt x="1968" y="221"/>
                </a:cubicBezTo>
                <a:cubicBezTo>
                  <a:pt x="1968" y="221"/>
                  <a:pt x="1968" y="221"/>
                  <a:pt x="1968" y="221"/>
                </a:cubicBezTo>
                <a:cubicBezTo>
                  <a:pt x="1971" y="220"/>
                  <a:pt x="1971" y="220"/>
                  <a:pt x="1971" y="220"/>
                </a:cubicBezTo>
                <a:cubicBezTo>
                  <a:pt x="1971" y="220"/>
                  <a:pt x="1971" y="220"/>
                  <a:pt x="1971" y="220"/>
                </a:cubicBezTo>
                <a:cubicBezTo>
                  <a:pt x="1972" y="224"/>
                  <a:pt x="1972" y="224"/>
                  <a:pt x="1972" y="224"/>
                </a:cubicBezTo>
                <a:cubicBezTo>
                  <a:pt x="1972" y="224"/>
                  <a:pt x="1972" y="224"/>
                  <a:pt x="1972" y="224"/>
                </a:cubicBezTo>
                <a:cubicBezTo>
                  <a:pt x="1973" y="227"/>
                  <a:pt x="1973" y="227"/>
                  <a:pt x="1973" y="227"/>
                </a:cubicBezTo>
                <a:cubicBezTo>
                  <a:pt x="1973" y="227"/>
                  <a:pt x="1973" y="227"/>
                  <a:pt x="1973" y="227"/>
                </a:cubicBezTo>
                <a:cubicBezTo>
                  <a:pt x="1974" y="229"/>
                  <a:pt x="1974" y="229"/>
                  <a:pt x="1974" y="229"/>
                </a:cubicBezTo>
                <a:cubicBezTo>
                  <a:pt x="1974" y="229"/>
                  <a:pt x="1974" y="229"/>
                  <a:pt x="1974" y="229"/>
                </a:cubicBezTo>
                <a:cubicBezTo>
                  <a:pt x="1976" y="232"/>
                  <a:pt x="1976" y="232"/>
                  <a:pt x="1976" y="232"/>
                </a:cubicBezTo>
                <a:cubicBezTo>
                  <a:pt x="1976" y="232"/>
                  <a:pt x="1976" y="232"/>
                  <a:pt x="1976" y="232"/>
                </a:cubicBezTo>
                <a:cubicBezTo>
                  <a:pt x="1976" y="236"/>
                  <a:pt x="1976" y="236"/>
                  <a:pt x="1976" y="236"/>
                </a:cubicBezTo>
                <a:cubicBezTo>
                  <a:pt x="1976" y="236"/>
                  <a:pt x="1976" y="236"/>
                  <a:pt x="1976" y="236"/>
                </a:cubicBezTo>
                <a:cubicBezTo>
                  <a:pt x="1977" y="240"/>
                  <a:pt x="1977" y="240"/>
                  <a:pt x="1977" y="240"/>
                </a:cubicBezTo>
                <a:cubicBezTo>
                  <a:pt x="1977" y="240"/>
                  <a:pt x="1977" y="240"/>
                  <a:pt x="1977" y="240"/>
                </a:cubicBezTo>
                <a:cubicBezTo>
                  <a:pt x="1977" y="243"/>
                  <a:pt x="1977" y="243"/>
                  <a:pt x="1977" y="243"/>
                </a:cubicBezTo>
                <a:cubicBezTo>
                  <a:pt x="1977" y="243"/>
                  <a:pt x="1977" y="243"/>
                  <a:pt x="1977" y="243"/>
                </a:cubicBezTo>
                <a:cubicBezTo>
                  <a:pt x="1977" y="245"/>
                  <a:pt x="1977" y="245"/>
                  <a:pt x="1977" y="245"/>
                </a:cubicBezTo>
                <a:cubicBezTo>
                  <a:pt x="1977" y="245"/>
                  <a:pt x="1977" y="245"/>
                  <a:pt x="1977" y="245"/>
                </a:cubicBezTo>
                <a:cubicBezTo>
                  <a:pt x="1947" y="267"/>
                  <a:pt x="1947" y="267"/>
                  <a:pt x="1947" y="267"/>
                </a:cubicBezTo>
                <a:cubicBezTo>
                  <a:pt x="1947" y="267"/>
                  <a:pt x="1947" y="267"/>
                  <a:pt x="1947" y="267"/>
                </a:cubicBezTo>
                <a:cubicBezTo>
                  <a:pt x="1892" y="315"/>
                  <a:pt x="1892" y="315"/>
                  <a:pt x="1892" y="315"/>
                </a:cubicBezTo>
                <a:cubicBezTo>
                  <a:pt x="1892" y="315"/>
                  <a:pt x="1892" y="315"/>
                  <a:pt x="1892" y="315"/>
                </a:cubicBezTo>
                <a:cubicBezTo>
                  <a:pt x="1894" y="319"/>
                  <a:pt x="1894" y="319"/>
                  <a:pt x="1894" y="319"/>
                </a:cubicBezTo>
                <a:cubicBezTo>
                  <a:pt x="1894" y="319"/>
                  <a:pt x="1894" y="319"/>
                  <a:pt x="1894" y="319"/>
                </a:cubicBezTo>
                <a:cubicBezTo>
                  <a:pt x="1923" y="307"/>
                  <a:pt x="1923" y="307"/>
                  <a:pt x="1923" y="307"/>
                </a:cubicBezTo>
                <a:cubicBezTo>
                  <a:pt x="1923" y="307"/>
                  <a:pt x="1923" y="307"/>
                  <a:pt x="1923" y="307"/>
                </a:cubicBezTo>
                <a:cubicBezTo>
                  <a:pt x="1925" y="306"/>
                  <a:pt x="1925" y="306"/>
                  <a:pt x="1925" y="306"/>
                </a:cubicBezTo>
                <a:cubicBezTo>
                  <a:pt x="1925" y="306"/>
                  <a:pt x="1925" y="306"/>
                  <a:pt x="1925" y="306"/>
                </a:cubicBezTo>
                <a:cubicBezTo>
                  <a:pt x="1928" y="305"/>
                  <a:pt x="1928" y="305"/>
                  <a:pt x="1928" y="305"/>
                </a:cubicBezTo>
                <a:cubicBezTo>
                  <a:pt x="1928" y="305"/>
                  <a:pt x="1928" y="305"/>
                  <a:pt x="1928" y="305"/>
                </a:cubicBezTo>
                <a:cubicBezTo>
                  <a:pt x="1931" y="304"/>
                  <a:pt x="1931" y="304"/>
                  <a:pt x="1931" y="304"/>
                </a:cubicBezTo>
                <a:cubicBezTo>
                  <a:pt x="1931" y="304"/>
                  <a:pt x="1931" y="304"/>
                  <a:pt x="1931" y="304"/>
                </a:cubicBezTo>
                <a:cubicBezTo>
                  <a:pt x="1934" y="303"/>
                  <a:pt x="1934" y="303"/>
                  <a:pt x="1934" y="303"/>
                </a:cubicBezTo>
                <a:cubicBezTo>
                  <a:pt x="1934" y="303"/>
                  <a:pt x="1934" y="303"/>
                  <a:pt x="1934" y="303"/>
                </a:cubicBezTo>
                <a:cubicBezTo>
                  <a:pt x="1937" y="304"/>
                  <a:pt x="1937" y="304"/>
                  <a:pt x="1937" y="304"/>
                </a:cubicBezTo>
                <a:cubicBezTo>
                  <a:pt x="1937" y="304"/>
                  <a:pt x="1937" y="304"/>
                  <a:pt x="1937" y="304"/>
                </a:cubicBezTo>
                <a:cubicBezTo>
                  <a:pt x="1940" y="304"/>
                  <a:pt x="1940" y="304"/>
                  <a:pt x="1940" y="304"/>
                </a:cubicBezTo>
                <a:cubicBezTo>
                  <a:pt x="1940" y="304"/>
                  <a:pt x="1940" y="304"/>
                  <a:pt x="1940" y="304"/>
                </a:cubicBezTo>
                <a:cubicBezTo>
                  <a:pt x="1944" y="305"/>
                  <a:pt x="1944" y="305"/>
                  <a:pt x="1944" y="305"/>
                </a:cubicBezTo>
                <a:cubicBezTo>
                  <a:pt x="1944" y="305"/>
                  <a:pt x="1944" y="305"/>
                  <a:pt x="1944" y="305"/>
                </a:cubicBezTo>
                <a:cubicBezTo>
                  <a:pt x="1949" y="305"/>
                  <a:pt x="1949" y="305"/>
                  <a:pt x="1949" y="305"/>
                </a:cubicBezTo>
                <a:cubicBezTo>
                  <a:pt x="1949" y="305"/>
                  <a:pt x="1949" y="305"/>
                  <a:pt x="1949" y="305"/>
                </a:cubicBezTo>
                <a:cubicBezTo>
                  <a:pt x="1950" y="306"/>
                  <a:pt x="1950" y="306"/>
                  <a:pt x="1950" y="306"/>
                </a:cubicBezTo>
                <a:cubicBezTo>
                  <a:pt x="1950" y="306"/>
                  <a:pt x="1950" y="306"/>
                  <a:pt x="1950" y="306"/>
                </a:cubicBezTo>
                <a:cubicBezTo>
                  <a:pt x="1951" y="307"/>
                  <a:pt x="1951" y="307"/>
                  <a:pt x="1951" y="307"/>
                </a:cubicBezTo>
                <a:cubicBezTo>
                  <a:pt x="1951" y="307"/>
                  <a:pt x="1951" y="307"/>
                  <a:pt x="1951" y="307"/>
                </a:cubicBezTo>
                <a:cubicBezTo>
                  <a:pt x="1952" y="308"/>
                  <a:pt x="1952" y="308"/>
                  <a:pt x="1952" y="308"/>
                </a:cubicBezTo>
                <a:cubicBezTo>
                  <a:pt x="1952" y="308"/>
                  <a:pt x="1952" y="308"/>
                  <a:pt x="1952" y="308"/>
                </a:cubicBezTo>
                <a:cubicBezTo>
                  <a:pt x="1953" y="308"/>
                  <a:pt x="1953" y="308"/>
                  <a:pt x="1953" y="308"/>
                </a:cubicBezTo>
                <a:cubicBezTo>
                  <a:pt x="1953" y="308"/>
                  <a:pt x="1953" y="308"/>
                  <a:pt x="1953" y="308"/>
                </a:cubicBezTo>
                <a:cubicBezTo>
                  <a:pt x="1954" y="309"/>
                  <a:pt x="1954" y="309"/>
                  <a:pt x="1954" y="309"/>
                </a:cubicBezTo>
                <a:cubicBezTo>
                  <a:pt x="1954" y="309"/>
                  <a:pt x="1954" y="309"/>
                  <a:pt x="1954" y="309"/>
                </a:cubicBezTo>
                <a:cubicBezTo>
                  <a:pt x="1955" y="310"/>
                  <a:pt x="1955" y="310"/>
                  <a:pt x="1955" y="310"/>
                </a:cubicBezTo>
                <a:cubicBezTo>
                  <a:pt x="1955" y="310"/>
                  <a:pt x="1955" y="310"/>
                  <a:pt x="1955" y="310"/>
                </a:cubicBezTo>
                <a:cubicBezTo>
                  <a:pt x="1956" y="310"/>
                  <a:pt x="1956" y="310"/>
                  <a:pt x="1956" y="310"/>
                </a:cubicBezTo>
                <a:cubicBezTo>
                  <a:pt x="1956" y="310"/>
                  <a:pt x="1956" y="310"/>
                  <a:pt x="1956" y="310"/>
                </a:cubicBezTo>
                <a:cubicBezTo>
                  <a:pt x="1959" y="310"/>
                  <a:pt x="1959" y="310"/>
                  <a:pt x="1959" y="310"/>
                </a:cubicBezTo>
                <a:cubicBezTo>
                  <a:pt x="1959" y="310"/>
                  <a:pt x="1959" y="310"/>
                  <a:pt x="1959" y="310"/>
                </a:cubicBezTo>
                <a:cubicBezTo>
                  <a:pt x="1959" y="313"/>
                  <a:pt x="1959" y="313"/>
                  <a:pt x="1959" y="313"/>
                </a:cubicBezTo>
                <a:cubicBezTo>
                  <a:pt x="1959" y="313"/>
                  <a:pt x="1959" y="313"/>
                  <a:pt x="1959" y="313"/>
                </a:cubicBezTo>
                <a:cubicBezTo>
                  <a:pt x="1960" y="316"/>
                  <a:pt x="1960" y="316"/>
                  <a:pt x="1960" y="316"/>
                </a:cubicBezTo>
                <a:cubicBezTo>
                  <a:pt x="1960" y="316"/>
                  <a:pt x="1960" y="316"/>
                  <a:pt x="1960" y="316"/>
                </a:cubicBezTo>
                <a:cubicBezTo>
                  <a:pt x="1960" y="319"/>
                  <a:pt x="1960" y="319"/>
                  <a:pt x="1960" y="319"/>
                </a:cubicBezTo>
                <a:cubicBezTo>
                  <a:pt x="1960" y="319"/>
                  <a:pt x="1960" y="319"/>
                  <a:pt x="1960" y="319"/>
                </a:cubicBezTo>
                <a:cubicBezTo>
                  <a:pt x="1960" y="322"/>
                  <a:pt x="1960" y="322"/>
                  <a:pt x="1960" y="322"/>
                </a:cubicBezTo>
                <a:cubicBezTo>
                  <a:pt x="1960" y="322"/>
                  <a:pt x="1960" y="322"/>
                  <a:pt x="1960" y="322"/>
                </a:cubicBezTo>
                <a:cubicBezTo>
                  <a:pt x="1958" y="324"/>
                  <a:pt x="1958" y="324"/>
                  <a:pt x="1958" y="324"/>
                </a:cubicBezTo>
                <a:cubicBezTo>
                  <a:pt x="1958" y="324"/>
                  <a:pt x="1958" y="324"/>
                  <a:pt x="1958" y="324"/>
                </a:cubicBezTo>
                <a:cubicBezTo>
                  <a:pt x="1957" y="326"/>
                  <a:pt x="1957" y="326"/>
                  <a:pt x="1957" y="326"/>
                </a:cubicBezTo>
                <a:cubicBezTo>
                  <a:pt x="1957" y="326"/>
                  <a:pt x="1957" y="326"/>
                  <a:pt x="1957" y="326"/>
                </a:cubicBezTo>
                <a:cubicBezTo>
                  <a:pt x="1955" y="329"/>
                  <a:pt x="1955" y="329"/>
                  <a:pt x="1955" y="329"/>
                </a:cubicBezTo>
                <a:cubicBezTo>
                  <a:pt x="1955" y="329"/>
                  <a:pt x="1955" y="329"/>
                  <a:pt x="1955" y="329"/>
                </a:cubicBezTo>
                <a:cubicBezTo>
                  <a:pt x="1954" y="331"/>
                  <a:pt x="1954" y="331"/>
                  <a:pt x="1954" y="331"/>
                </a:cubicBezTo>
                <a:cubicBezTo>
                  <a:pt x="1954" y="331"/>
                  <a:pt x="1954" y="331"/>
                  <a:pt x="1954" y="331"/>
                </a:cubicBezTo>
                <a:cubicBezTo>
                  <a:pt x="1948" y="335"/>
                  <a:pt x="1948" y="335"/>
                  <a:pt x="1948" y="335"/>
                </a:cubicBezTo>
                <a:cubicBezTo>
                  <a:pt x="1948" y="335"/>
                  <a:pt x="1948" y="335"/>
                  <a:pt x="1948" y="335"/>
                </a:cubicBezTo>
                <a:cubicBezTo>
                  <a:pt x="1944" y="338"/>
                  <a:pt x="1944" y="338"/>
                  <a:pt x="1944" y="338"/>
                </a:cubicBezTo>
                <a:cubicBezTo>
                  <a:pt x="1944" y="338"/>
                  <a:pt x="1944" y="338"/>
                  <a:pt x="1944" y="338"/>
                </a:cubicBezTo>
                <a:cubicBezTo>
                  <a:pt x="1940" y="341"/>
                  <a:pt x="1940" y="341"/>
                  <a:pt x="1940" y="341"/>
                </a:cubicBezTo>
                <a:cubicBezTo>
                  <a:pt x="1940" y="341"/>
                  <a:pt x="1940" y="341"/>
                  <a:pt x="1940" y="341"/>
                </a:cubicBezTo>
                <a:cubicBezTo>
                  <a:pt x="1937" y="345"/>
                  <a:pt x="1937" y="345"/>
                  <a:pt x="1937" y="345"/>
                </a:cubicBezTo>
                <a:cubicBezTo>
                  <a:pt x="1937" y="345"/>
                  <a:pt x="1937" y="345"/>
                  <a:pt x="1937" y="345"/>
                </a:cubicBezTo>
                <a:cubicBezTo>
                  <a:pt x="1933" y="350"/>
                  <a:pt x="1933" y="350"/>
                  <a:pt x="1933" y="350"/>
                </a:cubicBezTo>
                <a:cubicBezTo>
                  <a:pt x="1933" y="350"/>
                  <a:pt x="1933" y="350"/>
                  <a:pt x="1933" y="350"/>
                </a:cubicBezTo>
                <a:cubicBezTo>
                  <a:pt x="1930" y="353"/>
                  <a:pt x="1930" y="353"/>
                  <a:pt x="1930" y="353"/>
                </a:cubicBezTo>
                <a:cubicBezTo>
                  <a:pt x="1930" y="353"/>
                  <a:pt x="1930" y="353"/>
                  <a:pt x="1930" y="353"/>
                </a:cubicBezTo>
                <a:cubicBezTo>
                  <a:pt x="1925" y="356"/>
                  <a:pt x="1925" y="356"/>
                  <a:pt x="1925" y="356"/>
                </a:cubicBezTo>
                <a:cubicBezTo>
                  <a:pt x="1925" y="356"/>
                  <a:pt x="1925" y="356"/>
                  <a:pt x="1925" y="356"/>
                </a:cubicBezTo>
                <a:cubicBezTo>
                  <a:pt x="1919" y="356"/>
                  <a:pt x="1919" y="356"/>
                  <a:pt x="1919" y="356"/>
                </a:cubicBezTo>
                <a:cubicBezTo>
                  <a:pt x="1919" y="356"/>
                  <a:pt x="1919" y="356"/>
                  <a:pt x="1919" y="356"/>
                </a:cubicBezTo>
                <a:cubicBezTo>
                  <a:pt x="1917" y="353"/>
                  <a:pt x="1917" y="353"/>
                  <a:pt x="1917" y="353"/>
                </a:cubicBezTo>
                <a:cubicBezTo>
                  <a:pt x="1917" y="353"/>
                  <a:pt x="1917" y="353"/>
                  <a:pt x="1917" y="353"/>
                </a:cubicBezTo>
                <a:cubicBezTo>
                  <a:pt x="1918" y="348"/>
                  <a:pt x="1918" y="348"/>
                  <a:pt x="1918" y="348"/>
                </a:cubicBezTo>
                <a:cubicBezTo>
                  <a:pt x="1918" y="348"/>
                  <a:pt x="1918" y="348"/>
                  <a:pt x="1918" y="348"/>
                </a:cubicBezTo>
                <a:cubicBezTo>
                  <a:pt x="1921" y="344"/>
                  <a:pt x="1921" y="344"/>
                  <a:pt x="1921" y="344"/>
                </a:cubicBezTo>
                <a:cubicBezTo>
                  <a:pt x="1921" y="344"/>
                  <a:pt x="1921" y="344"/>
                  <a:pt x="1921" y="344"/>
                </a:cubicBezTo>
                <a:cubicBezTo>
                  <a:pt x="1925" y="340"/>
                  <a:pt x="1925" y="340"/>
                  <a:pt x="1925" y="340"/>
                </a:cubicBezTo>
                <a:cubicBezTo>
                  <a:pt x="1925" y="340"/>
                  <a:pt x="1925" y="340"/>
                  <a:pt x="1925" y="340"/>
                </a:cubicBezTo>
                <a:cubicBezTo>
                  <a:pt x="1927" y="338"/>
                  <a:pt x="1927" y="338"/>
                  <a:pt x="1927" y="338"/>
                </a:cubicBezTo>
                <a:cubicBezTo>
                  <a:pt x="1927" y="338"/>
                  <a:pt x="1927" y="338"/>
                  <a:pt x="1927" y="338"/>
                </a:cubicBezTo>
                <a:cubicBezTo>
                  <a:pt x="1930" y="334"/>
                  <a:pt x="1930" y="334"/>
                  <a:pt x="1930" y="334"/>
                </a:cubicBezTo>
                <a:cubicBezTo>
                  <a:pt x="1930" y="334"/>
                  <a:pt x="1930" y="334"/>
                  <a:pt x="1930" y="334"/>
                </a:cubicBezTo>
                <a:cubicBezTo>
                  <a:pt x="1932" y="330"/>
                  <a:pt x="1932" y="330"/>
                  <a:pt x="1932" y="330"/>
                </a:cubicBezTo>
                <a:cubicBezTo>
                  <a:pt x="1932" y="330"/>
                  <a:pt x="1932" y="330"/>
                  <a:pt x="1932" y="330"/>
                </a:cubicBezTo>
                <a:cubicBezTo>
                  <a:pt x="1933" y="324"/>
                  <a:pt x="1933" y="324"/>
                  <a:pt x="1933" y="324"/>
                </a:cubicBezTo>
                <a:cubicBezTo>
                  <a:pt x="1933" y="324"/>
                  <a:pt x="1933" y="324"/>
                  <a:pt x="1933" y="324"/>
                </a:cubicBezTo>
                <a:cubicBezTo>
                  <a:pt x="1931" y="324"/>
                  <a:pt x="1931" y="324"/>
                  <a:pt x="1931" y="324"/>
                </a:cubicBezTo>
                <a:cubicBezTo>
                  <a:pt x="1931" y="324"/>
                  <a:pt x="1931" y="324"/>
                  <a:pt x="1931" y="324"/>
                </a:cubicBezTo>
                <a:cubicBezTo>
                  <a:pt x="1929" y="324"/>
                  <a:pt x="1929" y="324"/>
                  <a:pt x="1929" y="324"/>
                </a:cubicBezTo>
                <a:cubicBezTo>
                  <a:pt x="1929" y="324"/>
                  <a:pt x="1929" y="324"/>
                  <a:pt x="1929" y="324"/>
                </a:cubicBezTo>
                <a:cubicBezTo>
                  <a:pt x="1927" y="324"/>
                  <a:pt x="1927" y="324"/>
                  <a:pt x="1927" y="324"/>
                </a:cubicBezTo>
                <a:cubicBezTo>
                  <a:pt x="1927" y="324"/>
                  <a:pt x="1927" y="324"/>
                  <a:pt x="1927" y="324"/>
                </a:cubicBezTo>
                <a:cubicBezTo>
                  <a:pt x="1926" y="323"/>
                  <a:pt x="1926" y="323"/>
                  <a:pt x="1926" y="323"/>
                </a:cubicBezTo>
                <a:cubicBezTo>
                  <a:pt x="1926" y="323"/>
                  <a:pt x="1926" y="323"/>
                  <a:pt x="1926" y="323"/>
                </a:cubicBezTo>
                <a:cubicBezTo>
                  <a:pt x="1924" y="324"/>
                  <a:pt x="1924" y="324"/>
                  <a:pt x="1924" y="324"/>
                </a:cubicBezTo>
                <a:cubicBezTo>
                  <a:pt x="1924" y="324"/>
                  <a:pt x="1924" y="324"/>
                  <a:pt x="1924" y="324"/>
                </a:cubicBezTo>
                <a:cubicBezTo>
                  <a:pt x="1921" y="324"/>
                  <a:pt x="1921" y="324"/>
                  <a:pt x="1921" y="324"/>
                </a:cubicBezTo>
                <a:cubicBezTo>
                  <a:pt x="1921" y="324"/>
                  <a:pt x="1921" y="324"/>
                  <a:pt x="1921" y="324"/>
                </a:cubicBezTo>
                <a:cubicBezTo>
                  <a:pt x="1919" y="324"/>
                  <a:pt x="1919" y="324"/>
                  <a:pt x="1919" y="324"/>
                </a:cubicBezTo>
                <a:cubicBezTo>
                  <a:pt x="1919" y="324"/>
                  <a:pt x="1919" y="324"/>
                  <a:pt x="1919" y="324"/>
                </a:cubicBezTo>
                <a:cubicBezTo>
                  <a:pt x="1918" y="324"/>
                  <a:pt x="1918" y="324"/>
                  <a:pt x="1918" y="324"/>
                </a:cubicBezTo>
                <a:cubicBezTo>
                  <a:pt x="1918" y="324"/>
                  <a:pt x="1918" y="324"/>
                  <a:pt x="1918" y="324"/>
                </a:cubicBezTo>
                <a:cubicBezTo>
                  <a:pt x="1900" y="344"/>
                  <a:pt x="1900" y="344"/>
                  <a:pt x="1900" y="344"/>
                </a:cubicBezTo>
                <a:cubicBezTo>
                  <a:pt x="1900" y="344"/>
                  <a:pt x="1900" y="344"/>
                  <a:pt x="1900" y="344"/>
                </a:cubicBezTo>
                <a:cubicBezTo>
                  <a:pt x="1901" y="361"/>
                  <a:pt x="1901" y="361"/>
                  <a:pt x="1901" y="361"/>
                </a:cubicBezTo>
                <a:cubicBezTo>
                  <a:pt x="1901" y="361"/>
                  <a:pt x="1901" y="361"/>
                  <a:pt x="1901" y="361"/>
                </a:cubicBezTo>
                <a:cubicBezTo>
                  <a:pt x="1905" y="377"/>
                  <a:pt x="1905" y="377"/>
                  <a:pt x="1905" y="377"/>
                </a:cubicBezTo>
                <a:cubicBezTo>
                  <a:pt x="1905" y="377"/>
                  <a:pt x="1905" y="377"/>
                  <a:pt x="1905" y="377"/>
                </a:cubicBezTo>
                <a:cubicBezTo>
                  <a:pt x="1905" y="394"/>
                  <a:pt x="1905" y="394"/>
                  <a:pt x="1905" y="394"/>
                </a:cubicBezTo>
                <a:cubicBezTo>
                  <a:pt x="1905" y="394"/>
                  <a:pt x="1905" y="394"/>
                  <a:pt x="1905" y="394"/>
                </a:cubicBezTo>
                <a:cubicBezTo>
                  <a:pt x="1906" y="410"/>
                  <a:pt x="1906" y="410"/>
                  <a:pt x="1906" y="410"/>
                </a:cubicBezTo>
                <a:cubicBezTo>
                  <a:pt x="1906" y="410"/>
                  <a:pt x="1906" y="410"/>
                  <a:pt x="1906" y="410"/>
                </a:cubicBezTo>
                <a:cubicBezTo>
                  <a:pt x="1904" y="426"/>
                  <a:pt x="1904" y="426"/>
                  <a:pt x="1904" y="426"/>
                </a:cubicBezTo>
                <a:cubicBezTo>
                  <a:pt x="1904" y="426"/>
                  <a:pt x="1904" y="426"/>
                  <a:pt x="1904" y="426"/>
                </a:cubicBezTo>
                <a:cubicBezTo>
                  <a:pt x="1902" y="442"/>
                  <a:pt x="1902" y="442"/>
                  <a:pt x="1902" y="442"/>
                </a:cubicBezTo>
                <a:cubicBezTo>
                  <a:pt x="1902" y="442"/>
                  <a:pt x="1902" y="442"/>
                  <a:pt x="1902" y="442"/>
                </a:cubicBezTo>
                <a:cubicBezTo>
                  <a:pt x="1900" y="459"/>
                  <a:pt x="1900" y="459"/>
                  <a:pt x="1900" y="459"/>
                </a:cubicBezTo>
                <a:cubicBezTo>
                  <a:pt x="1900" y="459"/>
                  <a:pt x="1900" y="459"/>
                  <a:pt x="1900" y="459"/>
                </a:cubicBezTo>
                <a:cubicBezTo>
                  <a:pt x="1900" y="475"/>
                  <a:pt x="1900" y="475"/>
                  <a:pt x="1900" y="475"/>
                </a:cubicBezTo>
                <a:cubicBezTo>
                  <a:pt x="1900" y="475"/>
                  <a:pt x="1900" y="475"/>
                  <a:pt x="1900" y="475"/>
                </a:cubicBezTo>
                <a:cubicBezTo>
                  <a:pt x="1898" y="476"/>
                  <a:pt x="1898" y="476"/>
                  <a:pt x="1898" y="476"/>
                </a:cubicBezTo>
                <a:cubicBezTo>
                  <a:pt x="1898" y="476"/>
                  <a:pt x="1898" y="476"/>
                  <a:pt x="1898" y="476"/>
                </a:cubicBezTo>
                <a:cubicBezTo>
                  <a:pt x="1897" y="477"/>
                  <a:pt x="1897" y="477"/>
                  <a:pt x="1897" y="477"/>
                </a:cubicBezTo>
                <a:cubicBezTo>
                  <a:pt x="1897" y="477"/>
                  <a:pt x="1897" y="477"/>
                  <a:pt x="1897" y="477"/>
                </a:cubicBezTo>
                <a:cubicBezTo>
                  <a:pt x="1896" y="477"/>
                  <a:pt x="1896" y="477"/>
                  <a:pt x="1896" y="477"/>
                </a:cubicBezTo>
                <a:cubicBezTo>
                  <a:pt x="1896" y="477"/>
                  <a:pt x="1896" y="477"/>
                  <a:pt x="1896" y="477"/>
                </a:cubicBezTo>
                <a:cubicBezTo>
                  <a:pt x="1895" y="477"/>
                  <a:pt x="1895" y="477"/>
                  <a:pt x="1895" y="477"/>
                </a:cubicBezTo>
                <a:cubicBezTo>
                  <a:pt x="1895" y="477"/>
                  <a:pt x="1895" y="477"/>
                  <a:pt x="1895" y="477"/>
                </a:cubicBezTo>
                <a:cubicBezTo>
                  <a:pt x="1893" y="478"/>
                  <a:pt x="1893" y="478"/>
                  <a:pt x="1893" y="478"/>
                </a:cubicBezTo>
                <a:cubicBezTo>
                  <a:pt x="1893" y="478"/>
                  <a:pt x="1893" y="478"/>
                  <a:pt x="1893" y="478"/>
                </a:cubicBezTo>
                <a:cubicBezTo>
                  <a:pt x="1892" y="478"/>
                  <a:pt x="1892" y="478"/>
                  <a:pt x="1892" y="478"/>
                </a:cubicBezTo>
                <a:cubicBezTo>
                  <a:pt x="1892" y="478"/>
                  <a:pt x="1892" y="478"/>
                  <a:pt x="1892" y="478"/>
                </a:cubicBezTo>
                <a:cubicBezTo>
                  <a:pt x="1890" y="478"/>
                  <a:pt x="1890" y="478"/>
                  <a:pt x="1890" y="478"/>
                </a:cubicBezTo>
                <a:cubicBezTo>
                  <a:pt x="1890" y="478"/>
                  <a:pt x="1890" y="478"/>
                  <a:pt x="1890" y="478"/>
                </a:cubicBezTo>
                <a:cubicBezTo>
                  <a:pt x="1889" y="478"/>
                  <a:pt x="1889" y="478"/>
                  <a:pt x="1889" y="478"/>
                </a:cubicBezTo>
                <a:lnTo>
                  <a:pt x="1888" y="478"/>
                </a:lnTo>
                <a:close/>
                <a:moveTo>
                  <a:pt x="19" y="460"/>
                </a:moveTo>
                <a:cubicBezTo>
                  <a:pt x="16" y="460"/>
                  <a:pt x="16" y="460"/>
                  <a:pt x="16" y="460"/>
                </a:cubicBezTo>
                <a:cubicBezTo>
                  <a:pt x="16" y="460"/>
                  <a:pt x="16" y="460"/>
                  <a:pt x="16" y="460"/>
                </a:cubicBezTo>
                <a:cubicBezTo>
                  <a:pt x="15" y="459"/>
                  <a:pt x="15" y="459"/>
                  <a:pt x="15" y="459"/>
                </a:cubicBezTo>
                <a:cubicBezTo>
                  <a:pt x="15" y="459"/>
                  <a:pt x="15" y="459"/>
                  <a:pt x="15" y="459"/>
                </a:cubicBezTo>
                <a:cubicBezTo>
                  <a:pt x="13" y="459"/>
                  <a:pt x="13" y="459"/>
                  <a:pt x="13" y="459"/>
                </a:cubicBezTo>
                <a:cubicBezTo>
                  <a:pt x="13" y="459"/>
                  <a:pt x="13" y="459"/>
                  <a:pt x="13" y="459"/>
                </a:cubicBezTo>
                <a:cubicBezTo>
                  <a:pt x="12" y="458"/>
                  <a:pt x="12" y="458"/>
                  <a:pt x="12" y="458"/>
                </a:cubicBezTo>
                <a:cubicBezTo>
                  <a:pt x="12" y="458"/>
                  <a:pt x="12" y="458"/>
                  <a:pt x="12" y="458"/>
                </a:cubicBezTo>
                <a:cubicBezTo>
                  <a:pt x="10" y="458"/>
                  <a:pt x="10" y="458"/>
                  <a:pt x="10" y="458"/>
                </a:cubicBezTo>
                <a:cubicBezTo>
                  <a:pt x="10" y="458"/>
                  <a:pt x="10" y="458"/>
                  <a:pt x="10" y="458"/>
                </a:cubicBezTo>
                <a:cubicBezTo>
                  <a:pt x="9" y="458"/>
                  <a:pt x="9" y="458"/>
                  <a:pt x="9" y="458"/>
                </a:cubicBezTo>
                <a:cubicBezTo>
                  <a:pt x="9" y="458"/>
                  <a:pt x="9" y="458"/>
                  <a:pt x="9" y="458"/>
                </a:cubicBezTo>
                <a:cubicBezTo>
                  <a:pt x="8" y="457"/>
                  <a:pt x="8" y="457"/>
                  <a:pt x="8" y="457"/>
                </a:cubicBezTo>
                <a:cubicBezTo>
                  <a:pt x="8" y="457"/>
                  <a:pt x="8" y="457"/>
                  <a:pt x="8" y="457"/>
                </a:cubicBezTo>
                <a:cubicBezTo>
                  <a:pt x="7" y="455"/>
                  <a:pt x="7" y="455"/>
                  <a:pt x="7" y="455"/>
                </a:cubicBezTo>
                <a:cubicBezTo>
                  <a:pt x="7" y="455"/>
                  <a:pt x="7" y="455"/>
                  <a:pt x="7" y="455"/>
                </a:cubicBezTo>
                <a:cubicBezTo>
                  <a:pt x="5" y="453"/>
                  <a:pt x="5" y="453"/>
                  <a:pt x="5" y="453"/>
                </a:cubicBezTo>
                <a:cubicBezTo>
                  <a:pt x="5" y="453"/>
                  <a:pt x="5" y="453"/>
                  <a:pt x="5" y="453"/>
                </a:cubicBezTo>
                <a:cubicBezTo>
                  <a:pt x="4" y="452"/>
                  <a:pt x="4" y="452"/>
                  <a:pt x="4" y="452"/>
                </a:cubicBezTo>
                <a:cubicBezTo>
                  <a:pt x="4" y="452"/>
                  <a:pt x="4" y="452"/>
                  <a:pt x="4" y="452"/>
                </a:cubicBezTo>
                <a:cubicBezTo>
                  <a:pt x="2" y="449"/>
                  <a:pt x="2" y="449"/>
                  <a:pt x="2" y="449"/>
                </a:cubicBezTo>
                <a:cubicBezTo>
                  <a:pt x="2" y="449"/>
                  <a:pt x="2" y="449"/>
                  <a:pt x="2" y="449"/>
                </a:cubicBezTo>
                <a:cubicBezTo>
                  <a:pt x="2" y="446"/>
                  <a:pt x="2" y="446"/>
                  <a:pt x="2" y="446"/>
                </a:cubicBezTo>
                <a:cubicBezTo>
                  <a:pt x="2" y="446"/>
                  <a:pt x="2" y="446"/>
                  <a:pt x="2" y="446"/>
                </a:cubicBezTo>
                <a:cubicBezTo>
                  <a:pt x="0" y="443"/>
                  <a:pt x="0" y="443"/>
                  <a:pt x="0" y="443"/>
                </a:cubicBezTo>
                <a:cubicBezTo>
                  <a:pt x="0" y="443"/>
                  <a:pt x="0" y="443"/>
                  <a:pt x="0" y="443"/>
                </a:cubicBezTo>
                <a:cubicBezTo>
                  <a:pt x="0" y="439"/>
                  <a:pt x="0" y="439"/>
                  <a:pt x="0" y="439"/>
                </a:cubicBezTo>
                <a:cubicBezTo>
                  <a:pt x="0" y="439"/>
                  <a:pt x="0" y="439"/>
                  <a:pt x="0" y="439"/>
                </a:cubicBezTo>
                <a:cubicBezTo>
                  <a:pt x="0" y="437"/>
                  <a:pt x="0" y="437"/>
                  <a:pt x="0" y="437"/>
                </a:cubicBezTo>
                <a:cubicBezTo>
                  <a:pt x="0" y="437"/>
                  <a:pt x="0" y="437"/>
                  <a:pt x="0" y="437"/>
                </a:cubicBezTo>
                <a:cubicBezTo>
                  <a:pt x="2" y="433"/>
                  <a:pt x="2" y="433"/>
                  <a:pt x="2" y="433"/>
                </a:cubicBezTo>
                <a:cubicBezTo>
                  <a:pt x="2" y="433"/>
                  <a:pt x="2" y="433"/>
                  <a:pt x="2" y="433"/>
                </a:cubicBezTo>
                <a:cubicBezTo>
                  <a:pt x="13" y="416"/>
                  <a:pt x="13" y="416"/>
                  <a:pt x="13" y="416"/>
                </a:cubicBezTo>
                <a:cubicBezTo>
                  <a:pt x="13" y="416"/>
                  <a:pt x="13" y="416"/>
                  <a:pt x="13" y="416"/>
                </a:cubicBezTo>
                <a:cubicBezTo>
                  <a:pt x="26" y="399"/>
                  <a:pt x="26" y="399"/>
                  <a:pt x="26" y="399"/>
                </a:cubicBezTo>
                <a:cubicBezTo>
                  <a:pt x="26" y="399"/>
                  <a:pt x="26" y="399"/>
                  <a:pt x="26" y="399"/>
                </a:cubicBezTo>
                <a:cubicBezTo>
                  <a:pt x="37" y="381"/>
                  <a:pt x="37" y="381"/>
                  <a:pt x="37" y="381"/>
                </a:cubicBezTo>
                <a:cubicBezTo>
                  <a:pt x="37" y="381"/>
                  <a:pt x="37" y="381"/>
                  <a:pt x="37" y="381"/>
                </a:cubicBezTo>
                <a:cubicBezTo>
                  <a:pt x="49" y="363"/>
                  <a:pt x="49" y="363"/>
                  <a:pt x="49" y="363"/>
                </a:cubicBezTo>
                <a:cubicBezTo>
                  <a:pt x="49" y="363"/>
                  <a:pt x="49" y="363"/>
                  <a:pt x="49" y="363"/>
                </a:cubicBezTo>
                <a:cubicBezTo>
                  <a:pt x="60" y="345"/>
                  <a:pt x="60" y="345"/>
                  <a:pt x="60" y="345"/>
                </a:cubicBezTo>
                <a:cubicBezTo>
                  <a:pt x="60" y="345"/>
                  <a:pt x="60" y="345"/>
                  <a:pt x="60" y="345"/>
                </a:cubicBezTo>
                <a:cubicBezTo>
                  <a:pt x="71" y="326"/>
                  <a:pt x="71" y="326"/>
                  <a:pt x="71" y="326"/>
                </a:cubicBezTo>
                <a:cubicBezTo>
                  <a:pt x="71" y="326"/>
                  <a:pt x="71" y="326"/>
                  <a:pt x="71" y="326"/>
                </a:cubicBezTo>
                <a:cubicBezTo>
                  <a:pt x="83" y="308"/>
                  <a:pt x="83" y="308"/>
                  <a:pt x="83" y="308"/>
                </a:cubicBezTo>
                <a:cubicBezTo>
                  <a:pt x="83" y="308"/>
                  <a:pt x="83" y="308"/>
                  <a:pt x="83" y="308"/>
                </a:cubicBezTo>
                <a:cubicBezTo>
                  <a:pt x="94" y="288"/>
                  <a:pt x="94" y="288"/>
                  <a:pt x="94" y="288"/>
                </a:cubicBezTo>
                <a:cubicBezTo>
                  <a:pt x="94" y="288"/>
                  <a:pt x="94" y="288"/>
                  <a:pt x="94" y="288"/>
                </a:cubicBezTo>
                <a:cubicBezTo>
                  <a:pt x="95" y="288"/>
                  <a:pt x="95" y="288"/>
                  <a:pt x="96" y="288"/>
                </a:cubicBezTo>
                <a:cubicBezTo>
                  <a:pt x="96" y="288"/>
                  <a:pt x="96" y="288"/>
                  <a:pt x="96" y="288"/>
                </a:cubicBezTo>
                <a:cubicBezTo>
                  <a:pt x="97" y="288"/>
                  <a:pt x="98" y="287"/>
                  <a:pt x="98" y="287"/>
                </a:cubicBezTo>
                <a:cubicBezTo>
                  <a:pt x="98" y="287"/>
                  <a:pt x="98" y="287"/>
                  <a:pt x="98" y="287"/>
                </a:cubicBezTo>
                <a:cubicBezTo>
                  <a:pt x="99" y="287"/>
                  <a:pt x="99" y="286"/>
                  <a:pt x="99" y="285"/>
                </a:cubicBezTo>
                <a:cubicBezTo>
                  <a:pt x="99" y="285"/>
                  <a:pt x="99" y="285"/>
                  <a:pt x="99" y="285"/>
                </a:cubicBezTo>
                <a:cubicBezTo>
                  <a:pt x="101" y="283"/>
                  <a:pt x="103" y="282"/>
                  <a:pt x="105" y="280"/>
                </a:cubicBezTo>
                <a:cubicBezTo>
                  <a:pt x="105" y="280"/>
                  <a:pt x="105" y="280"/>
                  <a:pt x="105" y="280"/>
                </a:cubicBezTo>
                <a:cubicBezTo>
                  <a:pt x="105" y="279"/>
                  <a:pt x="105" y="279"/>
                  <a:pt x="106" y="278"/>
                </a:cubicBezTo>
                <a:cubicBezTo>
                  <a:pt x="106" y="278"/>
                  <a:pt x="106" y="278"/>
                  <a:pt x="106" y="278"/>
                </a:cubicBezTo>
                <a:cubicBezTo>
                  <a:pt x="107" y="277"/>
                  <a:pt x="108" y="276"/>
                  <a:pt x="109" y="275"/>
                </a:cubicBezTo>
                <a:cubicBezTo>
                  <a:pt x="109" y="275"/>
                  <a:pt x="109" y="275"/>
                  <a:pt x="109" y="275"/>
                </a:cubicBezTo>
                <a:cubicBezTo>
                  <a:pt x="113" y="268"/>
                  <a:pt x="117" y="261"/>
                  <a:pt x="121" y="254"/>
                </a:cubicBezTo>
                <a:cubicBezTo>
                  <a:pt x="121" y="254"/>
                  <a:pt x="121" y="254"/>
                  <a:pt x="121" y="254"/>
                </a:cubicBezTo>
                <a:cubicBezTo>
                  <a:pt x="120" y="254"/>
                  <a:pt x="120" y="254"/>
                  <a:pt x="119" y="254"/>
                </a:cubicBezTo>
                <a:cubicBezTo>
                  <a:pt x="119" y="254"/>
                  <a:pt x="119" y="254"/>
                  <a:pt x="119" y="254"/>
                </a:cubicBezTo>
                <a:cubicBezTo>
                  <a:pt x="118" y="253"/>
                  <a:pt x="118" y="253"/>
                  <a:pt x="118" y="253"/>
                </a:cubicBezTo>
                <a:cubicBezTo>
                  <a:pt x="118" y="253"/>
                  <a:pt x="118" y="253"/>
                  <a:pt x="118" y="253"/>
                </a:cubicBezTo>
                <a:cubicBezTo>
                  <a:pt x="117" y="252"/>
                  <a:pt x="117" y="252"/>
                  <a:pt x="117" y="252"/>
                </a:cubicBezTo>
                <a:cubicBezTo>
                  <a:pt x="117" y="252"/>
                  <a:pt x="117" y="252"/>
                  <a:pt x="117" y="252"/>
                </a:cubicBezTo>
                <a:cubicBezTo>
                  <a:pt x="117" y="251"/>
                  <a:pt x="117" y="251"/>
                  <a:pt x="117" y="251"/>
                </a:cubicBezTo>
                <a:cubicBezTo>
                  <a:pt x="117" y="251"/>
                  <a:pt x="117" y="251"/>
                  <a:pt x="117" y="251"/>
                </a:cubicBezTo>
                <a:cubicBezTo>
                  <a:pt x="116" y="250"/>
                  <a:pt x="116" y="250"/>
                  <a:pt x="116" y="250"/>
                </a:cubicBezTo>
                <a:cubicBezTo>
                  <a:pt x="116" y="250"/>
                  <a:pt x="116" y="250"/>
                  <a:pt x="116" y="250"/>
                </a:cubicBezTo>
                <a:cubicBezTo>
                  <a:pt x="116" y="249"/>
                  <a:pt x="116" y="249"/>
                  <a:pt x="116" y="249"/>
                </a:cubicBezTo>
                <a:cubicBezTo>
                  <a:pt x="116" y="249"/>
                  <a:pt x="116" y="249"/>
                  <a:pt x="116" y="249"/>
                </a:cubicBezTo>
                <a:cubicBezTo>
                  <a:pt x="115" y="248"/>
                  <a:pt x="115" y="248"/>
                  <a:pt x="115" y="248"/>
                </a:cubicBezTo>
                <a:cubicBezTo>
                  <a:pt x="115" y="248"/>
                  <a:pt x="115" y="248"/>
                  <a:pt x="115" y="248"/>
                </a:cubicBezTo>
                <a:cubicBezTo>
                  <a:pt x="115" y="245"/>
                  <a:pt x="115" y="245"/>
                  <a:pt x="115" y="245"/>
                </a:cubicBezTo>
                <a:cubicBezTo>
                  <a:pt x="115" y="245"/>
                  <a:pt x="115" y="245"/>
                  <a:pt x="115" y="245"/>
                </a:cubicBezTo>
                <a:cubicBezTo>
                  <a:pt x="123" y="240"/>
                  <a:pt x="123" y="240"/>
                  <a:pt x="123" y="240"/>
                </a:cubicBezTo>
                <a:cubicBezTo>
                  <a:pt x="123" y="240"/>
                  <a:pt x="123" y="240"/>
                  <a:pt x="123" y="240"/>
                </a:cubicBezTo>
                <a:cubicBezTo>
                  <a:pt x="132" y="232"/>
                  <a:pt x="132" y="232"/>
                  <a:pt x="132" y="232"/>
                </a:cubicBezTo>
                <a:cubicBezTo>
                  <a:pt x="132" y="232"/>
                  <a:pt x="132" y="232"/>
                  <a:pt x="132" y="232"/>
                </a:cubicBezTo>
                <a:cubicBezTo>
                  <a:pt x="139" y="224"/>
                  <a:pt x="139" y="224"/>
                  <a:pt x="139" y="224"/>
                </a:cubicBezTo>
                <a:cubicBezTo>
                  <a:pt x="139" y="224"/>
                  <a:pt x="139" y="224"/>
                  <a:pt x="139" y="224"/>
                </a:cubicBezTo>
                <a:cubicBezTo>
                  <a:pt x="148" y="214"/>
                  <a:pt x="148" y="214"/>
                  <a:pt x="148" y="214"/>
                </a:cubicBezTo>
                <a:cubicBezTo>
                  <a:pt x="148" y="214"/>
                  <a:pt x="148" y="214"/>
                  <a:pt x="148" y="214"/>
                </a:cubicBezTo>
                <a:cubicBezTo>
                  <a:pt x="154" y="206"/>
                  <a:pt x="154" y="206"/>
                  <a:pt x="154" y="206"/>
                </a:cubicBezTo>
                <a:cubicBezTo>
                  <a:pt x="154" y="206"/>
                  <a:pt x="154" y="206"/>
                  <a:pt x="154" y="20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7" y="186"/>
                  <a:pt x="167" y="186"/>
                  <a:pt x="167" y="186"/>
                </a:cubicBezTo>
                <a:cubicBezTo>
                  <a:pt x="167" y="186"/>
                  <a:pt x="167" y="186"/>
                  <a:pt x="167" y="186"/>
                </a:cubicBezTo>
                <a:cubicBezTo>
                  <a:pt x="174" y="176"/>
                  <a:pt x="174" y="176"/>
                  <a:pt x="174" y="176"/>
                </a:cubicBezTo>
                <a:cubicBezTo>
                  <a:pt x="174" y="176"/>
                  <a:pt x="174" y="176"/>
                  <a:pt x="174" y="176"/>
                </a:cubicBezTo>
                <a:cubicBezTo>
                  <a:pt x="236" y="100"/>
                  <a:pt x="236" y="100"/>
                  <a:pt x="236" y="100"/>
                </a:cubicBezTo>
                <a:cubicBezTo>
                  <a:pt x="236" y="100"/>
                  <a:pt x="236" y="100"/>
                  <a:pt x="236" y="100"/>
                </a:cubicBezTo>
                <a:cubicBezTo>
                  <a:pt x="236" y="100"/>
                  <a:pt x="236" y="100"/>
                  <a:pt x="236" y="100"/>
                </a:cubicBezTo>
                <a:cubicBezTo>
                  <a:pt x="236" y="100"/>
                  <a:pt x="236" y="100"/>
                  <a:pt x="236" y="100"/>
                </a:cubicBezTo>
                <a:cubicBezTo>
                  <a:pt x="236" y="99"/>
                  <a:pt x="236" y="99"/>
                  <a:pt x="236" y="99"/>
                </a:cubicBezTo>
                <a:cubicBezTo>
                  <a:pt x="236" y="99"/>
                  <a:pt x="236" y="99"/>
                  <a:pt x="236" y="99"/>
                </a:cubicBezTo>
                <a:cubicBezTo>
                  <a:pt x="236" y="99"/>
                  <a:pt x="236" y="99"/>
                  <a:pt x="236" y="99"/>
                </a:cubicBezTo>
                <a:cubicBezTo>
                  <a:pt x="236" y="99"/>
                  <a:pt x="236" y="99"/>
                  <a:pt x="236" y="99"/>
                </a:cubicBezTo>
                <a:cubicBezTo>
                  <a:pt x="236" y="98"/>
                  <a:pt x="236" y="98"/>
                  <a:pt x="236" y="98"/>
                </a:cubicBezTo>
                <a:cubicBezTo>
                  <a:pt x="236" y="98"/>
                  <a:pt x="236" y="98"/>
                  <a:pt x="236" y="98"/>
                </a:cubicBezTo>
                <a:cubicBezTo>
                  <a:pt x="236" y="97"/>
                  <a:pt x="236" y="97"/>
                  <a:pt x="236" y="97"/>
                </a:cubicBezTo>
                <a:cubicBezTo>
                  <a:pt x="236" y="97"/>
                  <a:pt x="236" y="97"/>
                  <a:pt x="236" y="97"/>
                </a:cubicBezTo>
                <a:cubicBezTo>
                  <a:pt x="236" y="96"/>
                  <a:pt x="236" y="96"/>
                  <a:pt x="236" y="96"/>
                </a:cubicBezTo>
                <a:cubicBezTo>
                  <a:pt x="236" y="96"/>
                  <a:pt x="236" y="96"/>
                  <a:pt x="236" y="96"/>
                </a:cubicBezTo>
                <a:cubicBezTo>
                  <a:pt x="236" y="95"/>
                  <a:pt x="236" y="95"/>
                  <a:pt x="236" y="95"/>
                </a:cubicBezTo>
                <a:cubicBezTo>
                  <a:pt x="236" y="95"/>
                  <a:pt x="236" y="95"/>
                  <a:pt x="236" y="95"/>
                </a:cubicBezTo>
                <a:cubicBezTo>
                  <a:pt x="236" y="93"/>
                  <a:pt x="236" y="93"/>
                  <a:pt x="236" y="93"/>
                </a:cubicBezTo>
                <a:cubicBezTo>
                  <a:pt x="236" y="93"/>
                  <a:pt x="236" y="93"/>
                  <a:pt x="236" y="93"/>
                </a:cubicBezTo>
                <a:cubicBezTo>
                  <a:pt x="227" y="97"/>
                  <a:pt x="227" y="97"/>
                  <a:pt x="227" y="97"/>
                </a:cubicBezTo>
                <a:cubicBezTo>
                  <a:pt x="227" y="97"/>
                  <a:pt x="227" y="97"/>
                  <a:pt x="227" y="97"/>
                </a:cubicBezTo>
                <a:cubicBezTo>
                  <a:pt x="217" y="100"/>
                  <a:pt x="217" y="100"/>
                  <a:pt x="217" y="100"/>
                </a:cubicBezTo>
                <a:cubicBezTo>
                  <a:pt x="217" y="100"/>
                  <a:pt x="217" y="100"/>
                  <a:pt x="217" y="100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0" y="110"/>
                  <a:pt x="200" y="110"/>
                  <a:pt x="200" y="110"/>
                </a:cubicBezTo>
                <a:cubicBezTo>
                  <a:pt x="200" y="110"/>
                  <a:pt x="200" y="110"/>
                  <a:pt x="200" y="110"/>
                </a:cubicBezTo>
                <a:cubicBezTo>
                  <a:pt x="191" y="115"/>
                  <a:pt x="191" y="115"/>
                  <a:pt x="191" y="115"/>
                </a:cubicBezTo>
                <a:cubicBezTo>
                  <a:pt x="191" y="115"/>
                  <a:pt x="191" y="115"/>
                  <a:pt x="191" y="115"/>
                </a:cubicBezTo>
                <a:cubicBezTo>
                  <a:pt x="182" y="121"/>
                  <a:pt x="182" y="121"/>
                  <a:pt x="182" y="121"/>
                </a:cubicBezTo>
                <a:cubicBezTo>
                  <a:pt x="182" y="121"/>
                  <a:pt x="182" y="121"/>
                  <a:pt x="182" y="121"/>
                </a:cubicBezTo>
                <a:cubicBezTo>
                  <a:pt x="173" y="127"/>
                  <a:pt x="173" y="127"/>
                  <a:pt x="173" y="127"/>
                </a:cubicBezTo>
                <a:cubicBezTo>
                  <a:pt x="173" y="127"/>
                  <a:pt x="173" y="127"/>
                  <a:pt x="173" y="127"/>
                </a:cubicBezTo>
                <a:cubicBezTo>
                  <a:pt x="165" y="131"/>
                  <a:pt x="165" y="131"/>
                  <a:pt x="165" y="131"/>
                </a:cubicBezTo>
                <a:cubicBezTo>
                  <a:pt x="165" y="131"/>
                  <a:pt x="165" y="131"/>
                  <a:pt x="165" y="131"/>
                </a:cubicBezTo>
                <a:cubicBezTo>
                  <a:pt x="163" y="132"/>
                  <a:pt x="163" y="132"/>
                  <a:pt x="163" y="132"/>
                </a:cubicBezTo>
                <a:cubicBezTo>
                  <a:pt x="163" y="132"/>
                  <a:pt x="163" y="132"/>
                  <a:pt x="163" y="132"/>
                </a:cubicBezTo>
                <a:cubicBezTo>
                  <a:pt x="161" y="133"/>
                  <a:pt x="161" y="133"/>
                  <a:pt x="161" y="133"/>
                </a:cubicBezTo>
                <a:cubicBezTo>
                  <a:pt x="161" y="133"/>
                  <a:pt x="161" y="133"/>
                  <a:pt x="161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8" y="133"/>
                  <a:pt x="158" y="133"/>
                  <a:pt x="158" y="133"/>
                </a:cubicBezTo>
                <a:cubicBezTo>
                  <a:pt x="158" y="133"/>
                  <a:pt x="158" y="133"/>
                  <a:pt x="158" y="133"/>
                </a:cubicBezTo>
                <a:cubicBezTo>
                  <a:pt x="156" y="133"/>
                  <a:pt x="156" y="133"/>
                  <a:pt x="156" y="133"/>
                </a:cubicBezTo>
                <a:cubicBezTo>
                  <a:pt x="156" y="133"/>
                  <a:pt x="156" y="133"/>
                  <a:pt x="156" y="133"/>
                </a:cubicBezTo>
                <a:cubicBezTo>
                  <a:pt x="155" y="133"/>
                  <a:pt x="155" y="133"/>
                  <a:pt x="155" y="133"/>
                </a:cubicBezTo>
                <a:cubicBezTo>
                  <a:pt x="155" y="133"/>
                  <a:pt x="155" y="133"/>
                  <a:pt x="155" y="133"/>
                </a:cubicBezTo>
                <a:cubicBezTo>
                  <a:pt x="153" y="133"/>
                  <a:pt x="153" y="133"/>
                  <a:pt x="153" y="133"/>
                </a:cubicBezTo>
                <a:cubicBezTo>
                  <a:pt x="153" y="133"/>
                  <a:pt x="153" y="133"/>
                  <a:pt x="153" y="133"/>
                </a:cubicBezTo>
                <a:cubicBezTo>
                  <a:pt x="152" y="132"/>
                  <a:pt x="152" y="132"/>
                  <a:pt x="152" y="132"/>
                </a:cubicBezTo>
                <a:cubicBezTo>
                  <a:pt x="152" y="132"/>
                  <a:pt x="152" y="132"/>
                  <a:pt x="152" y="132"/>
                </a:cubicBezTo>
                <a:cubicBezTo>
                  <a:pt x="150" y="131"/>
                  <a:pt x="150" y="131"/>
                  <a:pt x="150" y="131"/>
                </a:cubicBezTo>
                <a:cubicBezTo>
                  <a:pt x="150" y="131"/>
                  <a:pt x="150" y="131"/>
                  <a:pt x="150" y="131"/>
                </a:cubicBezTo>
                <a:cubicBezTo>
                  <a:pt x="148" y="129"/>
                  <a:pt x="148" y="129"/>
                  <a:pt x="148" y="129"/>
                </a:cubicBezTo>
                <a:cubicBezTo>
                  <a:pt x="148" y="129"/>
                  <a:pt x="148" y="129"/>
                  <a:pt x="148" y="129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142" y="128"/>
                  <a:pt x="142" y="128"/>
                  <a:pt x="142" y="128"/>
                </a:cubicBezTo>
                <a:cubicBezTo>
                  <a:pt x="142" y="128"/>
                  <a:pt x="142" y="128"/>
                  <a:pt x="142" y="128"/>
                </a:cubicBezTo>
                <a:cubicBezTo>
                  <a:pt x="139" y="128"/>
                  <a:pt x="139" y="128"/>
                  <a:pt x="139" y="128"/>
                </a:cubicBezTo>
                <a:cubicBezTo>
                  <a:pt x="139" y="128"/>
                  <a:pt x="139" y="128"/>
                  <a:pt x="139" y="128"/>
                </a:cubicBezTo>
                <a:cubicBezTo>
                  <a:pt x="137" y="128"/>
                  <a:pt x="137" y="128"/>
                  <a:pt x="137" y="128"/>
                </a:cubicBezTo>
                <a:cubicBezTo>
                  <a:pt x="137" y="128"/>
                  <a:pt x="137" y="128"/>
                  <a:pt x="137" y="128"/>
                </a:cubicBezTo>
                <a:cubicBezTo>
                  <a:pt x="134" y="126"/>
                  <a:pt x="134" y="126"/>
                  <a:pt x="134" y="126"/>
                </a:cubicBezTo>
                <a:cubicBezTo>
                  <a:pt x="134" y="126"/>
                  <a:pt x="134" y="126"/>
                  <a:pt x="134" y="126"/>
                </a:cubicBezTo>
                <a:cubicBezTo>
                  <a:pt x="134" y="123"/>
                  <a:pt x="134" y="123"/>
                  <a:pt x="134" y="123"/>
                </a:cubicBezTo>
                <a:cubicBezTo>
                  <a:pt x="134" y="123"/>
                  <a:pt x="134" y="123"/>
                  <a:pt x="134" y="123"/>
                </a:cubicBezTo>
                <a:cubicBezTo>
                  <a:pt x="132" y="123"/>
                  <a:pt x="132" y="123"/>
                  <a:pt x="132" y="123"/>
                </a:cubicBezTo>
                <a:cubicBezTo>
                  <a:pt x="132" y="123"/>
                  <a:pt x="132" y="123"/>
                  <a:pt x="132" y="123"/>
                </a:cubicBezTo>
                <a:cubicBezTo>
                  <a:pt x="130" y="123"/>
                  <a:pt x="130" y="123"/>
                  <a:pt x="130" y="123"/>
                </a:cubicBezTo>
                <a:cubicBezTo>
                  <a:pt x="130" y="123"/>
                  <a:pt x="130" y="123"/>
                  <a:pt x="130" y="123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27" y="122"/>
                  <a:pt x="127" y="122"/>
                  <a:pt x="127" y="122"/>
                </a:cubicBezTo>
                <a:cubicBezTo>
                  <a:pt x="127" y="122"/>
                  <a:pt x="127" y="122"/>
                  <a:pt x="127" y="122"/>
                </a:cubicBezTo>
                <a:cubicBezTo>
                  <a:pt x="125" y="122"/>
                  <a:pt x="125" y="122"/>
                  <a:pt x="125" y="122"/>
                </a:cubicBezTo>
                <a:cubicBezTo>
                  <a:pt x="125" y="122"/>
                  <a:pt x="125" y="122"/>
                  <a:pt x="125" y="122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19" y="112"/>
                  <a:pt x="119" y="112"/>
                  <a:pt x="119" y="112"/>
                </a:cubicBezTo>
                <a:cubicBezTo>
                  <a:pt x="119" y="112"/>
                  <a:pt x="119" y="112"/>
                  <a:pt x="119" y="112"/>
                </a:cubicBezTo>
                <a:cubicBezTo>
                  <a:pt x="164" y="99"/>
                  <a:pt x="164" y="99"/>
                  <a:pt x="164" y="99"/>
                </a:cubicBezTo>
                <a:cubicBezTo>
                  <a:pt x="164" y="99"/>
                  <a:pt x="164" y="99"/>
                  <a:pt x="164" y="99"/>
                </a:cubicBezTo>
                <a:cubicBezTo>
                  <a:pt x="175" y="99"/>
                  <a:pt x="175" y="99"/>
                  <a:pt x="175" y="99"/>
                </a:cubicBezTo>
                <a:cubicBezTo>
                  <a:pt x="175" y="99"/>
                  <a:pt x="175" y="99"/>
                  <a:pt x="175" y="99"/>
                </a:cubicBezTo>
                <a:cubicBezTo>
                  <a:pt x="187" y="96"/>
                  <a:pt x="187" y="96"/>
                  <a:pt x="187" y="96"/>
                </a:cubicBezTo>
                <a:cubicBezTo>
                  <a:pt x="187" y="96"/>
                  <a:pt x="187" y="96"/>
                  <a:pt x="187" y="96"/>
                </a:cubicBezTo>
                <a:cubicBezTo>
                  <a:pt x="198" y="93"/>
                  <a:pt x="198" y="93"/>
                  <a:pt x="198" y="93"/>
                </a:cubicBezTo>
                <a:cubicBezTo>
                  <a:pt x="198" y="93"/>
                  <a:pt x="198" y="93"/>
                  <a:pt x="198" y="93"/>
                </a:cubicBezTo>
                <a:cubicBezTo>
                  <a:pt x="211" y="88"/>
                  <a:pt x="211" y="88"/>
                  <a:pt x="211" y="88"/>
                </a:cubicBezTo>
                <a:cubicBezTo>
                  <a:pt x="211" y="88"/>
                  <a:pt x="211" y="88"/>
                  <a:pt x="211" y="88"/>
                </a:cubicBezTo>
                <a:cubicBezTo>
                  <a:pt x="221" y="85"/>
                  <a:pt x="221" y="85"/>
                  <a:pt x="221" y="85"/>
                </a:cubicBezTo>
                <a:cubicBezTo>
                  <a:pt x="221" y="85"/>
                  <a:pt x="221" y="85"/>
                  <a:pt x="221" y="85"/>
                </a:cubicBezTo>
                <a:cubicBezTo>
                  <a:pt x="233" y="80"/>
                  <a:pt x="233" y="80"/>
                  <a:pt x="233" y="80"/>
                </a:cubicBezTo>
                <a:cubicBezTo>
                  <a:pt x="233" y="80"/>
                  <a:pt x="233" y="80"/>
                  <a:pt x="233" y="80"/>
                </a:cubicBezTo>
                <a:cubicBezTo>
                  <a:pt x="244" y="75"/>
                  <a:pt x="244" y="75"/>
                  <a:pt x="244" y="75"/>
                </a:cubicBezTo>
                <a:cubicBezTo>
                  <a:pt x="244" y="75"/>
                  <a:pt x="244" y="75"/>
                  <a:pt x="244" y="75"/>
                </a:cubicBezTo>
                <a:cubicBezTo>
                  <a:pt x="257" y="70"/>
                  <a:pt x="257" y="70"/>
                  <a:pt x="257" y="70"/>
                </a:cubicBezTo>
                <a:cubicBezTo>
                  <a:pt x="257" y="70"/>
                  <a:pt x="257" y="70"/>
                  <a:pt x="257" y="70"/>
                </a:cubicBezTo>
                <a:cubicBezTo>
                  <a:pt x="257" y="70"/>
                  <a:pt x="257" y="70"/>
                  <a:pt x="257" y="70"/>
                </a:cubicBezTo>
                <a:cubicBezTo>
                  <a:pt x="257" y="70"/>
                  <a:pt x="257" y="70"/>
                  <a:pt x="257" y="70"/>
                </a:cubicBezTo>
                <a:cubicBezTo>
                  <a:pt x="258" y="70"/>
                  <a:pt x="258" y="70"/>
                  <a:pt x="258" y="70"/>
                </a:cubicBezTo>
                <a:cubicBezTo>
                  <a:pt x="258" y="70"/>
                  <a:pt x="258" y="70"/>
                  <a:pt x="258" y="70"/>
                </a:cubicBezTo>
                <a:cubicBezTo>
                  <a:pt x="259" y="70"/>
                  <a:pt x="259" y="70"/>
                  <a:pt x="259" y="70"/>
                </a:cubicBezTo>
                <a:cubicBezTo>
                  <a:pt x="259" y="70"/>
                  <a:pt x="259" y="70"/>
                  <a:pt x="259" y="70"/>
                </a:cubicBezTo>
                <a:cubicBezTo>
                  <a:pt x="261" y="69"/>
                  <a:pt x="261" y="69"/>
                  <a:pt x="261" y="69"/>
                </a:cubicBezTo>
                <a:cubicBezTo>
                  <a:pt x="261" y="69"/>
                  <a:pt x="261" y="69"/>
                  <a:pt x="261" y="69"/>
                </a:cubicBezTo>
                <a:cubicBezTo>
                  <a:pt x="261" y="69"/>
                  <a:pt x="261" y="69"/>
                  <a:pt x="261" y="69"/>
                </a:cubicBezTo>
                <a:cubicBezTo>
                  <a:pt x="261" y="69"/>
                  <a:pt x="261" y="69"/>
                  <a:pt x="261" y="69"/>
                </a:cubicBezTo>
                <a:cubicBezTo>
                  <a:pt x="263" y="69"/>
                  <a:pt x="263" y="69"/>
                  <a:pt x="263" y="69"/>
                </a:cubicBezTo>
                <a:cubicBezTo>
                  <a:pt x="263" y="69"/>
                  <a:pt x="263" y="69"/>
                  <a:pt x="263" y="69"/>
                </a:cubicBezTo>
                <a:cubicBezTo>
                  <a:pt x="265" y="69"/>
                  <a:pt x="265" y="69"/>
                  <a:pt x="265" y="69"/>
                </a:cubicBezTo>
                <a:cubicBezTo>
                  <a:pt x="265" y="69"/>
                  <a:pt x="265" y="69"/>
                  <a:pt x="265" y="69"/>
                </a:cubicBezTo>
                <a:cubicBezTo>
                  <a:pt x="267" y="68"/>
                  <a:pt x="267" y="68"/>
                  <a:pt x="267" y="68"/>
                </a:cubicBezTo>
                <a:cubicBezTo>
                  <a:pt x="267" y="68"/>
                  <a:pt x="267" y="68"/>
                  <a:pt x="267" y="68"/>
                </a:cubicBezTo>
                <a:cubicBezTo>
                  <a:pt x="267" y="70"/>
                  <a:pt x="267" y="70"/>
                  <a:pt x="267" y="70"/>
                </a:cubicBezTo>
                <a:cubicBezTo>
                  <a:pt x="267" y="70"/>
                  <a:pt x="267" y="70"/>
                  <a:pt x="267" y="70"/>
                </a:cubicBezTo>
                <a:cubicBezTo>
                  <a:pt x="267" y="71"/>
                  <a:pt x="267" y="71"/>
                  <a:pt x="267" y="71"/>
                </a:cubicBezTo>
                <a:cubicBezTo>
                  <a:pt x="267" y="71"/>
                  <a:pt x="267" y="71"/>
                  <a:pt x="267" y="71"/>
                </a:cubicBezTo>
                <a:cubicBezTo>
                  <a:pt x="267" y="72"/>
                  <a:pt x="267" y="72"/>
                  <a:pt x="267" y="72"/>
                </a:cubicBezTo>
                <a:cubicBezTo>
                  <a:pt x="267" y="72"/>
                  <a:pt x="267" y="72"/>
                  <a:pt x="267" y="72"/>
                </a:cubicBezTo>
                <a:cubicBezTo>
                  <a:pt x="268" y="72"/>
                  <a:pt x="268" y="72"/>
                  <a:pt x="268" y="72"/>
                </a:cubicBezTo>
                <a:cubicBezTo>
                  <a:pt x="268" y="72"/>
                  <a:pt x="268" y="72"/>
                  <a:pt x="268" y="72"/>
                </a:cubicBezTo>
                <a:cubicBezTo>
                  <a:pt x="268" y="73"/>
                  <a:pt x="268" y="73"/>
                  <a:pt x="268" y="73"/>
                </a:cubicBezTo>
                <a:cubicBezTo>
                  <a:pt x="268" y="73"/>
                  <a:pt x="268" y="73"/>
                  <a:pt x="268" y="73"/>
                </a:cubicBezTo>
                <a:cubicBezTo>
                  <a:pt x="270" y="73"/>
                  <a:pt x="270" y="73"/>
                  <a:pt x="270" y="73"/>
                </a:cubicBezTo>
                <a:cubicBezTo>
                  <a:pt x="270" y="73"/>
                  <a:pt x="270" y="73"/>
                  <a:pt x="270" y="73"/>
                </a:cubicBezTo>
                <a:cubicBezTo>
                  <a:pt x="271" y="74"/>
                  <a:pt x="271" y="74"/>
                  <a:pt x="271" y="74"/>
                </a:cubicBezTo>
                <a:cubicBezTo>
                  <a:pt x="271" y="74"/>
                  <a:pt x="271" y="74"/>
                  <a:pt x="271" y="74"/>
                </a:cubicBezTo>
                <a:cubicBezTo>
                  <a:pt x="273" y="74"/>
                  <a:pt x="273" y="74"/>
                  <a:pt x="273" y="74"/>
                </a:cubicBezTo>
                <a:cubicBezTo>
                  <a:pt x="273" y="74"/>
                  <a:pt x="273" y="74"/>
                  <a:pt x="273" y="74"/>
                </a:cubicBezTo>
                <a:cubicBezTo>
                  <a:pt x="273" y="76"/>
                  <a:pt x="273" y="76"/>
                  <a:pt x="273" y="76"/>
                </a:cubicBezTo>
                <a:cubicBezTo>
                  <a:pt x="273" y="76"/>
                  <a:pt x="273" y="76"/>
                  <a:pt x="273" y="76"/>
                </a:cubicBezTo>
                <a:cubicBezTo>
                  <a:pt x="273" y="77"/>
                  <a:pt x="273" y="77"/>
                  <a:pt x="273" y="77"/>
                </a:cubicBezTo>
                <a:cubicBezTo>
                  <a:pt x="273" y="77"/>
                  <a:pt x="273" y="77"/>
                  <a:pt x="273" y="77"/>
                </a:cubicBezTo>
                <a:cubicBezTo>
                  <a:pt x="273" y="78"/>
                  <a:pt x="273" y="78"/>
                  <a:pt x="273" y="78"/>
                </a:cubicBezTo>
                <a:cubicBezTo>
                  <a:pt x="273" y="78"/>
                  <a:pt x="273" y="78"/>
                  <a:pt x="273" y="78"/>
                </a:cubicBezTo>
                <a:cubicBezTo>
                  <a:pt x="273" y="79"/>
                  <a:pt x="273" y="79"/>
                  <a:pt x="273" y="79"/>
                </a:cubicBezTo>
                <a:cubicBezTo>
                  <a:pt x="273" y="79"/>
                  <a:pt x="273" y="79"/>
                  <a:pt x="273" y="79"/>
                </a:cubicBezTo>
                <a:cubicBezTo>
                  <a:pt x="273" y="81"/>
                  <a:pt x="273" y="81"/>
                  <a:pt x="273" y="81"/>
                </a:cubicBezTo>
                <a:cubicBezTo>
                  <a:pt x="273" y="81"/>
                  <a:pt x="273" y="81"/>
                  <a:pt x="273" y="81"/>
                </a:cubicBezTo>
                <a:cubicBezTo>
                  <a:pt x="273" y="82"/>
                  <a:pt x="273" y="82"/>
                  <a:pt x="273" y="82"/>
                </a:cubicBezTo>
                <a:cubicBezTo>
                  <a:pt x="273" y="82"/>
                  <a:pt x="273" y="82"/>
                  <a:pt x="273" y="82"/>
                </a:cubicBezTo>
                <a:cubicBezTo>
                  <a:pt x="273" y="83"/>
                  <a:pt x="273" y="83"/>
                  <a:pt x="273" y="83"/>
                </a:cubicBezTo>
                <a:cubicBezTo>
                  <a:pt x="273" y="83"/>
                  <a:pt x="273" y="83"/>
                  <a:pt x="273" y="83"/>
                </a:cubicBezTo>
                <a:cubicBezTo>
                  <a:pt x="274" y="84"/>
                  <a:pt x="274" y="84"/>
                  <a:pt x="274" y="84"/>
                </a:cubicBezTo>
                <a:cubicBezTo>
                  <a:pt x="274" y="84"/>
                  <a:pt x="274" y="84"/>
                  <a:pt x="274" y="84"/>
                </a:cubicBezTo>
                <a:cubicBezTo>
                  <a:pt x="274" y="85"/>
                  <a:pt x="274" y="85"/>
                  <a:pt x="274" y="85"/>
                </a:cubicBezTo>
                <a:cubicBezTo>
                  <a:pt x="274" y="85"/>
                  <a:pt x="274" y="85"/>
                  <a:pt x="274" y="85"/>
                </a:cubicBezTo>
                <a:cubicBezTo>
                  <a:pt x="274" y="86"/>
                  <a:pt x="274" y="86"/>
                  <a:pt x="274" y="86"/>
                </a:cubicBezTo>
                <a:cubicBezTo>
                  <a:pt x="274" y="86"/>
                  <a:pt x="274" y="86"/>
                  <a:pt x="274" y="86"/>
                </a:cubicBezTo>
                <a:cubicBezTo>
                  <a:pt x="274" y="86"/>
                  <a:pt x="274" y="86"/>
                  <a:pt x="274" y="86"/>
                </a:cubicBezTo>
                <a:cubicBezTo>
                  <a:pt x="274" y="86"/>
                  <a:pt x="274" y="86"/>
                  <a:pt x="274" y="86"/>
                </a:cubicBezTo>
                <a:cubicBezTo>
                  <a:pt x="275" y="86"/>
                  <a:pt x="275" y="86"/>
                  <a:pt x="275" y="86"/>
                </a:cubicBezTo>
                <a:cubicBezTo>
                  <a:pt x="275" y="86"/>
                  <a:pt x="275" y="86"/>
                  <a:pt x="275" y="86"/>
                </a:cubicBezTo>
                <a:cubicBezTo>
                  <a:pt x="275" y="88"/>
                  <a:pt x="275" y="88"/>
                  <a:pt x="275" y="88"/>
                </a:cubicBezTo>
                <a:cubicBezTo>
                  <a:pt x="275" y="88"/>
                  <a:pt x="275" y="88"/>
                  <a:pt x="275" y="88"/>
                </a:cubicBezTo>
                <a:cubicBezTo>
                  <a:pt x="276" y="88"/>
                  <a:pt x="276" y="88"/>
                  <a:pt x="276" y="88"/>
                </a:cubicBezTo>
                <a:cubicBezTo>
                  <a:pt x="276" y="88"/>
                  <a:pt x="276" y="88"/>
                  <a:pt x="276" y="88"/>
                </a:cubicBezTo>
                <a:cubicBezTo>
                  <a:pt x="277" y="90"/>
                  <a:pt x="277" y="90"/>
                  <a:pt x="277" y="90"/>
                </a:cubicBezTo>
                <a:cubicBezTo>
                  <a:pt x="277" y="90"/>
                  <a:pt x="277" y="90"/>
                  <a:pt x="277" y="90"/>
                </a:cubicBezTo>
                <a:cubicBezTo>
                  <a:pt x="278" y="90"/>
                  <a:pt x="278" y="90"/>
                  <a:pt x="278" y="90"/>
                </a:cubicBezTo>
                <a:cubicBezTo>
                  <a:pt x="278" y="90"/>
                  <a:pt x="278" y="90"/>
                  <a:pt x="278" y="90"/>
                </a:cubicBezTo>
                <a:cubicBezTo>
                  <a:pt x="277" y="94"/>
                  <a:pt x="277" y="94"/>
                  <a:pt x="277" y="94"/>
                </a:cubicBezTo>
                <a:cubicBezTo>
                  <a:pt x="277" y="94"/>
                  <a:pt x="277" y="94"/>
                  <a:pt x="277" y="94"/>
                </a:cubicBezTo>
                <a:cubicBezTo>
                  <a:pt x="275" y="95"/>
                  <a:pt x="275" y="95"/>
                  <a:pt x="275" y="95"/>
                </a:cubicBezTo>
                <a:cubicBezTo>
                  <a:pt x="275" y="95"/>
                  <a:pt x="275" y="95"/>
                  <a:pt x="275" y="95"/>
                </a:cubicBezTo>
                <a:cubicBezTo>
                  <a:pt x="274" y="96"/>
                  <a:pt x="274" y="96"/>
                  <a:pt x="274" y="96"/>
                </a:cubicBezTo>
                <a:cubicBezTo>
                  <a:pt x="274" y="96"/>
                  <a:pt x="274" y="96"/>
                  <a:pt x="274" y="96"/>
                </a:cubicBezTo>
                <a:cubicBezTo>
                  <a:pt x="273" y="97"/>
                  <a:pt x="273" y="97"/>
                  <a:pt x="273" y="97"/>
                </a:cubicBezTo>
                <a:cubicBezTo>
                  <a:pt x="273" y="97"/>
                  <a:pt x="273" y="97"/>
                  <a:pt x="273" y="97"/>
                </a:cubicBezTo>
                <a:cubicBezTo>
                  <a:pt x="272" y="98"/>
                  <a:pt x="272" y="98"/>
                  <a:pt x="272" y="98"/>
                </a:cubicBezTo>
                <a:cubicBezTo>
                  <a:pt x="272" y="98"/>
                  <a:pt x="272" y="98"/>
                  <a:pt x="272" y="98"/>
                </a:cubicBezTo>
                <a:cubicBezTo>
                  <a:pt x="270" y="99"/>
                  <a:pt x="270" y="99"/>
                  <a:pt x="270" y="99"/>
                </a:cubicBezTo>
                <a:cubicBezTo>
                  <a:pt x="270" y="99"/>
                  <a:pt x="270" y="99"/>
                  <a:pt x="270" y="99"/>
                </a:cubicBezTo>
                <a:cubicBezTo>
                  <a:pt x="269" y="100"/>
                  <a:pt x="269" y="100"/>
                  <a:pt x="269" y="100"/>
                </a:cubicBezTo>
                <a:cubicBezTo>
                  <a:pt x="269" y="100"/>
                  <a:pt x="269" y="100"/>
                  <a:pt x="269" y="100"/>
                </a:cubicBezTo>
                <a:cubicBezTo>
                  <a:pt x="268" y="101"/>
                  <a:pt x="268" y="101"/>
                  <a:pt x="268" y="101"/>
                </a:cubicBezTo>
                <a:cubicBezTo>
                  <a:pt x="268" y="101"/>
                  <a:pt x="268" y="101"/>
                  <a:pt x="268" y="101"/>
                </a:cubicBezTo>
                <a:cubicBezTo>
                  <a:pt x="268" y="102"/>
                  <a:pt x="268" y="102"/>
                  <a:pt x="268" y="102"/>
                </a:cubicBezTo>
                <a:cubicBezTo>
                  <a:pt x="268" y="102"/>
                  <a:pt x="268" y="102"/>
                  <a:pt x="268" y="102"/>
                </a:cubicBezTo>
                <a:cubicBezTo>
                  <a:pt x="249" y="111"/>
                  <a:pt x="249" y="111"/>
                  <a:pt x="249" y="111"/>
                </a:cubicBezTo>
                <a:cubicBezTo>
                  <a:pt x="249" y="111"/>
                  <a:pt x="249" y="111"/>
                  <a:pt x="249" y="111"/>
                </a:cubicBezTo>
                <a:cubicBezTo>
                  <a:pt x="234" y="122"/>
                  <a:pt x="234" y="122"/>
                  <a:pt x="234" y="122"/>
                </a:cubicBezTo>
                <a:cubicBezTo>
                  <a:pt x="234" y="122"/>
                  <a:pt x="234" y="122"/>
                  <a:pt x="234" y="122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09" y="151"/>
                  <a:pt x="209" y="151"/>
                  <a:pt x="209" y="151"/>
                </a:cubicBezTo>
                <a:cubicBezTo>
                  <a:pt x="209" y="151"/>
                  <a:pt x="209" y="151"/>
                  <a:pt x="209" y="151"/>
                </a:cubicBezTo>
                <a:cubicBezTo>
                  <a:pt x="197" y="168"/>
                  <a:pt x="197" y="168"/>
                  <a:pt x="197" y="168"/>
                </a:cubicBezTo>
                <a:cubicBezTo>
                  <a:pt x="197" y="168"/>
                  <a:pt x="197" y="168"/>
                  <a:pt x="197" y="168"/>
                </a:cubicBezTo>
                <a:cubicBezTo>
                  <a:pt x="187" y="185"/>
                  <a:pt x="187" y="185"/>
                  <a:pt x="187" y="185"/>
                </a:cubicBezTo>
                <a:cubicBezTo>
                  <a:pt x="187" y="185"/>
                  <a:pt x="187" y="185"/>
                  <a:pt x="187" y="185"/>
                </a:cubicBezTo>
                <a:cubicBezTo>
                  <a:pt x="175" y="200"/>
                  <a:pt x="175" y="200"/>
                  <a:pt x="175" y="200"/>
                </a:cubicBezTo>
                <a:cubicBezTo>
                  <a:pt x="175" y="200"/>
                  <a:pt x="175" y="200"/>
                  <a:pt x="175" y="200"/>
                </a:cubicBezTo>
                <a:cubicBezTo>
                  <a:pt x="163" y="214"/>
                  <a:pt x="163" y="214"/>
                  <a:pt x="163" y="214"/>
                </a:cubicBezTo>
                <a:cubicBezTo>
                  <a:pt x="163" y="214"/>
                  <a:pt x="163" y="214"/>
                  <a:pt x="163" y="214"/>
                </a:cubicBezTo>
                <a:cubicBezTo>
                  <a:pt x="163" y="216"/>
                  <a:pt x="163" y="216"/>
                  <a:pt x="163" y="216"/>
                </a:cubicBezTo>
                <a:cubicBezTo>
                  <a:pt x="163" y="216"/>
                  <a:pt x="163" y="216"/>
                  <a:pt x="163" y="216"/>
                </a:cubicBezTo>
                <a:cubicBezTo>
                  <a:pt x="163" y="217"/>
                  <a:pt x="163" y="217"/>
                  <a:pt x="163" y="217"/>
                </a:cubicBezTo>
                <a:cubicBezTo>
                  <a:pt x="163" y="217"/>
                  <a:pt x="163" y="217"/>
                  <a:pt x="163" y="217"/>
                </a:cubicBezTo>
                <a:cubicBezTo>
                  <a:pt x="164" y="218"/>
                  <a:pt x="164" y="218"/>
                  <a:pt x="164" y="218"/>
                </a:cubicBezTo>
                <a:cubicBezTo>
                  <a:pt x="164" y="218"/>
                  <a:pt x="164" y="218"/>
                  <a:pt x="164" y="218"/>
                </a:cubicBezTo>
                <a:cubicBezTo>
                  <a:pt x="165" y="218"/>
                  <a:pt x="165" y="218"/>
                  <a:pt x="165" y="218"/>
                </a:cubicBezTo>
                <a:cubicBezTo>
                  <a:pt x="165" y="218"/>
                  <a:pt x="165" y="218"/>
                  <a:pt x="165" y="218"/>
                </a:cubicBezTo>
                <a:cubicBezTo>
                  <a:pt x="166" y="218"/>
                  <a:pt x="166" y="218"/>
                  <a:pt x="166" y="218"/>
                </a:cubicBezTo>
                <a:cubicBezTo>
                  <a:pt x="166" y="218"/>
                  <a:pt x="166" y="218"/>
                  <a:pt x="166" y="218"/>
                </a:cubicBezTo>
                <a:cubicBezTo>
                  <a:pt x="167" y="218"/>
                  <a:pt x="167" y="218"/>
                  <a:pt x="167" y="218"/>
                </a:cubicBezTo>
                <a:cubicBezTo>
                  <a:pt x="167" y="218"/>
                  <a:pt x="167" y="218"/>
                  <a:pt x="167" y="218"/>
                </a:cubicBezTo>
                <a:cubicBezTo>
                  <a:pt x="168" y="218"/>
                  <a:pt x="168" y="218"/>
                  <a:pt x="168" y="218"/>
                </a:cubicBezTo>
                <a:cubicBezTo>
                  <a:pt x="168" y="218"/>
                  <a:pt x="168" y="218"/>
                  <a:pt x="168" y="218"/>
                </a:cubicBezTo>
                <a:cubicBezTo>
                  <a:pt x="170" y="218"/>
                  <a:pt x="170" y="218"/>
                  <a:pt x="170" y="218"/>
                </a:cubicBezTo>
                <a:cubicBezTo>
                  <a:pt x="170" y="218"/>
                  <a:pt x="170" y="218"/>
                  <a:pt x="170" y="218"/>
                </a:cubicBezTo>
                <a:cubicBezTo>
                  <a:pt x="218" y="189"/>
                  <a:pt x="218" y="189"/>
                  <a:pt x="218" y="189"/>
                </a:cubicBezTo>
                <a:cubicBezTo>
                  <a:pt x="218" y="189"/>
                  <a:pt x="218" y="189"/>
                  <a:pt x="218" y="189"/>
                </a:cubicBezTo>
                <a:cubicBezTo>
                  <a:pt x="219" y="184"/>
                  <a:pt x="219" y="184"/>
                  <a:pt x="219" y="184"/>
                </a:cubicBezTo>
                <a:cubicBezTo>
                  <a:pt x="219" y="181"/>
                  <a:pt x="219" y="181"/>
                  <a:pt x="219" y="181"/>
                </a:cubicBezTo>
                <a:cubicBezTo>
                  <a:pt x="219" y="157"/>
                  <a:pt x="219" y="157"/>
                  <a:pt x="219" y="157"/>
                </a:cubicBezTo>
                <a:cubicBezTo>
                  <a:pt x="219" y="157"/>
                  <a:pt x="219" y="157"/>
                  <a:pt x="219" y="157"/>
                </a:cubicBezTo>
                <a:cubicBezTo>
                  <a:pt x="224" y="153"/>
                  <a:pt x="224" y="153"/>
                  <a:pt x="224" y="153"/>
                </a:cubicBezTo>
                <a:cubicBezTo>
                  <a:pt x="224" y="153"/>
                  <a:pt x="224" y="153"/>
                  <a:pt x="224" y="153"/>
                </a:cubicBezTo>
                <a:cubicBezTo>
                  <a:pt x="225" y="154"/>
                  <a:pt x="225" y="154"/>
                  <a:pt x="225" y="154"/>
                </a:cubicBezTo>
                <a:cubicBezTo>
                  <a:pt x="225" y="154"/>
                  <a:pt x="225" y="154"/>
                  <a:pt x="225" y="154"/>
                </a:cubicBezTo>
                <a:cubicBezTo>
                  <a:pt x="227" y="154"/>
                  <a:pt x="227" y="154"/>
                  <a:pt x="227" y="154"/>
                </a:cubicBezTo>
                <a:cubicBezTo>
                  <a:pt x="227" y="154"/>
                  <a:pt x="227" y="154"/>
                  <a:pt x="227" y="154"/>
                </a:cubicBezTo>
                <a:cubicBezTo>
                  <a:pt x="228" y="155"/>
                  <a:pt x="228" y="155"/>
                  <a:pt x="228" y="155"/>
                </a:cubicBezTo>
                <a:cubicBezTo>
                  <a:pt x="228" y="155"/>
                  <a:pt x="228" y="155"/>
                  <a:pt x="228" y="155"/>
                </a:cubicBezTo>
                <a:cubicBezTo>
                  <a:pt x="230" y="155"/>
                  <a:pt x="230" y="155"/>
                  <a:pt x="230" y="155"/>
                </a:cubicBezTo>
                <a:cubicBezTo>
                  <a:pt x="230" y="155"/>
                  <a:pt x="230" y="155"/>
                  <a:pt x="230" y="155"/>
                </a:cubicBezTo>
                <a:cubicBezTo>
                  <a:pt x="231" y="156"/>
                  <a:pt x="231" y="156"/>
                  <a:pt x="231" y="156"/>
                </a:cubicBezTo>
                <a:cubicBezTo>
                  <a:pt x="231" y="156"/>
                  <a:pt x="231" y="156"/>
                  <a:pt x="231" y="156"/>
                </a:cubicBezTo>
                <a:cubicBezTo>
                  <a:pt x="233" y="156"/>
                  <a:pt x="233" y="156"/>
                  <a:pt x="233" y="156"/>
                </a:cubicBezTo>
                <a:cubicBezTo>
                  <a:pt x="233" y="156"/>
                  <a:pt x="233" y="156"/>
                  <a:pt x="233" y="156"/>
                </a:cubicBezTo>
                <a:cubicBezTo>
                  <a:pt x="234" y="157"/>
                  <a:pt x="234" y="157"/>
                  <a:pt x="234" y="157"/>
                </a:cubicBezTo>
                <a:cubicBezTo>
                  <a:pt x="234" y="157"/>
                  <a:pt x="234" y="157"/>
                  <a:pt x="234" y="157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7" y="159"/>
                  <a:pt x="237" y="159"/>
                  <a:pt x="237" y="159"/>
                </a:cubicBezTo>
                <a:cubicBezTo>
                  <a:pt x="237" y="159"/>
                  <a:pt x="237" y="159"/>
                  <a:pt x="237" y="159"/>
                </a:cubicBezTo>
                <a:cubicBezTo>
                  <a:pt x="237" y="161"/>
                  <a:pt x="237" y="161"/>
                  <a:pt x="237" y="161"/>
                </a:cubicBezTo>
                <a:cubicBezTo>
                  <a:pt x="237" y="161"/>
                  <a:pt x="237" y="161"/>
                  <a:pt x="237" y="161"/>
                </a:cubicBezTo>
                <a:cubicBezTo>
                  <a:pt x="236" y="164"/>
                  <a:pt x="236" y="164"/>
                  <a:pt x="236" y="164"/>
                </a:cubicBezTo>
                <a:cubicBezTo>
                  <a:pt x="236" y="164"/>
                  <a:pt x="236" y="164"/>
                  <a:pt x="236" y="164"/>
                </a:cubicBezTo>
                <a:cubicBezTo>
                  <a:pt x="235" y="166"/>
                  <a:pt x="235" y="166"/>
                  <a:pt x="235" y="166"/>
                </a:cubicBezTo>
                <a:cubicBezTo>
                  <a:pt x="235" y="166"/>
                  <a:pt x="235" y="166"/>
                  <a:pt x="235" y="166"/>
                </a:cubicBezTo>
                <a:cubicBezTo>
                  <a:pt x="234" y="169"/>
                  <a:pt x="234" y="169"/>
                  <a:pt x="234" y="169"/>
                </a:cubicBezTo>
                <a:cubicBezTo>
                  <a:pt x="234" y="169"/>
                  <a:pt x="234" y="169"/>
                  <a:pt x="234" y="169"/>
                </a:cubicBezTo>
                <a:cubicBezTo>
                  <a:pt x="233" y="171"/>
                  <a:pt x="233" y="171"/>
                  <a:pt x="233" y="171"/>
                </a:cubicBezTo>
                <a:cubicBezTo>
                  <a:pt x="233" y="171"/>
                  <a:pt x="233" y="171"/>
                  <a:pt x="233" y="171"/>
                </a:cubicBezTo>
                <a:cubicBezTo>
                  <a:pt x="233" y="173"/>
                  <a:pt x="233" y="173"/>
                  <a:pt x="233" y="173"/>
                </a:cubicBezTo>
                <a:cubicBezTo>
                  <a:pt x="233" y="173"/>
                  <a:pt x="233" y="173"/>
                  <a:pt x="233" y="173"/>
                </a:cubicBezTo>
                <a:cubicBezTo>
                  <a:pt x="235" y="175"/>
                  <a:pt x="235" y="175"/>
                  <a:pt x="235" y="175"/>
                </a:cubicBezTo>
                <a:cubicBezTo>
                  <a:pt x="235" y="175"/>
                  <a:pt x="235" y="175"/>
                  <a:pt x="235" y="175"/>
                </a:cubicBezTo>
                <a:cubicBezTo>
                  <a:pt x="241" y="175"/>
                  <a:pt x="241" y="175"/>
                  <a:pt x="241" y="175"/>
                </a:cubicBezTo>
                <a:cubicBezTo>
                  <a:pt x="241" y="175"/>
                  <a:pt x="241" y="175"/>
                  <a:pt x="241" y="175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54" y="171"/>
                  <a:pt x="254" y="171"/>
                  <a:pt x="254" y="171"/>
                </a:cubicBezTo>
                <a:cubicBezTo>
                  <a:pt x="254" y="171"/>
                  <a:pt x="254" y="171"/>
                  <a:pt x="254" y="171"/>
                </a:cubicBezTo>
                <a:cubicBezTo>
                  <a:pt x="260" y="167"/>
                  <a:pt x="260" y="167"/>
                  <a:pt x="260" y="167"/>
                </a:cubicBezTo>
                <a:cubicBezTo>
                  <a:pt x="260" y="167"/>
                  <a:pt x="260" y="167"/>
                  <a:pt x="260" y="167"/>
                </a:cubicBezTo>
                <a:cubicBezTo>
                  <a:pt x="267" y="164"/>
                  <a:pt x="267" y="164"/>
                  <a:pt x="267" y="164"/>
                </a:cubicBezTo>
                <a:cubicBezTo>
                  <a:pt x="267" y="164"/>
                  <a:pt x="267" y="164"/>
                  <a:pt x="267" y="164"/>
                </a:cubicBezTo>
                <a:cubicBezTo>
                  <a:pt x="273" y="161"/>
                  <a:pt x="273" y="161"/>
                  <a:pt x="273" y="161"/>
                </a:cubicBezTo>
                <a:cubicBezTo>
                  <a:pt x="273" y="161"/>
                  <a:pt x="273" y="161"/>
                  <a:pt x="273" y="161"/>
                </a:cubicBezTo>
                <a:cubicBezTo>
                  <a:pt x="279" y="157"/>
                  <a:pt x="279" y="157"/>
                  <a:pt x="279" y="157"/>
                </a:cubicBezTo>
                <a:cubicBezTo>
                  <a:pt x="279" y="157"/>
                  <a:pt x="279" y="157"/>
                  <a:pt x="279" y="157"/>
                </a:cubicBezTo>
                <a:cubicBezTo>
                  <a:pt x="285" y="153"/>
                  <a:pt x="285" y="153"/>
                  <a:pt x="285" y="153"/>
                </a:cubicBezTo>
                <a:cubicBezTo>
                  <a:pt x="285" y="153"/>
                  <a:pt x="285" y="153"/>
                  <a:pt x="285" y="153"/>
                </a:cubicBezTo>
                <a:cubicBezTo>
                  <a:pt x="297" y="118"/>
                  <a:pt x="297" y="118"/>
                  <a:pt x="297" y="118"/>
                </a:cubicBezTo>
                <a:cubicBezTo>
                  <a:pt x="297" y="118"/>
                  <a:pt x="297" y="118"/>
                  <a:pt x="297" y="118"/>
                </a:cubicBezTo>
                <a:cubicBezTo>
                  <a:pt x="300" y="120"/>
                  <a:pt x="300" y="120"/>
                  <a:pt x="300" y="120"/>
                </a:cubicBezTo>
                <a:cubicBezTo>
                  <a:pt x="300" y="120"/>
                  <a:pt x="300" y="120"/>
                  <a:pt x="300" y="120"/>
                </a:cubicBezTo>
                <a:cubicBezTo>
                  <a:pt x="304" y="122"/>
                  <a:pt x="304" y="122"/>
                  <a:pt x="304" y="122"/>
                </a:cubicBezTo>
                <a:cubicBezTo>
                  <a:pt x="304" y="122"/>
                  <a:pt x="304" y="122"/>
                  <a:pt x="304" y="122"/>
                </a:cubicBezTo>
                <a:cubicBezTo>
                  <a:pt x="308" y="124"/>
                  <a:pt x="308" y="124"/>
                  <a:pt x="308" y="124"/>
                </a:cubicBezTo>
                <a:cubicBezTo>
                  <a:pt x="308" y="124"/>
                  <a:pt x="308" y="124"/>
                  <a:pt x="308" y="124"/>
                </a:cubicBezTo>
                <a:cubicBezTo>
                  <a:pt x="312" y="125"/>
                  <a:pt x="312" y="125"/>
                  <a:pt x="312" y="125"/>
                </a:cubicBezTo>
                <a:cubicBezTo>
                  <a:pt x="312" y="125"/>
                  <a:pt x="312" y="125"/>
                  <a:pt x="312" y="125"/>
                </a:cubicBezTo>
                <a:cubicBezTo>
                  <a:pt x="315" y="128"/>
                  <a:pt x="315" y="128"/>
                  <a:pt x="315" y="128"/>
                </a:cubicBezTo>
                <a:cubicBezTo>
                  <a:pt x="315" y="128"/>
                  <a:pt x="315" y="128"/>
                  <a:pt x="315" y="128"/>
                </a:cubicBezTo>
                <a:cubicBezTo>
                  <a:pt x="318" y="131"/>
                  <a:pt x="318" y="131"/>
                  <a:pt x="318" y="131"/>
                </a:cubicBezTo>
                <a:cubicBezTo>
                  <a:pt x="318" y="131"/>
                  <a:pt x="318" y="131"/>
                  <a:pt x="318" y="131"/>
                </a:cubicBezTo>
                <a:cubicBezTo>
                  <a:pt x="321" y="134"/>
                  <a:pt x="321" y="134"/>
                  <a:pt x="321" y="134"/>
                </a:cubicBezTo>
                <a:cubicBezTo>
                  <a:pt x="321" y="134"/>
                  <a:pt x="321" y="134"/>
                  <a:pt x="321" y="134"/>
                </a:cubicBezTo>
                <a:cubicBezTo>
                  <a:pt x="324" y="137"/>
                  <a:pt x="324" y="137"/>
                  <a:pt x="324" y="137"/>
                </a:cubicBezTo>
                <a:cubicBezTo>
                  <a:pt x="324" y="137"/>
                  <a:pt x="324" y="137"/>
                  <a:pt x="324" y="137"/>
                </a:cubicBezTo>
                <a:cubicBezTo>
                  <a:pt x="322" y="139"/>
                  <a:pt x="322" y="139"/>
                  <a:pt x="322" y="139"/>
                </a:cubicBezTo>
                <a:cubicBezTo>
                  <a:pt x="322" y="139"/>
                  <a:pt x="322" y="139"/>
                  <a:pt x="322" y="139"/>
                </a:cubicBezTo>
                <a:cubicBezTo>
                  <a:pt x="321" y="140"/>
                  <a:pt x="321" y="140"/>
                  <a:pt x="321" y="140"/>
                </a:cubicBezTo>
                <a:cubicBezTo>
                  <a:pt x="321" y="140"/>
                  <a:pt x="321" y="140"/>
                  <a:pt x="321" y="140"/>
                </a:cubicBezTo>
                <a:cubicBezTo>
                  <a:pt x="319" y="142"/>
                  <a:pt x="319" y="142"/>
                  <a:pt x="319" y="142"/>
                </a:cubicBezTo>
                <a:cubicBezTo>
                  <a:pt x="319" y="142"/>
                  <a:pt x="319" y="142"/>
                  <a:pt x="319" y="142"/>
                </a:cubicBezTo>
                <a:cubicBezTo>
                  <a:pt x="318" y="142"/>
                  <a:pt x="318" y="142"/>
                  <a:pt x="318" y="142"/>
                </a:cubicBezTo>
                <a:cubicBezTo>
                  <a:pt x="318" y="142"/>
                  <a:pt x="318" y="142"/>
                  <a:pt x="318" y="142"/>
                </a:cubicBezTo>
                <a:cubicBezTo>
                  <a:pt x="315" y="144"/>
                  <a:pt x="315" y="144"/>
                  <a:pt x="315" y="144"/>
                </a:cubicBezTo>
                <a:cubicBezTo>
                  <a:pt x="315" y="144"/>
                  <a:pt x="315" y="144"/>
                  <a:pt x="315" y="144"/>
                </a:cubicBezTo>
                <a:cubicBezTo>
                  <a:pt x="313" y="145"/>
                  <a:pt x="313" y="145"/>
                  <a:pt x="313" y="145"/>
                </a:cubicBezTo>
                <a:cubicBezTo>
                  <a:pt x="313" y="145"/>
                  <a:pt x="313" y="145"/>
                  <a:pt x="313" y="145"/>
                </a:cubicBezTo>
                <a:cubicBezTo>
                  <a:pt x="311" y="146"/>
                  <a:pt x="311" y="146"/>
                  <a:pt x="311" y="146"/>
                </a:cubicBezTo>
                <a:cubicBezTo>
                  <a:pt x="311" y="146"/>
                  <a:pt x="311" y="146"/>
                  <a:pt x="311" y="146"/>
                </a:cubicBezTo>
                <a:cubicBezTo>
                  <a:pt x="309" y="146"/>
                  <a:pt x="309" y="146"/>
                  <a:pt x="309" y="146"/>
                </a:cubicBezTo>
                <a:cubicBezTo>
                  <a:pt x="309" y="146"/>
                  <a:pt x="309" y="146"/>
                  <a:pt x="309" y="146"/>
                </a:cubicBezTo>
                <a:cubicBezTo>
                  <a:pt x="289" y="174"/>
                  <a:pt x="289" y="174"/>
                  <a:pt x="289" y="174"/>
                </a:cubicBezTo>
                <a:cubicBezTo>
                  <a:pt x="289" y="174"/>
                  <a:pt x="289" y="174"/>
                  <a:pt x="289" y="174"/>
                </a:cubicBezTo>
                <a:cubicBezTo>
                  <a:pt x="273" y="205"/>
                  <a:pt x="273" y="205"/>
                  <a:pt x="273" y="205"/>
                </a:cubicBezTo>
                <a:cubicBezTo>
                  <a:pt x="273" y="205"/>
                  <a:pt x="273" y="205"/>
                  <a:pt x="273" y="205"/>
                </a:cubicBezTo>
                <a:cubicBezTo>
                  <a:pt x="294" y="199"/>
                  <a:pt x="294" y="199"/>
                  <a:pt x="294" y="199"/>
                </a:cubicBezTo>
                <a:cubicBezTo>
                  <a:pt x="294" y="199"/>
                  <a:pt x="294" y="199"/>
                  <a:pt x="294" y="199"/>
                </a:cubicBezTo>
                <a:cubicBezTo>
                  <a:pt x="338" y="183"/>
                  <a:pt x="338" y="183"/>
                  <a:pt x="338" y="183"/>
                </a:cubicBezTo>
                <a:cubicBezTo>
                  <a:pt x="338" y="183"/>
                  <a:pt x="338" y="183"/>
                  <a:pt x="338" y="183"/>
                </a:cubicBezTo>
                <a:cubicBezTo>
                  <a:pt x="339" y="184"/>
                  <a:pt x="339" y="184"/>
                  <a:pt x="339" y="184"/>
                </a:cubicBezTo>
                <a:cubicBezTo>
                  <a:pt x="339" y="184"/>
                  <a:pt x="339" y="184"/>
                  <a:pt x="339" y="184"/>
                </a:cubicBezTo>
                <a:cubicBezTo>
                  <a:pt x="341" y="184"/>
                  <a:pt x="341" y="184"/>
                  <a:pt x="341" y="184"/>
                </a:cubicBezTo>
                <a:cubicBezTo>
                  <a:pt x="341" y="184"/>
                  <a:pt x="341" y="184"/>
                  <a:pt x="341" y="184"/>
                </a:cubicBezTo>
                <a:cubicBezTo>
                  <a:pt x="343" y="185"/>
                  <a:pt x="343" y="185"/>
                  <a:pt x="343" y="185"/>
                </a:cubicBezTo>
                <a:cubicBezTo>
                  <a:pt x="343" y="185"/>
                  <a:pt x="343" y="185"/>
                  <a:pt x="343" y="185"/>
                </a:cubicBezTo>
                <a:cubicBezTo>
                  <a:pt x="345" y="185"/>
                  <a:pt x="345" y="185"/>
                  <a:pt x="345" y="185"/>
                </a:cubicBezTo>
                <a:cubicBezTo>
                  <a:pt x="345" y="185"/>
                  <a:pt x="345" y="185"/>
                  <a:pt x="345" y="185"/>
                </a:cubicBezTo>
                <a:cubicBezTo>
                  <a:pt x="346" y="187"/>
                  <a:pt x="346" y="187"/>
                  <a:pt x="346" y="187"/>
                </a:cubicBezTo>
                <a:cubicBezTo>
                  <a:pt x="346" y="187"/>
                  <a:pt x="346" y="187"/>
                  <a:pt x="346" y="187"/>
                </a:cubicBezTo>
                <a:cubicBezTo>
                  <a:pt x="349" y="189"/>
                  <a:pt x="349" y="189"/>
                  <a:pt x="349" y="189"/>
                </a:cubicBezTo>
                <a:cubicBezTo>
                  <a:pt x="349" y="189"/>
                  <a:pt x="349" y="189"/>
                  <a:pt x="349" y="189"/>
                </a:cubicBezTo>
                <a:cubicBezTo>
                  <a:pt x="350" y="191"/>
                  <a:pt x="350" y="191"/>
                  <a:pt x="350" y="191"/>
                </a:cubicBezTo>
                <a:cubicBezTo>
                  <a:pt x="350" y="191"/>
                  <a:pt x="350" y="191"/>
                  <a:pt x="350" y="191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01" y="214"/>
                  <a:pt x="301" y="214"/>
                  <a:pt x="301" y="214"/>
                </a:cubicBezTo>
                <a:cubicBezTo>
                  <a:pt x="301" y="214"/>
                  <a:pt x="301" y="214"/>
                  <a:pt x="301" y="214"/>
                </a:cubicBezTo>
                <a:cubicBezTo>
                  <a:pt x="298" y="215"/>
                  <a:pt x="298" y="215"/>
                  <a:pt x="298" y="215"/>
                </a:cubicBezTo>
                <a:cubicBezTo>
                  <a:pt x="298" y="215"/>
                  <a:pt x="298" y="215"/>
                  <a:pt x="298" y="215"/>
                </a:cubicBezTo>
                <a:cubicBezTo>
                  <a:pt x="295" y="216"/>
                  <a:pt x="295" y="216"/>
                  <a:pt x="295" y="216"/>
                </a:cubicBezTo>
                <a:cubicBezTo>
                  <a:pt x="295" y="216"/>
                  <a:pt x="295" y="216"/>
                  <a:pt x="295" y="216"/>
                </a:cubicBezTo>
                <a:cubicBezTo>
                  <a:pt x="292" y="217"/>
                  <a:pt x="292" y="217"/>
                  <a:pt x="292" y="217"/>
                </a:cubicBezTo>
                <a:cubicBezTo>
                  <a:pt x="292" y="217"/>
                  <a:pt x="292" y="217"/>
                  <a:pt x="292" y="217"/>
                </a:cubicBezTo>
                <a:cubicBezTo>
                  <a:pt x="290" y="217"/>
                  <a:pt x="290" y="217"/>
                  <a:pt x="290" y="217"/>
                </a:cubicBezTo>
                <a:cubicBezTo>
                  <a:pt x="290" y="217"/>
                  <a:pt x="290" y="217"/>
                  <a:pt x="290" y="217"/>
                </a:cubicBezTo>
                <a:cubicBezTo>
                  <a:pt x="286" y="219"/>
                  <a:pt x="286" y="219"/>
                  <a:pt x="286" y="219"/>
                </a:cubicBezTo>
                <a:cubicBezTo>
                  <a:pt x="286" y="219"/>
                  <a:pt x="286" y="219"/>
                  <a:pt x="286" y="219"/>
                </a:cubicBezTo>
                <a:cubicBezTo>
                  <a:pt x="284" y="220"/>
                  <a:pt x="284" y="220"/>
                  <a:pt x="284" y="220"/>
                </a:cubicBezTo>
                <a:cubicBezTo>
                  <a:pt x="284" y="220"/>
                  <a:pt x="284" y="220"/>
                  <a:pt x="284" y="220"/>
                </a:cubicBezTo>
                <a:cubicBezTo>
                  <a:pt x="281" y="221"/>
                  <a:pt x="281" y="221"/>
                  <a:pt x="281" y="221"/>
                </a:cubicBezTo>
                <a:cubicBezTo>
                  <a:pt x="281" y="221"/>
                  <a:pt x="281" y="221"/>
                  <a:pt x="281" y="221"/>
                </a:cubicBezTo>
                <a:cubicBezTo>
                  <a:pt x="280" y="222"/>
                  <a:pt x="280" y="222"/>
                  <a:pt x="280" y="222"/>
                </a:cubicBezTo>
                <a:cubicBezTo>
                  <a:pt x="280" y="222"/>
                  <a:pt x="280" y="222"/>
                  <a:pt x="280" y="222"/>
                </a:cubicBezTo>
                <a:cubicBezTo>
                  <a:pt x="255" y="231"/>
                  <a:pt x="255" y="231"/>
                  <a:pt x="255" y="231"/>
                </a:cubicBezTo>
                <a:cubicBezTo>
                  <a:pt x="255" y="231"/>
                  <a:pt x="255" y="231"/>
                  <a:pt x="255" y="231"/>
                </a:cubicBezTo>
                <a:cubicBezTo>
                  <a:pt x="253" y="234"/>
                  <a:pt x="253" y="234"/>
                  <a:pt x="253" y="234"/>
                </a:cubicBezTo>
                <a:cubicBezTo>
                  <a:pt x="253" y="234"/>
                  <a:pt x="253" y="234"/>
                  <a:pt x="253" y="234"/>
                </a:cubicBezTo>
                <a:cubicBezTo>
                  <a:pt x="255" y="238"/>
                  <a:pt x="255" y="238"/>
                  <a:pt x="255" y="238"/>
                </a:cubicBezTo>
                <a:cubicBezTo>
                  <a:pt x="255" y="238"/>
                  <a:pt x="255" y="238"/>
                  <a:pt x="255" y="238"/>
                </a:cubicBezTo>
                <a:cubicBezTo>
                  <a:pt x="258" y="241"/>
                  <a:pt x="258" y="241"/>
                  <a:pt x="258" y="241"/>
                </a:cubicBezTo>
                <a:cubicBezTo>
                  <a:pt x="258" y="241"/>
                  <a:pt x="258" y="241"/>
                  <a:pt x="258" y="241"/>
                </a:cubicBezTo>
                <a:cubicBezTo>
                  <a:pt x="260" y="244"/>
                  <a:pt x="260" y="244"/>
                  <a:pt x="260" y="244"/>
                </a:cubicBezTo>
                <a:cubicBezTo>
                  <a:pt x="260" y="244"/>
                  <a:pt x="260" y="244"/>
                  <a:pt x="260" y="244"/>
                </a:cubicBezTo>
                <a:cubicBezTo>
                  <a:pt x="262" y="247"/>
                  <a:pt x="262" y="247"/>
                  <a:pt x="262" y="247"/>
                </a:cubicBezTo>
                <a:cubicBezTo>
                  <a:pt x="262" y="247"/>
                  <a:pt x="262" y="247"/>
                  <a:pt x="262" y="247"/>
                </a:cubicBezTo>
                <a:cubicBezTo>
                  <a:pt x="262" y="251"/>
                  <a:pt x="262" y="251"/>
                  <a:pt x="262" y="251"/>
                </a:cubicBezTo>
                <a:cubicBezTo>
                  <a:pt x="262" y="251"/>
                  <a:pt x="262" y="251"/>
                  <a:pt x="262" y="251"/>
                </a:cubicBezTo>
                <a:cubicBezTo>
                  <a:pt x="262" y="255"/>
                  <a:pt x="262" y="255"/>
                  <a:pt x="262" y="255"/>
                </a:cubicBezTo>
                <a:cubicBezTo>
                  <a:pt x="262" y="255"/>
                  <a:pt x="262" y="255"/>
                  <a:pt x="262" y="255"/>
                </a:cubicBezTo>
                <a:cubicBezTo>
                  <a:pt x="262" y="258"/>
                  <a:pt x="262" y="258"/>
                  <a:pt x="262" y="258"/>
                </a:cubicBezTo>
                <a:cubicBezTo>
                  <a:pt x="262" y="258"/>
                  <a:pt x="262" y="258"/>
                  <a:pt x="262" y="258"/>
                </a:cubicBezTo>
                <a:cubicBezTo>
                  <a:pt x="263" y="262"/>
                  <a:pt x="263" y="262"/>
                  <a:pt x="263" y="262"/>
                </a:cubicBezTo>
                <a:cubicBezTo>
                  <a:pt x="263" y="262"/>
                  <a:pt x="263" y="262"/>
                  <a:pt x="263" y="262"/>
                </a:cubicBezTo>
                <a:cubicBezTo>
                  <a:pt x="319" y="251"/>
                  <a:pt x="319" y="251"/>
                  <a:pt x="319" y="251"/>
                </a:cubicBezTo>
                <a:cubicBezTo>
                  <a:pt x="319" y="251"/>
                  <a:pt x="319" y="251"/>
                  <a:pt x="319" y="251"/>
                </a:cubicBezTo>
                <a:cubicBezTo>
                  <a:pt x="321" y="255"/>
                  <a:pt x="321" y="255"/>
                  <a:pt x="321" y="255"/>
                </a:cubicBezTo>
                <a:cubicBezTo>
                  <a:pt x="321" y="255"/>
                  <a:pt x="321" y="255"/>
                  <a:pt x="321" y="255"/>
                </a:cubicBezTo>
                <a:cubicBezTo>
                  <a:pt x="323" y="257"/>
                  <a:pt x="323" y="257"/>
                  <a:pt x="323" y="257"/>
                </a:cubicBezTo>
                <a:cubicBezTo>
                  <a:pt x="323" y="257"/>
                  <a:pt x="323" y="257"/>
                  <a:pt x="323" y="257"/>
                </a:cubicBezTo>
                <a:cubicBezTo>
                  <a:pt x="324" y="260"/>
                  <a:pt x="324" y="260"/>
                  <a:pt x="324" y="260"/>
                </a:cubicBezTo>
                <a:cubicBezTo>
                  <a:pt x="324" y="260"/>
                  <a:pt x="324" y="260"/>
                  <a:pt x="324" y="260"/>
                </a:cubicBezTo>
                <a:cubicBezTo>
                  <a:pt x="327" y="263"/>
                  <a:pt x="327" y="263"/>
                  <a:pt x="327" y="263"/>
                </a:cubicBezTo>
                <a:cubicBezTo>
                  <a:pt x="327" y="263"/>
                  <a:pt x="327" y="263"/>
                  <a:pt x="327" y="263"/>
                </a:cubicBezTo>
                <a:cubicBezTo>
                  <a:pt x="327" y="266"/>
                  <a:pt x="327" y="266"/>
                  <a:pt x="327" y="266"/>
                </a:cubicBezTo>
                <a:cubicBezTo>
                  <a:pt x="327" y="266"/>
                  <a:pt x="327" y="266"/>
                  <a:pt x="327" y="266"/>
                </a:cubicBezTo>
                <a:cubicBezTo>
                  <a:pt x="328" y="269"/>
                  <a:pt x="328" y="269"/>
                  <a:pt x="328" y="269"/>
                </a:cubicBezTo>
                <a:cubicBezTo>
                  <a:pt x="328" y="269"/>
                  <a:pt x="328" y="269"/>
                  <a:pt x="328" y="269"/>
                </a:cubicBezTo>
                <a:cubicBezTo>
                  <a:pt x="327" y="271"/>
                  <a:pt x="327" y="271"/>
                  <a:pt x="327" y="271"/>
                </a:cubicBezTo>
                <a:cubicBezTo>
                  <a:pt x="327" y="271"/>
                  <a:pt x="327" y="271"/>
                  <a:pt x="327" y="271"/>
                </a:cubicBezTo>
                <a:cubicBezTo>
                  <a:pt x="327" y="274"/>
                  <a:pt x="327" y="274"/>
                  <a:pt x="327" y="274"/>
                </a:cubicBezTo>
                <a:cubicBezTo>
                  <a:pt x="327" y="274"/>
                  <a:pt x="327" y="274"/>
                  <a:pt x="327" y="274"/>
                </a:cubicBezTo>
                <a:cubicBezTo>
                  <a:pt x="320" y="278"/>
                  <a:pt x="320" y="278"/>
                  <a:pt x="320" y="278"/>
                </a:cubicBezTo>
                <a:cubicBezTo>
                  <a:pt x="320" y="278"/>
                  <a:pt x="320" y="278"/>
                  <a:pt x="320" y="278"/>
                </a:cubicBezTo>
                <a:cubicBezTo>
                  <a:pt x="317" y="281"/>
                  <a:pt x="317" y="281"/>
                  <a:pt x="317" y="281"/>
                </a:cubicBezTo>
                <a:cubicBezTo>
                  <a:pt x="317" y="281"/>
                  <a:pt x="317" y="281"/>
                  <a:pt x="317" y="281"/>
                </a:cubicBezTo>
                <a:cubicBezTo>
                  <a:pt x="313" y="285"/>
                  <a:pt x="313" y="285"/>
                  <a:pt x="313" y="285"/>
                </a:cubicBezTo>
                <a:cubicBezTo>
                  <a:pt x="313" y="285"/>
                  <a:pt x="313" y="285"/>
                  <a:pt x="313" y="285"/>
                </a:cubicBezTo>
                <a:cubicBezTo>
                  <a:pt x="311" y="289"/>
                  <a:pt x="311" y="289"/>
                  <a:pt x="311" y="289"/>
                </a:cubicBezTo>
                <a:cubicBezTo>
                  <a:pt x="311" y="289"/>
                  <a:pt x="311" y="289"/>
                  <a:pt x="311" y="289"/>
                </a:cubicBezTo>
                <a:cubicBezTo>
                  <a:pt x="308" y="295"/>
                  <a:pt x="308" y="295"/>
                  <a:pt x="308" y="295"/>
                </a:cubicBezTo>
                <a:cubicBezTo>
                  <a:pt x="308" y="295"/>
                  <a:pt x="308" y="295"/>
                  <a:pt x="308" y="295"/>
                </a:cubicBezTo>
                <a:cubicBezTo>
                  <a:pt x="305" y="299"/>
                  <a:pt x="305" y="299"/>
                  <a:pt x="305" y="299"/>
                </a:cubicBezTo>
                <a:cubicBezTo>
                  <a:pt x="305" y="299"/>
                  <a:pt x="305" y="299"/>
                  <a:pt x="305" y="299"/>
                </a:cubicBezTo>
                <a:cubicBezTo>
                  <a:pt x="302" y="304"/>
                  <a:pt x="302" y="304"/>
                  <a:pt x="302" y="304"/>
                </a:cubicBezTo>
                <a:cubicBezTo>
                  <a:pt x="302" y="304"/>
                  <a:pt x="302" y="304"/>
                  <a:pt x="302" y="304"/>
                </a:cubicBezTo>
                <a:cubicBezTo>
                  <a:pt x="299" y="307"/>
                  <a:pt x="299" y="307"/>
                  <a:pt x="299" y="307"/>
                </a:cubicBezTo>
                <a:cubicBezTo>
                  <a:pt x="299" y="307"/>
                  <a:pt x="299" y="307"/>
                  <a:pt x="299" y="307"/>
                </a:cubicBezTo>
                <a:cubicBezTo>
                  <a:pt x="260" y="352"/>
                  <a:pt x="260" y="352"/>
                  <a:pt x="260" y="352"/>
                </a:cubicBezTo>
                <a:cubicBezTo>
                  <a:pt x="260" y="352"/>
                  <a:pt x="260" y="352"/>
                  <a:pt x="260" y="352"/>
                </a:cubicBezTo>
                <a:cubicBezTo>
                  <a:pt x="301" y="268"/>
                  <a:pt x="301" y="268"/>
                  <a:pt x="301" y="268"/>
                </a:cubicBezTo>
                <a:cubicBezTo>
                  <a:pt x="301" y="268"/>
                  <a:pt x="301" y="268"/>
                  <a:pt x="301" y="268"/>
                </a:cubicBezTo>
                <a:cubicBezTo>
                  <a:pt x="300" y="268"/>
                  <a:pt x="300" y="268"/>
                  <a:pt x="300" y="268"/>
                </a:cubicBezTo>
                <a:cubicBezTo>
                  <a:pt x="300" y="268"/>
                  <a:pt x="300" y="268"/>
                  <a:pt x="300" y="268"/>
                </a:cubicBezTo>
                <a:cubicBezTo>
                  <a:pt x="300" y="267"/>
                  <a:pt x="300" y="267"/>
                  <a:pt x="300" y="267"/>
                </a:cubicBezTo>
                <a:cubicBezTo>
                  <a:pt x="300" y="267"/>
                  <a:pt x="300" y="267"/>
                  <a:pt x="300" y="267"/>
                </a:cubicBezTo>
                <a:cubicBezTo>
                  <a:pt x="299" y="267"/>
                  <a:pt x="299" y="267"/>
                  <a:pt x="299" y="267"/>
                </a:cubicBezTo>
                <a:cubicBezTo>
                  <a:pt x="299" y="267"/>
                  <a:pt x="299" y="267"/>
                  <a:pt x="299" y="267"/>
                </a:cubicBezTo>
                <a:cubicBezTo>
                  <a:pt x="299" y="266"/>
                  <a:pt x="299" y="266"/>
                  <a:pt x="299" y="266"/>
                </a:cubicBezTo>
                <a:cubicBezTo>
                  <a:pt x="299" y="266"/>
                  <a:pt x="299" y="266"/>
                  <a:pt x="299" y="266"/>
                </a:cubicBezTo>
                <a:cubicBezTo>
                  <a:pt x="298" y="266"/>
                  <a:pt x="298" y="266"/>
                  <a:pt x="298" y="266"/>
                </a:cubicBezTo>
                <a:cubicBezTo>
                  <a:pt x="298" y="266"/>
                  <a:pt x="298" y="266"/>
                  <a:pt x="298" y="266"/>
                </a:cubicBezTo>
                <a:cubicBezTo>
                  <a:pt x="297" y="265"/>
                  <a:pt x="297" y="265"/>
                  <a:pt x="297" y="265"/>
                </a:cubicBezTo>
                <a:cubicBezTo>
                  <a:pt x="297" y="265"/>
                  <a:pt x="297" y="265"/>
                  <a:pt x="297" y="265"/>
                </a:cubicBezTo>
                <a:cubicBezTo>
                  <a:pt x="296" y="264"/>
                  <a:pt x="296" y="264"/>
                  <a:pt x="296" y="264"/>
                </a:cubicBezTo>
                <a:cubicBezTo>
                  <a:pt x="296" y="264"/>
                  <a:pt x="296" y="264"/>
                  <a:pt x="296" y="264"/>
                </a:cubicBezTo>
                <a:cubicBezTo>
                  <a:pt x="296" y="263"/>
                  <a:pt x="296" y="263"/>
                  <a:pt x="296" y="263"/>
                </a:cubicBezTo>
                <a:cubicBezTo>
                  <a:pt x="296" y="263"/>
                  <a:pt x="296" y="263"/>
                  <a:pt x="296" y="263"/>
                </a:cubicBezTo>
                <a:cubicBezTo>
                  <a:pt x="267" y="275"/>
                  <a:pt x="267" y="275"/>
                  <a:pt x="267" y="275"/>
                </a:cubicBezTo>
                <a:cubicBezTo>
                  <a:pt x="267" y="275"/>
                  <a:pt x="267" y="275"/>
                  <a:pt x="267" y="275"/>
                </a:cubicBezTo>
                <a:cubicBezTo>
                  <a:pt x="265" y="279"/>
                  <a:pt x="265" y="279"/>
                  <a:pt x="265" y="279"/>
                </a:cubicBezTo>
                <a:cubicBezTo>
                  <a:pt x="265" y="279"/>
                  <a:pt x="265" y="279"/>
                  <a:pt x="265" y="279"/>
                </a:cubicBezTo>
                <a:cubicBezTo>
                  <a:pt x="265" y="281"/>
                  <a:pt x="265" y="281"/>
                  <a:pt x="265" y="281"/>
                </a:cubicBezTo>
                <a:cubicBezTo>
                  <a:pt x="265" y="281"/>
                  <a:pt x="265" y="281"/>
                  <a:pt x="265" y="281"/>
                </a:cubicBezTo>
                <a:cubicBezTo>
                  <a:pt x="267" y="282"/>
                  <a:pt x="267" y="282"/>
                  <a:pt x="267" y="282"/>
                </a:cubicBezTo>
                <a:cubicBezTo>
                  <a:pt x="267" y="282"/>
                  <a:pt x="267" y="282"/>
                  <a:pt x="267" y="282"/>
                </a:cubicBezTo>
                <a:cubicBezTo>
                  <a:pt x="269" y="282"/>
                  <a:pt x="269" y="282"/>
                  <a:pt x="269" y="282"/>
                </a:cubicBezTo>
                <a:cubicBezTo>
                  <a:pt x="269" y="282"/>
                  <a:pt x="269" y="282"/>
                  <a:pt x="269" y="282"/>
                </a:cubicBezTo>
                <a:cubicBezTo>
                  <a:pt x="271" y="282"/>
                  <a:pt x="271" y="282"/>
                  <a:pt x="271" y="282"/>
                </a:cubicBezTo>
                <a:cubicBezTo>
                  <a:pt x="271" y="282"/>
                  <a:pt x="271" y="282"/>
                  <a:pt x="271" y="282"/>
                </a:cubicBezTo>
                <a:cubicBezTo>
                  <a:pt x="272" y="284"/>
                  <a:pt x="272" y="284"/>
                  <a:pt x="272" y="284"/>
                </a:cubicBezTo>
                <a:cubicBezTo>
                  <a:pt x="272" y="284"/>
                  <a:pt x="272" y="284"/>
                  <a:pt x="272" y="284"/>
                </a:cubicBezTo>
                <a:cubicBezTo>
                  <a:pt x="274" y="285"/>
                  <a:pt x="274" y="285"/>
                  <a:pt x="274" y="285"/>
                </a:cubicBezTo>
                <a:cubicBezTo>
                  <a:pt x="274" y="285"/>
                  <a:pt x="274" y="285"/>
                  <a:pt x="274" y="285"/>
                </a:cubicBezTo>
                <a:cubicBezTo>
                  <a:pt x="275" y="286"/>
                  <a:pt x="275" y="286"/>
                  <a:pt x="275" y="286"/>
                </a:cubicBezTo>
                <a:cubicBezTo>
                  <a:pt x="275" y="286"/>
                  <a:pt x="275" y="286"/>
                  <a:pt x="275" y="286"/>
                </a:cubicBezTo>
                <a:cubicBezTo>
                  <a:pt x="277" y="287"/>
                  <a:pt x="277" y="287"/>
                  <a:pt x="277" y="287"/>
                </a:cubicBezTo>
                <a:cubicBezTo>
                  <a:pt x="277" y="287"/>
                  <a:pt x="277" y="287"/>
                  <a:pt x="277" y="287"/>
                </a:cubicBezTo>
                <a:cubicBezTo>
                  <a:pt x="273" y="294"/>
                  <a:pt x="273" y="294"/>
                  <a:pt x="273" y="294"/>
                </a:cubicBezTo>
                <a:cubicBezTo>
                  <a:pt x="273" y="294"/>
                  <a:pt x="273" y="294"/>
                  <a:pt x="273" y="294"/>
                </a:cubicBezTo>
                <a:cubicBezTo>
                  <a:pt x="267" y="298"/>
                  <a:pt x="267" y="298"/>
                  <a:pt x="267" y="298"/>
                </a:cubicBezTo>
                <a:cubicBezTo>
                  <a:pt x="267" y="298"/>
                  <a:pt x="267" y="298"/>
                  <a:pt x="267" y="298"/>
                </a:cubicBezTo>
                <a:cubicBezTo>
                  <a:pt x="260" y="302"/>
                  <a:pt x="260" y="302"/>
                  <a:pt x="260" y="302"/>
                </a:cubicBezTo>
                <a:cubicBezTo>
                  <a:pt x="260" y="302"/>
                  <a:pt x="260" y="302"/>
                  <a:pt x="260" y="302"/>
                </a:cubicBezTo>
                <a:cubicBezTo>
                  <a:pt x="254" y="306"/>
                  <a:pt x="254" y="306"/>
                  <a:pt x="254" y="306"/>
                </a:cubicBezTo>
                <a:cubicBezTo>
                  <a:pt x="254" y="306"/>
                  <a:pt x="254" y="306"/>
                  <a:pt x="254" y="306"/>
                </a:cubicBezTo>
                <a:cubicBezTo>
                  <a:pt x="248" y="311"/>
                  <a:pt x="248" y="311"/>
                  <a:pt x="248" y="311"/>
                </a:cubicBezTo>
                <a:cubicBezTo>
                  <a:pt x="248" y="311"/>
                  <a:pt x="248" y="311"/>
                  <a:pt x="248" y="311"/>
                </a:cubicBezTo>
                <a:cubicBezTo>
                  <a:pt x="243" y="316"/>
                  <a:pt x="243" y="316"/>
                  <a:pt x="243" y="316"/>
                </a:cubicBezTo>
                <a:cubicBezTo>
                  <a:pt x="243" y="316"/>
                  <a:pt x="243" y="316"/>
                  <a:pt x="243" y="316"/>
                </a:cubicBezTo>
                <a:cubicBezTo>
                  <a:pt x="241" y="323"/>
                  <a:pt x="241" y="323"/>
                  <a:pt x="241" y="323"/>
                </a:cubicBezTo>
                <a:cubicBezTo>
                  <a:pt x="241" y="323"/>
                  <a:pt x="241" y="323"/>
                  <a:pt x="241" y="323"/>
                </a:cubicBezTo>
                <a:cubicBezTo>
                  <a:pt x="243" y="331"/>
                  <a:pt x="243" y="331"/>
                  <a:pt x="243" y="331"/>
                </a:cubicBezTo>
                <a:cubicBezTo>
                  <a:pt x="243" y="331"/>
                  <a:pt x="243" y="331"/>
                  <a:pt x="243" y="331"/>
                </a:cubicBezTo>
                <a:cubicBezTo>
                  <a:pt x="243" y="333"/>
                  <a:pt x="243" y="333"/>
                  <a:pt x="243" y="333"/>
                </a:cubicBezTo>
                <a:cubicBezTo>
                  <a:pt x="243" y="333"/>
                  <a:pt x="243" y="333"/>
                  <a:pt x="243" y="333"/>
                </a:cubicBezTo>
                <a:cubicBezTo>
                  <a:pt x="244" y="334"/>
                  <a:pt x="244" y="334"/>
                  <a:pt x="244" y="334"/>
                </a:cubicBezTo>
                <a:cubicBezTo>
                  <a:pt x="244" y="334"/>
                  <a:pt x="244" y="334"/>
                  <a:pt x="244" y="334"/>
                </a:cubicBezTo>
                <a:cubicBezTo>
                  <a:pt x="246" y="335"/>
                  <a:pt x="246" y="335"/>
                  <a:pt x="246" y="335"/>
                </a:cubicBezTo>
                <a:cubicBezTo>
                  <a:pt x="246" y="335"/>
                  <a:pt x="246" y="335"/>
                  <a:pt x="246" y="335"/>
                </a:cubicBezTo>
                <a:cubicBezTo>
                  <a:pt x="248" y="335"/>
                  <a:pt x="248" y="335"/>
                  <a:pt x="248" y="335"/>
                </a:cubicBezTo>
                <a:cubicBezTo>
                  <a:pt x="248" y="335"/>
                  <a:pt x="248" y="335"/>
                  <a:pt x="248" y="335"/>
                </a:cubicBezTo>
                <a:cubicBezTo>
                  <a:pt x="249" y="336"/>
                  <a:pt x="249" y="336"/>
                  <a:pt x="249" y="336"/>
                </a:cubicBezTo>
                <a:cubicBezTo>
                  <a:pt x="249" y="336"/>
                  <a:pt x="249" y="336"/>
                  <a:pt x="249" y="336"/>
                </a:cubicBezTo>
                <a:cubicBezTo>
                  <a:pt x="250" y="336"/>
                  <a:pt x="250" y="336"/>
                  <a:pt x="250" y="336"/>
                </a:cubicBezTo>
                <a:cubicBezTo>
                  <a:pt x="250" y="336"/>
                  <a:pt x="250" y="336"/>
                  <a:pt x="250" y="336"/>
                </a:cubicBezTo>
                <a:cubicBezTo>
                  <a:pt x="251" y="337"/>
                  <a:pt x="251" y="337"/>
                  <a:pt x="251" y="337"/>
                </a:cubicBezTo>
                <a:cubicBezTo>
                  <a:pt x="251" y="337"/>
                  <a:pt x="251" y="337"/>
                  <a:pt x="251" y="337"/>
                </a:cubicBezTo>
                <a:cubicBezTo>
                  <a:pt x="253" y="338"/>
                  <a:pt x="253" y="338"/>
                  <a:pt x="253" y="338"/>
                </a:cubicBezTo>
                <a:cubicBezTo>
                  <a:pt x="253" y="338"/>
                  <a:pt x="253" y="338"/>
                  <a:pt x="253" y="338"/>
                </a:cubicBezTo>
                <a:cubicBezTo>
                  <a:pt x="208" y="370"/>
                  <a:pt x="208" y="370"/>
                  <a:pt x="208" y="370"/>
                </a:cubicBezTo>
                <a:cubicBezTo>
                  <a:pt x="208" y="370"/>
                  <a:pt x="208" y="370"/>
                  <a:pt x="208" y="370"/>
                </a:cubicBezTo>
                <a:cubicBezTo>
                  <a:pt x="189" y="384"/>
                  <a:pt x="189" y="384"/>
                  <a:pt x="189" y="384"/>
                </a:cubicBezTo>
                <a:cubicBezTo>
                  <a:pt x="185" y="386"/>
                  <a:pt x="185" y="386"/>
                  <a:pt x="185" y="386"/>
                </a:cubicBezTo>
                <a:cubicBezTo>
                  <a:pt x="159" y="402"/>
                  <a:pt x="159" y="402"/>
                  <a:pt x="159" y="402"/>
                </a:cubicBezTo>
                <a:cubicBezTo>
                  <a:pt x="159" y="402"/>
                  <a:pt x="159" y="402"/>
                  <a:pt x="159" y="402"/>
                </a:cubicBezTo>
                <a:cubicBezTo>
                  <a:pt x="158" y="404"/>
                  <a:pt x="158" y="404"/>
                  <a:pt x="158" y="404"/>
                </a:cubicBezTo>
                <a:cubicBezTo>
                  <a:pt x="158" y="404"/>
                  <a:pt x="158" y="404"/>
                  <a:pt x="158" y="404"/>
                </a:cubicBezTo>
                <a:cubicBezTo>
                  <a:pt x="157" y="405"/>
                  <a:pt x="157" y="405"/>
                  <a:pt x="157" y="405"/>
                </a:cubicBezTo>
                <a:cubicBezTo>
                  <a:pt x="157" y="405"/>
                  <a:pt x="157" y="405"/>
                  <a:pt x="157" y="405"/>
                </a:cubicBezTo>
                <a:cubicBezTo>
                  <a:pt x="157" y="406"/>
                  <a:pt x="157" y="406"/>
                  <a:pt x="157" y="406"/>
                </a:cubicBezTo>
                <a:cubicBezTo>
                  <a:pt x="157" y="406"/>
                  <a:pt x="157" y="406"/>
                  <a:pt x="157" y="406"/>
                </a:cubicBezTo>
                <a:cubicBezTo>
                  <a:pt x="157" y="407"/>
                  <a:pt x="157" y="407"/>
                  <a:pt x="157" y="407"/>
                </a:cubicBezTo>
                <a:cubicBezTo>
                  <a:pt x="157" y="407"/>
                  <a:pt x="157" y="407"/>
                  <a:pt x="157" y="407"/>
                </a:cubicBezTo>
                <a:cubicBezTo>
                  <a:pt x="157" y="409"/>
                  <a:pt x="157" y="409"/>
                  <a:pt x="157" y="409"/>
                </a:cubicBezTo>
                <a:cubicBezTo>
                  <a:pt x="157" y="409"/>
                  <a:pt x="157" y="409"/>
                  <a:pt x="157" y="409"/>
                </a:cubicBezTo>
                <a:cubicBezTo>
                  <a:pt x="157" y="410"/>
                  <a:pt x="157" y="410"/>
                  <a:pt x="157" y="410"/>
                </a:cubicBezTo>
                <a:cubicBezTo>
                  <a:pt x="157" y="410"/>
                  <a:pt x="157" y="410"/>
                  <a:pt x="157" y="410"/>
                </a:cubicBezTo>
                <a:cubicBezTo>
                  <a:pt x="157" y="410"/>
                  <a:pt x="157" y="410"/>
                  <a:pt x="157" y="410"/>
                </a:cubicBezTo>
                <a:cubicBezTo>
                  <a:pt x="157" y="410"/>
                  <a:pt x="157" y="410"/>
                  <a:pt x="157" y="410"/>
                </a:cubicBezTo>
                <a:cubicBezTo>
                  <a:pt x="158" y="411"/>
                  <a:pt x="158" y="411"/>
                  <a:pt x="158" y="411"/>
                </a:cubicBezTo>
                <a:cubicBezTo>
                  <a:pt x="158" y="411"/>
                  <a:pt x="158" y="411"/>
                  <a:pt x="158" y="411"/>
                </a:cubicBezTo>
                <a:cubicBezTo>
                  <a:pt x="161" y="412"/>
                  <a:pt x="161" y="412"/>
                  <a:pt x="161" y="412"/>
                </a:cubicBezTo>
                <a:cubicBezTo>
                  <a:pt x="161" y="412"/>
                  <a:pt x="161" y="412"/>
                  <a:pt x="161" y="412"/>
                </a:cubicBezTo>
                <a:cubicBezTo>
                  <a:pt x="165" y="412"/>
                  <a:pt x="165" y="412"/>
                  <a:pt x="165" y="412"/>
                </a:cubicBezTo>
                <a:cubicBezTo>
                  <a:pt x="165" y="412"/>
                  <a:pt x="165" y="412"/>
                  <a:pt x="165" y="412"/>
                </a:cubicBezTo>
                <a:cubicBezTo>
                  <a:pt x="168" y="411"/>
                  <a:pt x="168" y="411"/>
                  <a:pt x="168" y="411"/>
                </a:cubicBezTo>
                <a:cubicBezTo>
                  <a:pt x="168" y="411"/>
                  <a:pt x="168" y="411"/>
                  <a:pt x="168" y="411"/>
                </a:cubicBezTo>
                <a:cubicBezTo>
                  <a:pt x="172" y="410"/>
                  <a:pt x="172" y="410"/>
                  <a:pt x="172" y="410"/>
                </a:cubicBezTo>
                <a:cubicBezTo>
                  <a:pt x="172" y="410"/>
                  <a:pt x="172" y="410"/>
                  <a:pt x="172" y="410"/>
                </a:cubicBezTo>
                <a:cubicBezTo>
                  <a:pt x="175" y="409"/>
                  <a:pt x="175" y="409"/>
                  <a:pt x="175" y="409"/>
                </a:cubicBezTo>
                <a:cubicBezTo>
                  <a:pt x="175" y="409"/>
                  <a:pt x="175" y="409"/>
                  <a:pt x="175" y="409"/>
                </a:cubicBezTo>
                <a:cubicBezTo>
                  <a:pt x="178" y="406"/>
                  <a:pt x="178" y="406"/>
                  <a:pt x="178" y="406"/>
                </a:cubicBezTo>
                <a:cubicBezTo>
                  <a:pt x="178" y="406"/>
                  <a:pt x="178" y="406"/>
                  <a:pt x="178" y="406"/>
                </a:cubicBezTo>
                <a:cubicBezTo>
                  <a:pt x="181" y="404"/>
                  <a:pt x="181" y="404"/>
                  <a:pt x="181" y="404"/>
                </a:cubicBezTo>
                <a:cubicBezTo>
                  <a:pt x="181" y="404"/>
                  <a:pt x="181" y="404"/>
                  <a:pt x="181" y="404"/>
                </a:cubicBezTo>
                <a:cubicBezTo>
                  <a:pt x="185" y="401"/>
                  <a:pt x="185" y="401"/>
                  <a:pt x="185" y="401"/>
                </a:cubicBezTo>
                <a:cubicBezTo>
                  <a:pt x="185" y="401"/>
                  <a:pt x="185" y="401"/>
                  <a:pt x="185" y="401"/>
                </a:cubicBezTo>
                <a:cubicBezTo>
                  <a:pt x="212" y="386"/>
                  <a:pt x="212" y="386"/>
                  <a:pt x="212" y="386"/>
                </a:cubicBezTo>
                <a:cubicBezTo>
                  <a:pt x="212" y="386"/>
                  <a:pt x="212" y="386"/>
                  <a:pt x="212" y="386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198" y="400"/>
                  <a:pt x="198" y="400"/>
                  <a:pt x="198" y="400"/>
                </a:cubicBezTo>
                <a:cubicBezTo>
                  <a:pt x="198" y="400"/>
                  <a:pt x="198" y="400"/>
                  <a:pt x="198" y="400"/>
                </a:cubicBezTo>
                <a:cubicBezTo>
                  <a:pt x="190" y="407"/>
                  <a:pt x="190" y="407"/>
                  <a:pt x="190" y="407"/>
                </a:cubicBezTo>
                <a:cubicBezTo>
                  <a:pt x="190" y="407"/>
                  <a:pt x="190" y="407"/>
                  <a:pt x="190" y="407"/>
                </a:cubicBezTo>
                <a:cubicBezTo>
                  <a:pt x="182" y="412"/>
                  <a:pt x="182" y="412"/>
                  <a:pt x="182" y="412"/>
                </a:cubicBezTo>
                <a:cubicBezTo>
                  <a:pt x="182" y="412"/>
                  <a:pt x="182" y="412"/>
                  <a:pt x="182" y="412"/>
                </a:cubicBezTo>
                <a:cubicBezTo>
                  <a:pt x="174" y="419"/>
                  <a:pt x="174" y="419"/>
                  <a:pt x="174" y="419"/>
                </a:cubicBezTo>
                <a:cubicBezTo>
                  <a:pt x="174" y="419"/>
                  <a:pt x="174" y="419"/>
                  <a:pt x="174" y="419"/>
                </a:cubicBezTo>
                <a:cubicBezTo>
                  <a:pt x="166" y="424"/>
                  <a:pt x="166" y="424"/>
                  <a:pt x="166" y="424"/>
                </a:cubicBezTo>
                <a:cubicBezTo>
                  <a:pt x="166" y="424"/>
                  <a:pt x="166" y="424"/>
                  <a:pt x="166" y="424"/>
                </a:cubicBezTo>
                <a:cubicBezTo>
                  <a:pt x="156" y="430"/>
                  <a:pt x="156" y="430"/>
                  <a:pt x="156" y="430"/>
                </a:cubicBezTo>
                <a:cubicBezTo>
                  <a:pt x="156" y="430"/>
                  <a:pt x="156" y="430"/>
                  <a:pt x="156" y="430"/>
                </a:cubicBezTo>
                <a:cubicBezTo>
                  <a:pt x="149" y="436"/>
                  <a:pt x="149" y="436"/>
                  <a:pt x="149" y="436"/>
                </a:cubicBezTo>
                <a:cubicBezTo>
                  <a:pt x="149" y="436"/>
                  <a:pt x="149" y="436"/>
                  <a:pt x="149" y="436"/>
                </a:cubicBezTo>
                <a:cubicBezTo>
                  <a:pt x="147" y="437"/>
                  <a:pt x="147" y="437"/>
                  <a:pt x="147" y="437"/>
                </a:cubicBezTo>
                <a:cubicBezTo>
                  <a:pt x="147" y="437"/>
                  <a:pt x="147" y="437"/>
                  <a:pt x="147" y="437"/>
                </a:cubicBezTo>
                <a:cubicBezTo>
                  <a:pt x="146" y="437"/>
                  <a:pt x="146" y="437"/>
                  <a:pt x="146" y="437"/>
                </a:cubicBezTo>
                <a:cubicBezTo>
                  <a:pt x="146" y="437"/>
                  <a:pt x="146" y="437"/>
                  <a:pt x="146" y="437"/>
                </a:cubicBezTo>
                <a:cubicBezTo>
                  <a:pt x="144" y="437"/>
                  <a:pt x="144" y="437"/>
                  <a:pt x="144" y="437"/>
                </a:cubicBezTo>
                <a:cubicBezTo>
                  <a:pt x="144" y="437"/>
                  <a:pt x="144" y="437"/>
                  <a:pt x="144" y="437"/>
                </a:cubicBezTo>
                <a:cubicBezTo>
                  <a:pt x="142" y="437"/>
                  <a:pt x="142" y="437"/>
                  <a:pt x="142" y="437"/>
                </a:cubicBezTo>
                <a:cubicBezTo>
                  <a:pt x="142" y="437"/>
                  <a:pt x="142" y="437"/>
                  <a:pt x="142" y="437"/>
                </a:cubicBezTo>
                <a:cubicBezTo>
                  <a:pt x="140" y="437"/>
                  <a:pt x="140" y="437"/>
                  <a:pt x="140" y="437"/>
                </a:cubicBezTo>
                <a:cubicBezTo>
                  <a:pt x="140" y="437"/>
                  <a:pt x="140" y="437"/>
                  <a:pt x="140" y="437"/>
                </a:cubicBezTo>
                <a:cubicBezTo>
                  <a:pt x="139" y="436"/>
                  <a:pt x="139" y="436"/>
                  <a:pt x="139" y="436"/>
                </a:cubicBezTo>
                <a:cubicBezTo>
                  <a:pt x="139" y="436"/>
                  <a:pt x="139" y="436"/>
                  <a:pt x="139" y="436"/>
                </a:cubicBezTo>
                <a:cubicBezTo>
                  <a:pt x="137" y="436"/>
                  <a:pt x="137" y="436"/>
                  <a:pt x="137" y="436"/>
                </a:cubicBezTo>
                <a:cubicBezTo>
                  <a:pt x="137" y="436"/>
                  <a:pt x="137" y="436"/>
                  <a:pt x="137" y="436"/>
                </a:cubicBezTo>
                <a:cubicBezTo>
                  <a:pt x="137" y="434"/>
                  <a:pt x="137" y="434"/>
                  <a:pt x="137" y="434"/>
                </a:cubicBezTo>
                <a:cubicBezTo>
                  <a:pt x="137" y="434"/>
                  <a:pt x="137" y="434"/>
                  <a:pt x="137" y="434"/>
                </a:cubicBezTo>
                <a:cubicBezTo>
                  <a:pt x="136" y="432"/>
                  <a:pt x="136" y="432"/>
                  <a:pt x="136" y="432"/>
                </a:cubicBezTo>
                <a:cubicBezTo>
                  <a:pt x="136" y="432"/>
                  <a:pt x="136" y="432"/>
                  <a:pt x="136" y="432"/>
                </a:cubicBezTo>
                <a:cubicBezTo>
                  <a:pt x="135" y="430"/>
                  <a:pt x="135" y="430"/>
                  <a:pt x="135" y="430"/>
                </a:cubicBezTo>
                <a:cubicBezTo>
                  <a:pt x="135" y="430"/>
                  <a:pt x="135" y="430"/>
                  <a:pt x="135" y="430"/>
                </a:cubicBezTo>
                <a:cubicBezTo>
                  <a:pt x="133" y="427"/>
                  <a:pt x="133" y="427"/>
                  <a:pt x="133" y="427"/>
                </a:cubicBezTo>
                <a:cubicBezTo>
                  <a:pt x="133" y="427"/>
                  <a:pt x="133" y="427"/>
                  <a:pt x="133" y="427"/>
                </a:cubicBezTo>
                <a:cubicBezTo>
                  <a:pt x="131" y="424"/>
                  <a:pt x="131" y="424"/>
                  <a:pt x="131" y="424"/>
                </a:cubicBezTo>
                <a:cubicBezTo>
                  <a:pt x="131" y="424"/>
                  <a:pt x="131" y="424"/>
                  <a:pt x="131" y="424"/>
                </a:cubicBezTo>
                <a:cubicBezTo>
                  <a:pt x="129" y="423"/>
                  <a:pt x="129" y="423"/>
                  <a:pt x="129" y="423"/>
                </a:cubicBezTo>
                <a:cubicBezTo>
                  <a:pt x="129" y="423"/>
                  <a:pt x="129" y="423"/>
                  <a:pt x="129" y="423"/>
                </a:cubicBezTo>
                <a:cubicBezTo>
                  <a:pt x="129" y="420"/>
                  <a:pt x="129" y="420"/>
                  <a:pt x="129" y="420"/>
                </a:cubicBezTo>
                <a:cubicBezTo>
                  <a:pt x="129" y="420"/>
                  <a:pt x="129" y="420"/>
                  <a:pt x="129" y="420"/>
                </a:cubicBezTo>
                <a:cubicBezTo>
                  <a:pt x="129" y="417"/>
                  <a:pt x="129" y="417"/>
                  <a:pt x="129" y="417"/>
                </a:cubicBezTo>
                <a:cubicBezTo>
                  <a:pt x="129" y="417"/>
                  <a:pt x="129" y="417"/>
                  <a:pt x="129" y="417"/>
                </a:cubicBezTo>
                <a:cubicBezTo>
                  <a:pt x="132" y="414"/>
                  <a:pt x="132" y="414"/>
                  <a:pt x="132" y="414"/>
                </a:cubicBezTo>
                <a:cubicBezTo>
                  <a:pt x="132" y="414"/>
                  <a:pt x="132" y="414"/>
                  <a:pt x="132" y="414"/>
                </a:cubicBezTo>
                <a:cubicBezTo>
                  <a:pt x="187" y="380"/>
                  <a:pt x="187" y="380"/>
                  <a:pt x="187" y="380"/>
                </a:cubicBezTo>
                <a:cubicBezTo>
                  <a:pt x="187" y="380"/>
                  <a:pt x="187" y="380"/>
                  <a:pt x="187" y="380"/>
                </a:cubicBezTo>
                <a:cubicBezTo>
                  <a:pt x="187" y="380"/>
                  <a:pt x="187" y="380"/>
                  <a:pt x="187" y="380"/>
                </a:cubicBezTo>
                <a:cubicBezTo>
                  <a:pt x="187" y="380"/>
                  <a:pt x="187" y="380"/>
                  <a:pt x="187" y="380"/>
                </a:cubicBezTo>
                <a:cubicBezTo>
                  <a:pt x="188" y="380"/>
                  <a:pt x="188" y="380"/>
                  <a:pt x="188" y="380"/>
                </a:cubicBezTo>
                <a:cubicBezTo>
                  <a:pt x="188" y="380"/>
                  <a:pt x="188" y="380"/>
                  <a:pt x="188" y="380"/>
                </a:cubicBezTo>
                <a:cubicBezTo>
                  <a:pt x="189" y="379"/>
                  <a:pt x="189" y="379"/>
                  <a:pt x="189" y="379"/>
                </a:cubicBezTo>
                <a:cubicBezTo>
                  <a:pt x="189" y="379"/>
                  <a:pt x="189" y="379"/>
                  <a:pt x="189" y="379"/>
                </a:cubicBezTo>
                <a:cubicBezTo>
                  <a:pt x="191" y="378"/>
                  <a:pt x="191" y="378"/>
                  <a:pt x="191" y="378"/>
                </a:cubicBezTo>
                <a:cubicBezTo>
                  <a:pt x="191" y="378"/>
                  <a:pt x="191" y="378"/>
                  <a:pt x="191" y="378"/>
                </a:cubicBezTo>
                <a:cubicBezTo>
                  <a:pt x="191" y="378"/>
                  <a:pt x="191" y="378"/>
                  <a:pt x="191" y="378"/>
                </a:cubicBezTo>
                <a:cubicBezTo>
                  <a:pt x="191" y="378"/>
                  <a:pt x="191" y="378"/>
                  <a:pt x="191" y="378"/>
                </a:cubicBezTo>
                <a:cubicBezTo>
                  <a:pt x="193" y="376"/>
                  <a:pt x="193" y="376"/>
                  <a:pt x="193" y="376"/>
                </a:cubicBezTo>
                <a:cubicBezTo>
                  <a:pt x="193" y="376"/>
                  <a:pt x="193" y="376"/>
                  <a:pt x="193" y="376"/>
                </a:cubicBezTo>
                <a:cubicBezTo>
                  <a:pt x="194" y="376"/>
                  <a:pt x="194" y="376"/>
                  <a:pt x="194" y="376"/>
                </a:cubicBezTo>
                <a:cubicBezTo>
                  <a:pt x="194" y="376"/>
                  <a:pt x="194" y="376"/>
                  <a:pt x="194" y="376"/>
                </a:cubicBezTo>
                <a:cubicBezTo>
                  <a:pt x="196" y="374"/>
                  <a:pt x="196" y="374"/>
                  <a:pt x="196" y="374"/>
                </a:cubicBezTo>
                <a:cubicBezTo>
                  <a:pt x="196" y="374"/>
                  <a:pt x="196" y="374"/>
                  <a:pt x="196" y="374"/>
                </a:cubicBezTo>
                <a:cubicBezTo>
                  <a:pt x="196" y="374"/>
                  <a:pt x="196" y="374"/>
                  <a:pt x="196" y="374"/>
                </a:cubicBezTo>
                <a:cubicBezTo>
                  <a:pt x="196" y="374"/>
                  <a:pt x="196" y="374"/>
                  <a:pt x="196" y="374"/>
                </a:cubicBezTo>
                <a:cubicBezTo>
                  <a:pt x="196" y="372"/>
                  <a:pt x="196" y="372"/>
                  <a:pt x="196" y="372"/>
                </a:cubicBezTo>
                <a:cubicBezTo>
                  <a:pt x="196" y="372"/>
                  <a:pt x="196" y="372"/>
                  <a:pt x="196" y="372"/>
                </a:cubicBezTo>
                <a:cubicBezTo>
                  <a:pt x="196" y="372"/>
                  <a:pt x="196" y="372"/>
                  <a:pt x="196" y="372"/>
                </a:cubicBezTo>
                <a:cubicBezTo>
                  <a:pt x="196" y="372"/>
                  <a:pt x="196" y="372"/>
                  <a:pt x="196" y="372"/>
                </a:cubicBezTo>
                <a:cubicBezTo>
                  <a:pt x="197" y="370"/>
                  <a:pt x="197" y="370"/>
                  <a:pt x="197" y="370"/>
                </a:cubicBezTo>
                <a:cubicBezTo>
                  <a:pt x="197" y="370"/>
                  <a:pt x="197" y="370"/>
                  <a:pt x="197" y="370"/>
                </a:cubicBezTo>
                <a:cubicBezTo>
                  <a:pt x="196" y="369"/>
                  <a:pt x="196" y="369"/>
                  <a:pt x="196" y="369"/>
                </a:cubicBezTo>
                <a:cubicBezTo>
                  <a:pt x="196" y="369"/>
                  <a:pt x="196" y="369"/>
                  <a:pt x="196" y="369"/>
                </a:cubicBezTo>
                <a:cubicBezTo>
                  <a:pt x="196" y="367"/>
                  <a:pt x="196" y="367"/>
                  <a:pt x="196" y="367"/>
                </a:cubicBezTo>
                <a:cubicBezTo>
                  <a:pt x="196" y="367"/>
                  <a:pt x="196" y="367"/>
                  <a:pt x="196" y="367"/>
                </a:cubicBezTo>
                <a:cubicBezTo>
                  <a:pt x="196" y="367"/>
                  <a:pt x="196" y="367"/>
                  <a:pt x="196" y="367"/>
                </a:cubicBezTo>
                <a:cubicBezTo>
                  <a:pt x="196" y="367"/>
                  <a:pt x="196" y="367"/>
                  <a:pt x="196" y="367"/>
                </a:cubicBezTo>
                <a:cubicBezTo>
                  <a:pt x="196" y="365"/>
                  <a:pt x="196" y="365"/>
                  <a:pt x="196" y="365"/>
                </a:cubicBezTo>
                <a:cubicBezTo>
                  <a:pt x="196" y="365"/>
                  <a:pt x="196" y="365"/>
                  <a:pt x="196" y="365"/>
                </a:cubicBezTo>
                <a:cubicBezTo>
                  <a:pt x="191" y="365"/>
                  <a:pt x="191" y="365"/>
                  <a:pt x="191" y="365"/>
                </a:cubicBezTo>
                <a:cubicBezTo>
                  <a:pt x="191" y="365"/>
                  <a:pt x="191" y="365"/>
                  <a:pt x="191" y="365"/>
                </a:cubicBezTo>
                <a:cubicBezTo>
                  <a:pt x="189" y="363"/>
                  <a:pt x="189" y="363"/>
                  <a:pt x="189" y="363"/>
                </a:cubicBezTo>
                <a:cubicBezTo>
                  <a:pt x="189" y="363"/>
                  <a:pt x="189" y="363"/>
                  <a:pt x="189" y="363"/>
                </a:cubicBezTo>
                <a:cubicBezTo>
                  <a:pt x="186" y="361"/>
                  <a:pt x="186" y="361"/>
                  <a:pt x="186" y="361"/>
                </a:cubicBezTo>
                <a:cubicBezTo>
                  <a:pt x="186" y="361"/>
                  <a:pt x="186" y="361"/>
                  <a:pt x="186" y="361"/>
                </a:cubicBezTo>
                <a:cubicBezTo>
                  <a:pt x="185" y="358"/>
                  <a:pt x="185" y="358"/>
                  <a:pt x="185" y="358"/>
                </a:cubicBezTo>
                <a:cubicBezTo>
                  <a:pt x="185" y="358"/>
                  <a:pt x="185" y="358"/>
                  <a:pt x="185" y="358"/>
                </a:cubicBezTo>
                <a:cubicBezTo>
                  <a:pt x="183" y="355"/>
                  <a:pt x="183" y="355"/>
                  <a:pt x="183" y="355"/>
                </a:cubicBezTo>
                <a:cubicBezTo>
                  <a:pt x="183" y="355"/>
                  <a:pt x="183" y="355"/>
                  <a:pt x="183" y="355"/>
                </a:cubicBezTo>
                <a:cubicBezTo>
                  <a:pt x="182" y="353"/>
                  <a:pt x="182" y="353"/>
                  <a:pt x="182" y="353"/>
                </a:cubicBezTo>
                <a:cubicBezTo>
                  <a:pt x="182" y="353"/>
                  <a:pt x="182" y="353"/>
                  <a:pt x="182" y="353"/>
                </a:cubicBezTo>
                <a:cubicBezTo>
                  <a:pt x="182" y="351"/>
                  <a:pt x="182" y="350"/>
                  <a:pt x="181" y="349"/>
                </a:cubicBezTo>
                <a:cubicBezTo>
                  <a:pt x="181" y="349"/>
                  <a:pt x="181" y="349"/>
                  <a:pt x="181" y="349"/>
                </a:cubicBezTo>
                <a:cubicBezTo>
                  <a:pt x="181" y="348"/>
                  <a:pt x="181" y="346"/>
                  <a:pt x="180" y="345"/>
                </a:cubicBezTo>
                <a:cubicBezTo>
                  <a:pt x="180" y="345"/>
                  <a:pt x="180" y="345"/>
                  <a:pt x="180" y="345"/>
                </a:cubicBezTo>
                <a:cubicBezTo>
                  <a:pt x="179" y="341"/>
                  <a:pt x="178" y="338"/>
                  <a:pt x="177" y="334"/>
                </a:cubicBezTo>
                <a:cubicBezTo>
                  <a:pt x="177" y="334"/>
                  <a:pt x="177" y="334"/>
                  <a:pt x="177" y="334"/>
                </a:cubicBezTo>
                <a:cubicBezTo>
                  <a:pt x="177" y="326"/>
                  <a:pt x="178" y="319"/>
                  <a:pt x="178" y="311"/>
                </a:cubicBezTo>
                <a:cubicBezTo>
                  <a:pt x="178" y="311"/>
                  <a:pt x="178" y="311"/>
                  <a:pt x="178" y="311"/>
                </a:cubicBezTo>
                <a:cubicBezTo>
                  <a:pt x="180" y="308"/>
                  <a:pt x="181" y="304"/>
                  <a:pt x="182" y="300"/>
                </a:cubicBezTo>
                <a:cubicBezTo>
                  <a:pt x="182" y="300"/>
                  <a:pt x="182" y="300"/>
                  <a:pt x="182" y="300"/>
                </a:cubicBezTo>
                <a:cubicBezTo>
                  <a:pt x="184" y="297"/>
                  <a:pt x="185" y="293"/>
                  <a:pt x="187" y="290"/>
                </a:cubicBezTo>
                <a:cubicBezTo>
                  <a:pt x="187" y="290"/>
                  <a:pt x="187" y="290"/>
                  <a:pt x="187" y="290"/>
                </a:cubicBezTo>
                <a:cubicBezTo>
                  <a:pt x="189" y="287"/>
                  <a:pt x="191" y="283"/>
                  <a:pt x="193" y="280"/>
                </a:cubicBezTo>
                <a:cubicBezTo>
                  <a:pt x="193" y="280"/>
                  <a:pt x="193" y="280"/>
                  <a:pt x="193" y="280"/>
                </a:cubicBezTo>
                <a:cubicBezTo>
                  <a:pt x="195" y="276"/>
                  <a:pt x="197" y="273"/>
                  <a:pt x="199" y="269"/>
                </a:cubicBezTo>
                <a:cubicBezTo>
                  <a:pt x="199" y="269"/>
                  <a:pt x="199" y="269"/>
                  <a:pt x="199" y="269"/>
                </a:cubicBezTo>
                <a:cubicBezTo>
                  <a:pt x="207" y="259"/>
                  <a:pt x="207" y="259"/>
                  <a:pt x="207" y="259"/>
                </a:cubicBezTo>
                <a:cubicBezTo>
                  <a:pt x="207" y="259"/>
                  <a:pt x="207" y="259"/>
                  <a:pt x="207" y="259"/>
                </a:cubicBezTo>
                <a:cubicBezTo>
                  <a:pt x="194" y="268"/>
                  <a:pt x="181" y="276"/>
                  <a:pt x="168" y="284"/>
                </a:cubicBezTo>
                <a:cubicBezTo>
                  <a:pt x="168" y="284"/>
                  <a:pt x="168" y="284"/>
                  <a:pt x="168" y="284"/>
                </a:cubicBezTo>
                <a:cubicBezTo>
                  <a:pt x="163" y="288"/>
                  <a:pt x="160" y="289"/>
                  <a:pt x="154" y="285"/>
                </a:cubicBezTo>
                <a:cubicBezTo>
                  <a:pt x="154" y="285"/>
                  <a:pt x="154" y="285"/>
                  <a:pt x="154" y="285"/>
                </a:cubicBezTo>
                <a:cubicBezTo>
                  <a:pt x="153" y="285"/>
                  <a:pt x="152" y="285"/>
                  <a:pt x="151" y="285"/>
                </a:cubicBezTo>
                <a:cubicBezTo>
                  <a:pt x="151" y="285"/>
                  <a:pt x="151" y="285"/>
                  <a:pt x="151" y="285"/>
                </a:cubicBezTo>
                <a:cubicBezTo>
                  <a:pt x="150" y="285"/>
                  <a:pt x="150" y="284"/>
                  <a:pt x="149" y="283"/>
                </a:cubicBezTo>
                <a:cubicBezTo>
                  <a:pt x="149" y="283"/>
                  <a:pt x="149" y="283"/>
                  <a:pt x="149" y="283"/>
                </a:cubicBezTo>
                <a:cubicBezTo>
                  <a:pt x="148" y="283"/>
                  <a:pt x="147" y="282"/>
                  <a:pt x="146" y="282"/>
                </a:cubicBezTo>
                <a:cubicBezTo>
                  <a:pt x="146" y="282"/>
                  <a:pt x="146" y="282"/>
                  <a:pt x="146" y="282"/>
                </a:cubicBezTo>
                <a:cubicBezTo>
                  <a:pt x="145" y="281"/>
                  <a:pt x="145" y="280"/>
                  <a:pt x="145" y="279"/>
                </a:cubicBezTo>
                <a:cubicBezTo>
                  <a:pt x="145" y="279"/>
                  <a:pt x="145" y="279"/>
                  <a:pt x="145" y="279"/>
                </a:cubicBezTo>
                <a:cubicBezTo>
                  <a:pt x="142" y="278"/>
                  <a:pt x="140" y="276"/>
                  <a:pt x="138" y="274"/>
                </a:cubicBezTo>
                <a:cubicBezTo>
                  <a:pt x="138" y="274"/>
                  <a:pt x="138" y="274"/>
                  <a:pt x="138" y="274"/>
                </a:cubicBezTo>
                <a:cubicBezTo>
                  <a:pt x="138" y="274"/>
                  <a:pt x="137" y="273"/>
                  <a:pt x="136" y="273"/>
                </a:cubicBezTo>
                <a:cubicBezTo>
                  <a:pt x="136" y="273"/>
                  <a:pt x="136" y="273"/>
                  <a:pt x="136" y="273"/>
                </a:cubicBezTo>
                <a:cubicBezTo>
                  <a:pt x="136" y="273"/>
                  <a:pt x="135" y="273"/>
                  <a:pt x="134" y="272"/>
                </a:cubicBezTo>
                <a:cubicBezTo>
                  <a:pt x="134" y="272"/>
                  <a:pt x="134" y="272"/>
                  <a:pt x="134" y="272"/>
                </a:cubicBezTo>
                <a:cubicBezTo>
                  <a:pt x="133" y="272"/>
                  <a:pt x="133" y="272"/>
                  <a:pt x="132" y="271"/>
                </a:cubicBezTo>
                <a:cubicBezTo>
                  <a:pt x="132" y="271"/>
                  <a:pt x="132" y="271"/>
                  <a:pt x="132" y="271"/>
                </a:cubicBezTo>
                <a:cubicBezTo>
                  <a:pt x="132" y="271"/>
                  <a:pt x="131" y="270"/>
                  <a:pt x="131" y="269"/>
                </a:cubicBezTo>
                <a:cubicBezTo>
                  <a:pt x="131" y="269"/>
                  <a:pt x="131" y="269"/>
                  <a:pt x="131" y="269"/>
                </a:cubicBezTo>
                <a:cubicBezTo>
                  <a:pt x="130" y="270"/>
                  <a:pt x="129" y="270"/>
                  <a:pt x="128" y="270"/>
                </a:cubicBezTo>
                <a:cubicBezTo>
                  <a:pt x="128" y="270"/>
                  <a:pt x="128" y="270"/>
                  <a:pt x="128" y="270"/>
                </a:cubicBezTo>
                <a:cubicBezTo>
                  <a:pt x="127" y="271"/>
                  <a:pt x="126" y="271"/>
                  <a:pt x="126" y="271"/>
                </a:cubicBezTo>
                <a:cubicBezTo>
                  <a:pt x="126" y="271"/>
                  <a:pt x="126" y="271"/>
                  <a:pt x="126" y="271"/>
                </a:cubicBezTo>
                <a:cubicBezTo>
                  <a:pt x="125" y="272"/>
                  <a:pt x="125" y="273"/>
                  <a:pt x="125" y="273"/>
                </a:cubicBezTo>
                <a:cubicBezTo>
                  <a:pt x="125" y="273"/>
                  <a:pt x="125" y="273"/>
                  <a:pt x="125" y="273"/>
                </a:cubicBezTo>
                <a:cubicBezTo>
                  <a:pt x="124" y="274"/>
                  <a:pt x="124" y="274"/>
                  <a:pt x="123" y="275"/>
                </a:cubicBezTo>
                <a:cubicBezTo>
                  <a:pt x="123" y="275"/>
                  <a:pt x="123" y="275"/>
                  <a:pt x="123" y="275"/>
                </a:cubicBezTo>
                <a:cubicBezTo>
                  <a:pt x="123" y="276"/>
                  <a:pt x="123" y="277"/>
                  <a:pt x="122" y="278"/>
                </a:cubicBezTo>
                <a:cubicBezTo>
                  <a:pt x="122" y="278"/>
                  <a:pt x="122" y="278"/>
                  <a:pt x="122" y="278"/>
                </a:cubicBezTo>
                <a:cubicBezTo>
                  <a:pt x="122" y="279"/>
                  <a:pt x="122" y="279"/>
                  <a:pt x="122" y="280"/>
                </a:cubicBezTo>
                <a:cubicBezTo>
                  <a:pt x="122" y="280"/>
                  <a:pt x="122" y="280"/>
                  <a:pt x="122" y="280"/>
                </a:cubicBezTo>
                <a:cubicBezTo>
                  <a:pt x="121" y="280"/>
                  <a:pt x="120" y="280"/>
                  <a:pt x="119" y="281"/>
                </a:cubicBezTo>
                <a:cubicBezTo>
                  <a:pt x="119" y="281"/>
                  <a:pt x="119" y="281"/>
                  <a:pt x="119" y="281"/>
                </a:cubicBezTo>
                <a:cubicBezTo>
                  <a:pt x="119" y="281"/>
                  <a:pt x="119" y="281"/>
                  <a:pt x="118" y="281"/>
                </a:cubicBezTo>
                <a:cubicBezTo>
                  <a:pt x="118" y="281"/>
                  <a:pt x="118" y="281"/>
                  <a:pt x="118" y="281"/>
                </a:cubicBezTo>
                <a:cubicBezTo>
                  <a:pt x="94" y="324"/>
                  <a:pt x="94" y="324"/>
                  <a:pt x="94" y="324"/>
                </a:cubicBezTo>
                <a:cubicBezTo>
                  <a:pt x="94" y="324"/>
                  <a:pt x="94" y="324"/>
                  <a:pt x="94" y="324"/>
                </a:cubicBezTo>
                <a:cubicBezTo>
                  <a:pt x="63" y="378"/>
                  <a:pt x="63" y="378"/>
                  <a:pt x="63" y="378"/>
                </a:cubicBezTo>
                <a:cubicBezTo>
                  <a:pt x="63" y="378"/>
                  <a:pt x="63" y="378"/>
                  <a:pt x="63" y="378"/>
                </a:cubicBezTo>
                <a:cubicBezTo>
                  <a:pt x="20" y="459"/>
                  <a:pt x="20" y="459"/>
                  <a:pt x="20" y="459"/>
                </a:cubicBezTo>
                <a:lnTo>
                  <a:pt x="19" y="460"/>
                </a:lnTo>
                <a:close/>
                <a:moveTo>
                  <a:pt x="1093" y="454"/>
                </a:moveTo>
                <a:cubicBezTo>
                  <a:pt x="1090" y="452"/>
                  <a:pt x="1090" y="452"/>
                  <a:pt x="1090" y="452"/>
                </a:cubicBezTo>
                <a:cubicBezTo>
                  <a:pt x="1090" y="452"/>
                  <a:pt x="1090" y="452"/>
                  <a:pt x="1090" y="452"/>
                </a:cubicBezTo>
                <a:cubicBezTo>
                  <a:pt x="1088" y="450"/>
                  <a:pt x="1088" y="450"/>
                  <a:pt x="1088" y="450"/>
                </a:cubicBezTo>
                <a:cubicBezTo>
                  <a:pt x="1088" y="450"/>
                  <a:pt x="1088" y="450"/>
                  <a:pt x="1088" y="450"/>
                </a:cubicBezTo>
                <a:cubicBezTo>
                  <a:pt x="1086" y="447"/>
                  <a:pt x="1086" y="447"/>
                  <a:pt x="1086" y="447"/>
                </a:cubicBezTo>
                <a:cubicBezTo>
                  <a:pt x="1086" y="447"/>
                  <a:pt x="1086" y="447"/>
                  <a:pt x="1086" y="447"/>
                </a:cubicBezTo>
                <a:cubicBezTo>
                  <a:pt x="1086" y="443"/>
                  <a:pt x="1086" y="443"/>
                  <a:pt x="1086" y="443"/>
                </a:cubicBezTo>
                <a:cubicBezTo>
                  <a:pt x="1086" y="443"/>
                  <a:pt x="1086" y="443"/>
                  <a:pt x="1086" y="443"/>
                </a:cubicBezTo>
                <a:cubicBezTo>
                  <a:pt x="1086" y="440"/>
                  <a:pt x="1086" y="440"/>
                  <a:pt x="1086" y="440"/>
                </a:cubicBezTo>
                <a:cubicBezTo>
                  <a:pt x="1086" y="440"/>
                  <a:pt x="1086" y="440"/>
                  <a:pt x="1086" y="440"/>
                </a:cubicBezTo>
                <a:cubicBezTo>
                  <a:pt x="1086" y="436"/>
                  <a:pt x="1086" y="436"/>
                  <a:pt x="1086" y="436"/>
                </a:cubicBezTo>
                <a:cubicBezTo>
                  <a:pt x="1086" y="436"/>
                  <a:pt x="1086" y="436"/>
                  <a:pt x="1086" y="436"/>
                </a:cubicBezTo>
                <a:cubicBezTo>
                  <a:pt x="1086" y="433"/>
                  <a:pt x="1086" y="433"/>
                  <a:pt x="1086" y="433"/>
                </a:cubicBezTo>
                <a:cubicBezTo>
                  <a:pt x="1086" y="433"/>
                  <a:pt x="1086" y="433"/>
                  <a:pt x="1086" y="433"/>
                </a:cubicBezTo>
                <a:cubicBezTo>
                  <a:pt x="1089" y="428"/>
                  <a:pt x="1089" y="428"/>
                  <a:pt x="1089" y="428"/>
                </a:cubicBezTo>
                <a:cubicBezTo>
                  <a:pt x="1089" y="428"/>
                  <a:pt x="1089" y="428"/>
                  <a:pt x="1089" y="428"/>
                </a:cubicBezTo>
                <a:cubicBezTo>
                  <a:pt x="1095" y="425"/>
                  <a:pt x="1095" y="425"/>
                  <a:pt x="1095" y="425"/>
                </a:cubicBezTo>
                <a:cubicBezTo>
                  <a:pt x="1095" y="425"/>
                  <a:pt x="1095" y="425"/>
                  <a:pt x="1095" y="425"/>
                </a:cubicBezTo>
                <a:cubicBezTo>
                  <a:pt x="1102" y="421"/>
                  <a:pt x="1102" y="421"/>
                  <a:pt x="1102" y="421"/>
                </a:cubicBezTo>
                <a:cubicBezTo>
                  <a:pt x="1102" y="421"/>
                  <a:pt x="1102" y="421"/>
                  <a:pt x="1102" y="421"/>
                </a:cubicBezTo>
                <a:cubicBezTo>
                  <a:pt x="1109" y="417"/>
                  <a:pt x="1109" y="417"/>
                  <a:pt x="1109" y="417"/>
                </a:cubicBezTo>
                <a:cubicBezTo>
                  <a:pt x="1109" y="417"/>
                  <a:pt x="1109" y="417"/>
                  <a:pt x="1109" y="417"/>
                </a:cubicBezTo>
                <a:cubicBezTo>
                  <a:pt x="1115" y="411"/>
                  <a:pt x="1115" y="411"/>
                  <a:pt x="1115" y="411"/>
                </a:cubicBezTo>
                <a:cubicBezTo>
                  <a:pt x="1115" y="411"/>
                  <a:pt x="1115" y="411"/>
                  <a:pt x="1115" y="411"/>
                </a:cubicBezTo>
                <a:cubicBezTo>
                  <a:pt x="1121" y="407"/>
                  <a:pt x="1121" y="407"/>
                  <a:pt x="1121" y="407"/>
                </a:cubicBezTo>
                <a:cubicBezTo>
                  <a:pt x="1121" y="407"/>
                  <a:pt x="1121" y="407"/>
                  <a:pt x="1121" y="407"/>
                </a:cubicBezTo>
                <a:cubicBezTo>
                  <a:pt x="1128" y="402"/>
                  <a:pt x="1128" y="402"/>
                  <a:pt x="1128" y="402"/>
                </a:cubicBezTo>
                <a:cubicBezTo>
                  <a:pt x="1128" y="402"/>
                  <a:pt x="1128" y="402"/>
                  <a:pt x="1128" y="402"/>
                </a:cubicBezTo>
                <a:cubicBezTo>
                  <a:pt x="1134" y="398"/>
                  <a:pt x="1134" y="398"/>
                  <a:pt x="1134" y="398"/>
                </a:cubicBezTo>
                <a:cubicBezTo>
                  <a:pt x="1134" y="398"/>
                  <a:pt x="1134" y="398"/>
                  <a:pt x="1134" y="398"/>
                </a:cubicBezTo>
                <a:cubicBezTo>
                  <a:pt x="1142" y="394"/>
                  <a:pt x="1142" y="394"/>
                  <a:pt x="1142" y="394"/>
                </a:cubicBezTo>
                <a:cubicBezTo>
                  <a:pt x="1142" y="394"/>
                  <a:pt x="1142" y="394"/>
                  <a:pt x="1142" y="394"/>
                </a:cubicBezTo>
                <a:cubicBezTo>
                  <a:pt x="1169" y="374"/>
                  <a:pt x="1169" y="374"/>
                  <a:pt x="1169" y="374"/>
                </a:cubicBezTo>
                <a:cubicBezTo>
                  <a:pt x="1169" y="374"/>
                  <a:pt x="1169" y="374"/>
                  <a:pt x="1169" y="374"/>
                </a:cubicBezTo>
                <a:cubicBezTo>
                  <a:pt x="1171" y="371"/>
                  <a:pt x="1171" y="371"/>
                  <a:pt x="1171" y="371"/>
                </a:cubicBezTo>
                <a:cubicBezTo>
                  <a:pt x="1171" y="371"/>
                  <a:pt x="1171" y="371"/>
                  <a:pt x="1171" y="371"/>
                </a:cubicBezTo>
                <a:cubicBezTo>
                  <a:pt x="1174" y="367"/>
                  <a:pt x="1174" y="367"/>
                  <a:pt x="1174" y="367"/>
                </a:cubicBezTo>
                <a:cubicBezTo>
                  <a:pt x="1174" y="367"/>
                  <a:pt x="1174" y="367"/>
                  <a:pt x="1174" y="367"/>
                </a:cubicBezTo>
                <a:cubicBezTo>
                  <a:pt x="1177" y="364"/>
                  <a:pt x="1177" y="364"/>
                  <a:pt x="1177" y="364"/>
                </a:cubicBezTo>
                <a:cubicBezTo>
                  <a:pt x="1177" y="364"/>
                  <a:pt x="1177" y="364"/>
                  <a:pt x="1177" y="364"/>
                </a:cubicBezTo>
                <a:cubicBezTo>
                  <a:pt x="1180" y="358"/>
                  <a:pt x="1180" y="358"/>
                  <a:pt x="1180" y="358"/>
                </a:cubicBezTo>
                <a:cubicBezTo>
                  <a:pt x="1180" y="358"/>
                  <a:pt x="1180" y="358"/>
                  <a:pt x="1180" y="358"/>
                </a:cubicBezTo>
                <a:cubicBezTo>
                  <a:pt x="1182" y="354"/>
                  <a:pt x="1182" y="354"/>
                  <a:pt x="1182" y="354"/>
                </a:cubicBezTo>
                <a:cubicBezTo>
                  <a:pt x="1182" y="354"/>
                  <a:pt x="1182" y="354"/>
                  <a:pt x="1182" y="354"/>
                </a:cubicBezTo>
                <a:cubicBezTo>
                  <a:pt x="1184" y="349"/>
                  <a:pt x="1184" y="349"/>
                  <a:pt x="1184" y="349"/>
                </a:cubicBezTo>
                <a:cubicBezTo>
                  <a:pt x="1184" y="349"/>
                  <a:pt x="1184" y="349"/>
                  <a:pt x="1184" y="349"/>
                </a:cubicBezTo>
                <a:cubicBezTo>
                  <a:pt x="1183" y="344"/>
                  <a:pt x="1183" y="344"/>
                  <a:pt x="1183" y="344"/>
                </a:cubicBezTo>
                <a:cubicBezTo>
                  <a:pt x="1183" y="344"/>
                  <a:pt x="1183" y="344"/>
                  <a:pt x="1183" y="344"/>
                </a:cubicBezTo>
                <a:cubicBezTo>
                  <a:pt x="1183" y="338"/>
                  <a:pt x="1183" y="338"/>
                  <a:pt x="1183" y="338"/>
                </a:cubicBezTo>
                <a:cubicBezTo>
                  <a:pt x="1183" y="338"/>
                  <a:pt x="1183" y="338"/>
                  <a:pt x="1183" y="338"/>
                </a:cubicBezTo>
                <a:cubicBezTo>
                  <a:pt x="1177" y="338"/>
                  <a:pt x="1177" y="338"/>
                  <a:pt x="1177" y="338"/>
                </a:cubicBezTo>
                <a:cubicBezTo>
                  <a:pt x="1177" y="338"/>
                  <a:pt x="1177" y="338"/>
                  <a:pt x="1177" y="338"/>
                </a:cubicBezTo>
                <a:cubicBezTo>
                  <a:pt x="1175" y="340"/>
                  <a:pt x="1175" y="340"/>
                  <a:pt x="1175" y="340"/>
                </a:cubicBezTo>
                <a:cubicBezTo>
                  <a:pt x="1175" y="340"/>
                  <a:pt x="1175" y="340"/>
                  <a:pt x="1175" y="340"/>
                </a:cubicBezTo>
                <a:cubicBezTo>
                  <a:pt x="1174" y="343"/>
                  <a:pt x="1174" y="343"/>
                  <a:pt x="1174" y="343"/>
                </a:cubicBezTo>
                <a:cubicBezTo>
                  <a:pt x="1174" y="343"/>
                  <a:pt x="1174" y="343"/>
                  <a:pt x="1174" y="343"/>
                </a:cubicBezTo>
                <a:cubicBezTo>
                  <a:pt x="1172" y="345"/>
                  <a:pt x="1172" y="345"/>
                  <a:pt x="1172" y="345"/>
                </a:cubicBezTo>
                <a:cubicBezTo>
                  <a:pt x="1172" y="345"/>
                  <a:pt x="1172" y="345"/>
                  <a:pt x="1172" y="345"/>
                </a:cubicBezTo>
                <a:cubicBezTo>
                  <a:pt x="1171" y="347"/>
                  <a:pt x="1171" y="347"/>
                  <a:pt x="1171" y="347"/>
                </a:cubicBezTo>
                <a:cubicBezTo>
                  <a:pt x="1171" y="347"/>
                  <a:pt x="1171" y="347"/>
                  <a:pt x="1171" y="347"/>
                </a:cubicBezTo>
                <a:cubicBezTo>
                  <a:pt x="1168" y="349"/>
                  <a:pt x="1168" y="349"/>
                  <a:pt x="1168" y="349"/>
                </a:cubicBezTo>
                <a:cubicBezTo>
                  <a:pt x="1168" y="349"/>
                  <a:pt x="1168" y="349"/>
                  <a:pt x="1168" y="349"/>
                </a:cubicBezTo>
                <a:cubicBezTo>
                  <a:pt x="1166" y="350"/>
                  <a:pt x="1166" y="350"/>
                  <a:pt x="1166" y="350"/>
                </a:cubicBezTo>
                <a:cubicBezTo>
                  <a:pt x="1166" y="350"/>
                  <a:pt x="1166" y="350"/>
                  <a:pt x="1166" y="350"/>
                </a:cubicBezTo>
                <a:cubicBezTo>
                  <a:pt x="1162" y="352"/>
                  <a:pt x="1162" y="352"/>
                  <a:pt x="1162" y="352"/>
                </a:cubicBezTo>
                <a:cubicBezTo>
                  <a:pt x="1162" y="352"/>
                  <a:pt x="1162" y="352"/>
                  <a:pt x="1162" y="352"/>
                </a:cubicBezTo>
                <a:cubicBezTo>
                  <a:pt x="1160" y="353"/>
                  <a:pt x="1160" y="353"/>
                  <a:pt x="1160" y="353"/>
                </a:cubicBezTo>
                <a:cubicBezTo>
                  <a:pt x="1160" y="353"/>
                  <a:pt x="1160" y="353"/>
                  <a:pt x="1160" y="353"/>
                </a:cubicBezTo>
                <a:cubicBezTo>
                  <a:pt x="1158" y="353"/>
                  <a:pt x="1158" y="353"/>
                  <a:pt x="1158" y="353"/>
                </a:cubicBezTo>
                <a:cubicBezTo>
                  <a:pt x="1158" y="353"/>
                  <a:pt x="1158" y="353"/>
                  <a:pt x="1158" y="353"/>
                </a:cubicBezTo>
                <a:cubicBezTo>
                  <a:pt x="1156" y="353"/>
                  <a:pt x="1156" y="353"/>
                  <a:pt x="1156" y="353"/>
                </a:cubicBezTo>
                <a:cubicBezTo>
                  <a:pt x="1156" y="353"/>
                  <a:pt x="1156" y="353"/>
                  <a:pt x="1156" y="353"/>
                </a:cubicBezTo>
                <a:cubicBezTo>
                  <a:pt x="1154" y="353"/>
                  <a:pt x="1154" y="353"/>
                  <a:pt x="1154" y="353"/>
                </a:cubicBezTo>
                <a:cubicBezTo>
                  <a:pt x="1154" y="353"/>
                  <a:pt x="1154" y="353"/>
                  <a:pt x="1154" y="353"/>
                </a:cubicBezTo>
                <a:cubicBezTo>
                  <a:pt x="1153" y="353"/>
                  <a:pt x="1153" y="353"/>
                  <a:pt x="1153" y="353"/>
                </a:cubicBezTo>
                <a:cubicBezTo>
                  <a:pt x="1153" y="353"/>
                  <a:pt x="1153" y="353"/>
                  <a:pt x="1153" y="353"/>
                </a:cubicBezTo>
                <a:cubicBezTo>
                  <a:pt x="1151" y="353"/>
                  <a:pt x="1151" y="353"/>
                  <a:pt x="1151" y="353"/>
                </a:cubicBezTo>
                <a:cubicBezTo>
                  <a:pt x="1151" y="353"/>
                  <a:pt x="1151" y="353"/>
                  <a:pt x="1151" y="353"/>
                </a:cubicBezTo>
                <a:cubicBezTo>
                  <a:pt x="1149" y="353"/>
                  <a:pt x="1149" y="353"/>
                  <a:pt x="1149" y="353"/>
                </a:cubicBezTo>
                <a:cubicBezTo>
                  <a:pt x="1149" y="353"/>
                  <a:pt x="1149" y="353"/>
                  <a:pt x="1149" y="353"/>
                </a:cubicBezTo>
                <a:cubicBezTo>
                  <a:pt x="1147" y="353"/>
                  <a:pt x="1147" y="353"/>
                  <a:pt x="1147" y="353"/>
                </a:cubicBezTo>
                <a:cubicBezTo>
                  <a:pt x="1147" y="353"/>
                  <a:pt x="1147" y="353"/>
                  <a:pt x="1147" y="353"/>
                </a:cubicBezTo>
                <a:cubicBezTo>
                  <a:pt x="1146" y="352"/>
                  <a:pt x="1146" y="352"/>
                  <a:pt x="1146" y="352"/>
                </a:cubicBezTo>
                <a:cubicBezTo>
                  <a:pt x="1146" y="352"/>
                  <a:pt x="1146" y="352"/>
                  <a:pt x="1146" y="352"/>
                </a:cubicBezTo>
                <a:cubicBezTo>
                  <a:pt x="1145" y="352"/>
                  <a:pt x="1145" y="352"/>
                  <a:pt x="1145" y="352"/>
                </a:cubicBezTo>
                <a:cubicBezTo>
                  <a:pt x="1145" y="352"/>
                  <a:pt x="1145" y="352"/>
                  <a:pt x="1145" y="352"/>
                </a:cubicBezTo>
                <a:cubicBezTo>
                  <a:pt x="1143" y="351"/>
                  <a:pt x="1143" y="351"/>
                  <a:pt x="1143" y="351"/>
                </a:cubicBezTo>
                <a:cubicBezTo>
                  <a:pt x="1143" y="351"/>
                  <a:pt x="1143" y="351"/>
                  <a:pt x="1143" y="351"/>
                </a:cubicBezTo>
                <a:cubicBezTo>
                  <a:pt x="1142" y="350"/>
                  <a:pt x="1142" y="350"/>
                  <a:pt x="1142" y="350"/>
                </a:cubicBezTo>
                <a:cubicBezTo>
                  <a:pt x="1142" y="350"/>
                  <a:pt x="1142" y="350"/>
                  <a:pt x="1142" y="350"/>
                </a:cubicBezTo>
                <a:cubicBezTo>
                  <a:pt x="1142" y="348"/>
                  <a:pt x="1142" y="348"/>
                  <a:pt x="1142" y="348"/>
                </a:cubicBezTo>
                <a:cubicBezTo>
                  <a:pt x="1142" y="348"/>
                  <a:pt x="1142" y="348"/>
                  <a:pt x="1142" y="348"/>
                </a:cubicBezTo>
                <a:cubicBezTo>
                  <a:pt x="1142" y="347"/>
                  <a:pt x="1142" y="347"/>
                  <a:pt x="1142" y="347"/>
                </a:cubicBezTo>
                <a:cubicBezTo>
                  <a:pt x="1142" y="347"/>
                  <a:pt x="1142" y="347"/>
                  <a:pt x="1142" y="347"/>
                </a:cubicBezTo>
                <a:cubicBezTo>
                  <a:pt x="1142" y="345"/>
                  <a:pt x="1142" y="345"/>
                  <a:pt x="1142" y="345"/>
                </a:cubicBezTo>
                <a:cubicBezTo>
                  <a:pt x="1142" y="345"/>
                  <a:pt x="1142" y="345"/>
                  <a:pt x="1142" y="345"/>
                </a:cubicBezTo>
                <a:cubicBezTo>
                  <a:pt x="1142" y="343"/>
                  <a:pt x="1142" y="343"/>
                  <a:pt x="1142" y="343"/>
                </a:cubicBezTo>
                <a:cubicBezTo>
                  <a:pt x="1142" y="343"/>
                  <a:pt x="1142" y="343"/>
                  <a:pt x="1142" y="343"/>
                </a:cubicBezTo>
                <a:cubicBezTo>
                  <a:pt x="1142" y="341"/>
                  <a:pt x="1142" y="341"/>
                  <a:pt x="1142" y="341"/>
                </a:cubicBezTo>
                <a:cubicBezTo>
                  <a:pt x="1142" y="341"/>
                  <a:pt x="1142" y="341"/>
                  <a:pt x="1142" y="341"/>
                </a:cubicBezTo>
                <a:cubicBezTo>
                  <a:pt x="1170" y="322"/>
                  <a:pt x="1170" y="322"/>
                  <a:pt x="1170" y="322"/>
                </a:cubicBezTo>
                <a:cubicBezTo>
                  <a:pt x="1170" y="322"/>
                  <a:pt x="1170" y="322"/>
                  <a:pt x="1170" y="322"/>
                </a:cubicBezTo>
                <a:cubicBezTo>
                  <a:pt x="1169" y="322"/>
                  <a:pt x="1169" y="322"/>
                  <a:pt x="1169" y="322"/>
                </a:cubicBezTo>
                <a:cubicBezTo>
                  <a:pt x="1169" y="322"/>
                  <a:pt x="1169" y="322"/>
                  <a:pt x="1169" y="322"/>
                </a:cubicBezTo>
                <a:cubicBezTo>
                  <a:pt x="1168" y="320"/>
                  <a:pt x="1168" y="320"/>
                  <a:pt x="1168" y="320"/>
                </a:cubicBezTo>
                <a:cubicBezTo>
                  <a:pt x="1168" y="320"/>
                  <a:pt x="1168" y="320"/>
                  <a:pt x="1168" y="320"/>
                </a:cubicBezTo>
                <a:cubicBezTo>
                  <a:pt x="1168" y="319"/>
                  <a:pt x="1168" y="319"/>
                  <a:pt x="1168" y="319"/>
                </a:cubicBezTo>
                <a:cubicBezTo>
                  <a:pt x="1168" y="319"/>
                  <a:pt x="1168" y="319"/>
                  <a:pt x="1168" y="319"/>
                </a:cubicBezTo>
                <a:cubicBezTo>
                  <a:pt x="1168" y="317"/>
                  <a:pt x="1168" y="317"/>
                  <a:pt x="1168" y="317"/>
                </a:cubicBezTo>
                <a:cubicBezTo>
                  <a:pt x="1168" y="317"/>
                  <a:pt x="1168" y="317"/>
                  <a:pt x="1168" y="317"/>
                </a:cubicBezTo>
                <a:cubicBezTo>
                  <a:pt x="1168" y="316"/>
                  <a:pt x="1168" y="316"/>
                  <a:pt x="1168" y="316"/>
                </a:cubicBezTo>
                <a:cubicBezTo>
                  <a:pt x="1168" y="316"/>
                  <a:pt x="1168" y="316"/>
                  <a:pt x="1168" y="316"/>
                </a:cubicBezTo>
                <a:cubicBezTo>
                  <a:pt x="1168" y="314"/>
                  <a:pt x="1168" y="314"/>
                  <a:pt x="1168" y="314"/>
                </a:cubicBezTo>
                <a:cubicBezTo>
                  <a:pt x="1168" y="314"/>
                  <a:pt x="1168" y="314"/>
                  <a:pt x="1168" y="314"/>
                </a:cubicBezTo>
                <a:cubicBezTo>
                  <a:pt x="1168" y="312"/>
                  <a:pt x="1168" y="312"/>
                  <a:pt x="1168" y="312"/>
                </a:cubicBezTo>
                <a:cubicBezTo>
                  <a:pt x="1168" y="312"/>
                  <a:pt x="1168" y="312"/>
                  <a:pt x="1168" y="312"/>
                </a:cubicBezTo>
                <a:cubicBezTo>
                  <a:pt x="1170" y="310"/>
                  <a:pt x="1170" y="310"/>
                  <a:pt x="1170" y="310"/>
                </a:cubicBezTo>
                <a:cubicBezTo>
                  <a:pt x="1170" y="310"/>
                  <a:pt x="1170" y="310"/>
                  <a:pt x="1170" y="310"/>
                </a:cubicBezTo>
                <a:cubicBezTo>
                  <a:pt x="1171" y="310"/>
                  <a:pt x="1171" y="310"/>
                  <a:pt x="1171" y="310"/>
                </a:cubicBezTo>
                <a:cubicBezTo>
                  <a:pt x="1171" y="310"/>
                  <a:pt x="1171" y="310"/>
                  <a:pt x="1171" y="310"/>
                </a:cubicBezTo>
                <a:cubicBezTo>
                  <a:pt x="1172" y="308"/>
                  <a:pt x="1172" y="308"/>
                  <a:pt x="1172" y="308"/>
                </a:cubicBezTo>
                <a:cubicBezTo>
                  <a:pt x="1172" y="308"/>
                  <a:pt x="1172" y="308"/>
                  <a:pt x="1172" y="308"/>
                </a:cubicBezTo>
                <a:cubicBezTo>
                  <a:pt x="1173" y="306"/>
                  <a:pt x="1173" y="306"/>
                  <a:pt x="1173" y="306"/>
                </a:cubicBezTo>
                <a:cubicBezTo>
                  <a:pt x="1173" y="306"/>
                  <a:pt x="1173" y="306"/>
                  <a:pt x="1173" y="306"/>
                </a:cubicBezTo>
                <a:cubicBezTo>
                  <a:pt x="1175" y="303"/>
                  <a:pt x="1175" y="303"/>
                  <a:pt x="1175" y="303"/>
                </a:cubicBezTo>
                <a:cubicBezTo>
                  <a:pt x="1175" y="303"/>
                  <a:pt x="1175" y="303"/>
                  <a:pt x="1175" y="303"/>
                </a:cubicBezTo>
                <a:cubicBezTo>
                  <a:pt x="1174" y="301"/>
                  <a:pt x="1174" y="301"/>
                  <a:pt x="1174" y="301"/>
                </a:cubicBezTo>
                <a:cubicBezTo>
                  <a:pt x="1174" y="301"/>
                  <a:pt x="1174" y="301"/>
                  <a:pt x="1174" y="301"/>
                </a:cubicBezTo>
                <a:cubicBezTo>
                  <a:pt x="1174" y="298"/>
                  <a:pt x="1174" y="298"/>
                  <a:pt x="1174" y="298"/>
                </a:cubicBezTo>
                <a:cubicBezTo>
                  <a:pt x="1174" y="298"/>
                  <a:pt x="1174" y="298"/>
                  <a:pt x="1174" y="298"/>
                </a:cubicBezTo>
                <a:cubicBezTo>
                  <a:pt x="1174" y="296"/>
                  <a:pt x="1174" y="296"/>
                  <a:pt x="1174" y="296"/>
                </a:cubicBezTo>
                <a:cubicBezTo>
                  <a:pt x="1174" y="296"/>
                  <a:pt x="1174" y="296"/>
                  <a:pt x="1174" y="296"/>
                </a:cubicBezTo>
                <a:cubicBezTo>
                  <a:pt x="1174" y="294"/>
                  <a:pt x="1174" y="294"/>
                  <a:pt x="1174" y="294"/>
                </a:cubicBezTo>
                <a:cubicBezTo>
                  <a:pt x="1174" y="294"/>
                  <a:pt x="1174" y="294"/>
                  <a:pt x="1174" y="294"/>
                </a:cubicBezTo>
                <a:cubicBezTo>
                  <a:pt x="1172" y="294"/>
                  <a:pt x="1172" y="294"/>
                  <a:pt x="1172" y="294"/>
                </a:cubicBezTo>
                <a:cubicBezTo>
                  <a:pt x="1172" y="294"/>
                  <a:pt x="1172" y="294"/>
                  <a:pt x="1172" y="294"/>
                </a:cubicBezTo>
                <a:cubicBezTo>
                  <a:pt x="1170" y="294"/>
                  <a:pt x="1170" y="294"/>
                  <a:pt x="1170" y="294"/>
                </a:cubicBezTo>
                <a:cubicBezTo>
                  <a:pt x="1170" y="294"/>
                  <a:pt x="1170" y="294"/>
                  <a:pt x="1170" y="294"/>
                </a:cubicBezTo>
                <a:cubicBezTo>
                  <a:pt x="1168" y="294"/>
                  <a:pt x="1168" y="294"/>
                  <a:pt x="1168" y="294"/>
                </a:cubicBezTo>
                <a:cubicBezTo>
                  <a:pt x="1168" y="294"/>
                  <a:pt x="1168" y="294"/>
                  <a:pt x="1168" y="294"/>
                </a:cubicBezTo>
                <a:cubicBezTo>
                  <a:pt x="1166" y="294"/>
                  <a:pt x="1166" y="294"/>
                  <a:pt x="1166" y="294"/>
                </a:cubicBezTo>
                <a:cubicBezTo>
                  <a:pt x="1166" y="294"/>
                  <a:pt x="1166" y="294"/>
                  <a:pt x="1166" y="294"/>
                </a:cubicBezTo>
                <a:cubicBezTo>
                  <a:pt x="1165" y="294"/>
                  <a:pt x="1165" y="294"/>
                  <a:pt x="1165" y="294"/>
                </a:cubicBezTo>
                <a:cubicBezTo>
                  <a:pt x="1165" y="294"/>
                  <a:pt x="1165" y="294"/>
                  <a:pt x="1165" y="294"/>
                </a:cubicBezTo>
                <a:cubicBezTo>
                  <a:pt x="1162" y="294"/>
                  <a:pt x="1162" y="294"/>
                  <a:pt x="1162" y="294"/>
                </a:cubicBezTo>
                <a:cubicBezTo>
                  <a:pt x="1162" y="294"/>
                  <a:pt x="1162" y="294"/>
                  <a:pt x="1162" y="294"/>
                </a:cubicBezTo>
                <a:cubicBezTo>
                  <a:pt x="1160" y="294"/>
                  <a:pt x="1160" y="294"/>
                  <a:pt x="1160" y="294"/>
                </a:cubicBezTo>
                <a:cubicBezTo>
                  <a:pt x="1160" y="294"/>
                  <a:pt x="1160" y="294"/>
                  <a:pt x="1160" y="294"/>
                </a:cubicBezTo>
                <a:cubicBezTo>
                  <a:pt x="1159" y="293"/>
                  <a:pt x="1159" y="293"/>
                  <a:pt x="1159" y="293"/>
                </a:cubicBezTo>
                <a:cubicBezTo>
                  <a:pt x="1159" y="293"/>
                  <a:pt x="1159" y="293"/>
                  <a:pt x="1159" y="293"/>
                </a:cubicBezTo>
                <a:cubicBezTo>
                  <a:pt x="1157" y="295"/>
                  <a:pt x="1157" y="295"/>
                  <a:pt x="1157" y="295"/>
                </a:cubicBezTo>
                <a:cubicBezTo>
                  <a:pt x="1157" y="295"/>
                  <a:pt x="1157" y="295"/>
                  <a:pt x="1157" y="295"/>
                </a:cubicBezTo>
                <a:cubicBezTo>
                  <a:pt x="1156" y="295"/>
                  <a:pt x="1156" y="295"/>
                  <a:pt x="1156" y="295"/>
                </a:cubicBezTo>
                <a:cubicBezTo>
                  <a:pt x="1156" y="295"/>
                  <a:pt x="1156" y="295"/>
                  <a:pt x="1156" y="295"/>
                </a:cubicBezTo>
                <a:cubicBezTo>
                  <a:pt x="1155" y="296"/>
                  <a:pt x="1155" y="296"/>
                  <a:pt x="1155" y="296"/>
                </a:cubicBezTo>
                <a:cubicBezTo>
                  <a:pt x="1155" y="296"/>
                  <a:pt x="1155" y="296"/>
                  <a:pt x="1155" y="296"/>
                </a:cubicBezTo>
                <a:cubicBezTo>
                  <a:pt x="1155" y="296"/>
                  <a:pt x="1155" y="296"/>
                  <a:pt x="1155" y="296"/>
                </a:cubicBezTo>
                <a:cubicBezTo>
                  <a:pt x="1155" y="296"/>
                  <a:pt x="1155" y="296"/>
                  <a:pt x="1155" y="296"/>
                </a:cubicBezTo>
                <a:cubicBezTo>
                  <a:pt x="1153" y="298"/>
                  <a:pt x="1153" y="298"/>
                  <a:pt x="1153" y="298"/>
                </a:cubicBezTo>
                <a:cubicBezTo>
                  <a:pt x="1153" y="298"/>
                  <a:pt x="1153" y="298"/>
                  <a:pt x="1153" y="298"/>
                </a:cubicBezTo>
                <a:cubicBezTo>
                  <a:pt x="1152" y="299"/>
                  <a:pt x="1152" y="299"/>
                  <a:pt x="1152" y="299"/>
                </a:cubicBezTo>
                <a:cubicBezTo>
                  <a:pt x="1152" y="299"/>
                  <a:pt x="1152" y="299"/>
                  <a:pt x="1152" y="299"/>
                </a:cubicBezTo>
                <a:cubicBezTo>
                  <a:pt x="1151" y="299"/>
                  <a:pt x="1151" y="299"/>
                  <a:pt x="1151" y="299"/>
                </a:cubicBezTo>
                <a:cubicBezTo>
                  <a:pt x="1151" y="299"/>
                  <a:pt x="1151" y="299"/>
                  <a:pt x="1151" y="299"/>
                </a:cubicBezTo>
                <a:cubicBezTo>
                  <a:pt x="1150" y="299"/>
                  <a:pt x="1150" y="299"/>
                  <a:pt x="1150" y="299"/>
                </a:cubicBezTo>
                <a:cubicBezTo>
                  <a:pt x="1150" y="299"/>
                  <a:pt x="1150" y="299"/>
                  <a:pt x="1150" y="299"/>
                </a:cubicBezTo>
                <a:cubicBezTo>
                  <a:pt x="1153" y="295"/>
                  <a:pt x="1153" y="295"/>
                  <a:pt x="1153" y="295"/>
                </a:cubicBezTo>
                <a:cubicBezTo>
                  <a:pt x="1153" y="295"/>
                  <a:pt x="1153" y="295"/>
                  <a:pt x="1153" y="295"/>
                </a:cubicBezTo>
                <a:cubicBezTo>
                  <a:pt x="1158" y="289"/>
                  <a:pt x="1158" y="289"/>
                  <a:pt x="1158" y="289"/>
                </a:cubicBezTo>
                <a:cubicBezTo>
                  <a:pt x="1158" y="289"/>
                  <a:pt x="1158" y="289"/>
                  <a:pt x="1158" y="289"/>
                </a:cubicBezTo>
                <a:cubicBezTo>
                  <a:pt x="1165" y="284"/>
                  <a:pt x="1165" y="284"/>
                  <a:pt x="1165" y="284"/>
                </a:cubicBezTo>
                <a:cubicBezTo>
                  <a:pt x="1165" y="284"/>
                  <a:pt x="1165" y="284"/>
                  <a:pt x="1165" y="284"/>
                </a:cubicBezTo>
                <a:cubicBezTo>
                  <a:pt x="1172" y="280"/>
                  <a:pt x="1172" y="280"/>
                  <a:pt x="1172" y="280"/>
                </a:cubicBezTo>
                <a:cubicBezTo>
                  <a:pt x="1172" y="280"/>
                  <a:pt x="1172" y="280"/>
                  <a:pt x="1172" y="280"/>
                </a:cubicBezTo>
                <a:cubicBezTo>
                  <a:pt x="1178" y="276"/>
                  <a:pt x="1178" y="276"/>
                  <a:pt x="1178" y="276"/>
                </a:cubicBezTo>
                <a:cubicBezTo>
                  <a:pt x="1178" y="276"/>
                  <a:pt x="1178" y="276"/>
                  <a:pt x="1178" y="276"/>
                </a:cubicBezTo>
                <a:cubicBezTo>
                  <a:pt x="1185" y="272"/>
                  <a:pt x="1185" y="272"/>
                  <a:pt x="1185" y="272"/>
                </a:cubicBezTo>
                <a:cubicBezTo>
                  <a:pt x="1185" y="272"/>
                  <a:pt x="1185" y="272"/>
                  <a:pt x="1185" y="272"/>
                </a:cubicBezTo>
                <a:cubicBezTo>
                  <a:pt x="1192" y="268"/>
                  <a:pt x="1192" y="268"/>
                  <a:pt x="1192" y="268"/>
                </a:cubicBezTo>
                <a:cubicBezTo>
                  <a:pt x="1192" y="268"/>
                  <a:pt x="1192" y="268"/>
                  <a:pt x="1192" y="268"/>
                </a:cubicBezTo>
                <a:cubicBezTo>
                  <a:pt x="1199" y="262"/>
                  <a:pt x="1199" y="262"/>
                  <a:pt x="1199" y="262"/>
                </a:cubicBezTo>
                <a:cubicBezTo>
                  <a:pt x="1199" y="262"/>
                  <a:pt x="1199" y="262"/>
                  <a:pt x="1199" y="262"/>
                </a:cubicBezTo>
                <a:cubicBezTo>
                  <a:pt x="1203" y="259"/>
                  <a:pt x="1203" y="259"/>
                  <a:pt x="1203" y="259"/>
                </a:cubicBezTo>
                <a:cubicBezTo>
                  <a:pt x="1203" y="259"/>
                  <a:pt x="1203" y="259"/>
                  <a:pt x="1203" y="259"/>
                </a:cubicBezTo>
                <a:cubicBezTo>
                  <a:pt x="1208" y="256"/>
                  <a:pt x="1208" y="256"/>
                  <a:pt x="1208" y="256"/>
                </a:cubicBezTo>
                <a:cubicBezTo>
                  <a:pt x="1208" y="256"/>
                  <a:pt x="1208" y="256"/>
                  <a:pt x="1208" y="256"/>
                </a:cubicBezTo>
                <a:cubicBezTo>
                  <a:pt x="1212" y="254"/>
                  <a:pt x="1212" y="254"/>
                  <a:pt x="1212" y="254"/>
                </a:cubicBezTo>
                <a:cubicBezTo>
                  <a:pt x="1212" y="254"/>
                  <a:pt x="1212" y="254"/>
                  <a:pt x="1212" y="254"/>
                </a:cubicBezTo>
                <a:cubicBezTo>
                  <a:pt x="1217" y="249"/>
                  <a:pt x="1217" y="249"/>
                  <a:pt x="1217" y="249"/>
                </a:cubicBezTo>
                <a:cubicBezTo>
                  <a:pt x="1217" y="249"/>
                  <a:pt x="1217" y="249"/>
                  <a:pt x="1217" y="249"/>
                </a:cubicBezTo>
                <a:cubicBezTo>
                  <a:pt x="1220" y="245"/>
                  <a:pt x="1220" y="245"/>
                  <a:pt x="1220" y="245"/>
                </a:cubicBezTo>
                <a:cubicBezTo>
                  <a:pt x="1220" y="245"/>
                  <a:pt x="1220" y="245"/>
                  <a:pt x="1220" y="245"/>
                </a:cubicBezTo>
                <a:cubicBezTo>
                  <a:pt x="1223" y="240"/>
                  <a:pt x="1223" y="240"/>
                  <a:pt x="1223" y="240"/>
                </a:cubicBezTo>
                <a:cubicBezTo>
                  <a:pt x="1223" y="240"/>
                  <a:pt x="1223" y="240"/>
                  <a:pt x="1223" y="240"/>
                </a:cubicBezTo>
                <a:cubicBezTo>
                  <a:pt x="1225" y="234"/>
                  <a:pt x="1225" y="234"/>
                  <a:pt x="1225" y="234"/>
                </a:cubicBezTo>
                <a:cubicBezTo>
                  <a:pt x="1225" y="234"/>
                  <a:pt x="1225" y="234"/>
                  <a:pt x="1225" y="234"/>
                </a:cubicBezTo>
                <a:cubicBezTo>
                  <a:pt x="1226" y="228"/>
                  <a:pt x="1226" y="228"/>
                  <a:pt x="1226" y="228"/>
                </a:cubicBezTo>
                <a:cubicBezTo>
                  <a:pt x="1226" y="228"/>
                  <a:pt x="1226" y="228"/>
                  <a:pt x="1226" y="228"/>
                </a:cubicBezTo>
                <a:cubicBezTo>
                  <a:pt x="1225" y="228"/>
                  <a:pt x="1225" y="228"/>
                  <a:pt x="1225" y="228"/>
                </a:cubicBezTo>
                <a:cubicBezTo>
                  <a:pt x="1225" y="228"/>
                  <a:pt x="1225" y="228"/>
                  <a:pt x="1225" y="228"/>
                </a:cubicBezTo>
                <a:cubicBezTo>
                  <a:pt x="1225" y="226"/>
                  <a:pt x="1225" y="226"/>
                  <a:pt x="1225" y="226"/>
                </a:cubicBezTo>
                <a:cubicBezTo>
                  <a:pt x="1225" y="226"/>
                  <a:pt x="1225" y="226"/>
                  <a:pt x="1225" y="226"/>
                </a:cubicBezTo>
                <a:cubicBezTo>
                  <a:pt x="1222" y="223"/>
                  <a:pt x="1221" y="222"/>
                  <a:pt x="1218" y="220"/>
                </a:cubicBezTo>
                <a:cubicBezTo>
                  <a:pt x="1218" y="220"/>
                  <a:pt x="1218" y="220"/>
                  <a:pt x="1218" y="220"/>
                </a:cubicBezTo>
                <a:cubicBezTo>
                  <a:pt x="1217" y="218"/>
                  <a:pt x="1217" y="218"/>
                  <a:pt x="1217" y="218"/>
                </a:cubicBezTo>
                <a:cubicBezTo>
                  <a:pt x="1217" y="218"/>
                  <a:pt x="1217" y="218"/>
                  <a:pt x="1217" y="218"/>
                </a:cubicBezTo>
                <a:cubicBezTo>
                  <a:pt x="1213" y="218"/>
                  <a:pt x="1213" y="218"/>
                  <a:pt x="1213" y="218"/>
                </a:cubicBezTo>
                <a:cubicBezTo>
                  <a:pt x="1213" y="218"/>
                  <a:pt x="1213" y="218"/>
                  <a:pt x="1213" y="218"/>
                </a:cubicBezTo>
                <a:cubicBezTo>
                  <a:pt x="1206" y="224"/>
                  <a:pt x="1206" y="224"/>
                  <a:pt x="1206" y="224"/>
                </a:cubicBezTo>
                <a:cubicBezTo>
                  <a:pt x="1206" y="224"/>
                  <a:pt x="1206" y="224"/>
                  <a:pt x="1206" y="224"/>
                </a:cubicBezTo>
                <a:cubicBezTo>
                  <a:pt x="1200" y="229"/>
                  <a:pt x="1200" y="229"/>
                  <a:pt x="1200" y="229"/>
                </a:cubicBezTo>
                <a:cubicBezTo>
                  <a:pt x="1200" y="229"/>
                  <a:pt x="1200" y="229"/>
                  <a:pt x="1200" y="229"/>
                </a:cubicBezTo>
                <a:cubicBezTo>
                  <a:pt x="1194" y="237"/>
                  <a:pt x="1194" y="237"/>
                  <a:pt x="1194" y="237"/>
                </a:cubicBezTo>
                <a:cubicBezTo>
                  <a:pt x="1194" y="237"/>
                  <a:pt x="1194" y="237"/>
                  <a:pt x="1194" y="237"/>
                </a:cubicBezTo>
                <a:cubicBezTo>
                  <a:pt x="1189" y="243"/>
                  <a:pt x="1189" y="243"/>
                  <a:pt x="1189" y="243"/>
                </a:cubicBezTo>
                <a:cubicBezTo>
                  <a:pt x="1189" y="243"/>
                  <a:pt x="1189" y="243"/>
                  <a:pt x="1189" y="243"/>
                </a:cubicBezTo>
                <a:cubicBezTo>
                  <a:pt x="1181" y="248"/>
                  <a:pt x="1181" y="248"/>
                  <a:pt x="1181" y="248"/>
                </a:cubicBezTo>
                <a:cubicBezTo>
                  <a:pt x="1181" y="248"/>
                  <a:pt x="1181" y="248"/>
                  <a:pt x="1181" y="248"/>
                </a:cubicBezTo>
                <a:cubicBezTo>
                  <a:pt x="1175" y="252"/>
                  <a:pt x="1175" y="252"/>
                  <a:pt x="1175" y="252"/>
                </a:cubicBezTo>
                <a:cubicBezTo>
                  <a:pt x="1175" y="252"/>
                  <a:pt x="1175" y="252"/>
                  <a:pt x="1175" y="252"/>
                </a:cubicBezTo>
                <a:cubicBezTo>
                  <a:pt x="1168" y="253"/>
                  <a:pt x="1168" y="253"/>
                  <a:pt x="1168" y="253"/>
                </a:cubicBezTo>
                <a:cubicBezTo>
                  <a:pt x="1168" y="253"/>
                  <a:pt x="1168" y="253"/>
                  <a:pt x="1168" y="253"/>
                </a:cubicBezTo>
                <a:cubicBezTo>
                  <a:pt x="1159" y="250"/>
                  <a:pt x="1159" y="250"/>
                  <a:pt x="1159" y="250"/>
                </a:cubicBezTo>
                <a:cubicBezTo>
                  <a:pt x="1159" y="250"/>
                  <a:pt x="1159" y="250"/>
                  <a:pt x="1159" y="250"/>
                </a:cubicBezTo>
                <a:cubicBezTo>
                  <a:pt x="1159" y="247"/>
                  <a:pt x="1159" y="247"/>
                  <a:pt x="1159" y="247"/>
                </a:cubicBezTo>
                <a:cubicBezTo>
                  <a:pt x="1159" y="247"/>
                  <a:pt x="1159" y="247"/>
                  <a:pt x="1159" y="247"/>
                </a:cubicBezTo>
                <a:cubicBezTo>
                  <a:pt x="1160" y="244"/>
                  <a:pt x="1160" y="244"/>
                  <a:pt x="1160" y="244"/>
                </a:cubicBezTo>
                <a:cubicBezTo>
                  <a:pt x="1160" y="244"/>
                  <a:pt x="1160" y="244"/>
                  <a:pt x="1160" y="244"/>
                </a:cubicBezTo>
                <a:cubicBezTo>
                  <a:pt x="1160" y="241"/>
                  <a:pt x="1160" y="241"/>
                  <a:pt x="1160" y="241"/>
                </a:cubicBezTo>
                <a:cubicBezTo>
                  <a:pt x="1160" y="241"/>
                  <a:pt x="1160" y="241"/>
                  <a:pt x="1160" y="241"/>
                </a:cubicBezTo>
                <a:cubicBezTo>
                  <a:pt x="1162" y="237"/>
                  <a:pt x="1162" y="237"/>
                  <a:pt x="1162" y="237"/>
                </a:cubicBezTo>
                <a:cubicBezTo>
                  <a:pt x="1162" y="237"/>
                  <a:pt x="1162" y="237"/>
                  <a:pt x="1162" y="237"/>
                </a:cubicBezTo>
                <a:cubicBezTo>
                  <a:pt x="1162" y="234"/>
                  <a:pt x="1162" y="234"/>
                  <a:pt x="1162" y="234"/>
                </a:cubicBezTo>
                <a:cubicBezTo>
                  <a:pt x="1162" y="234"/>
                  <a:pt x="1162" y="234"/>
                  <a:pt x="1162" y="234"/>
                </a:cubicBezTo>
                <a:cubicBezTo>
                  <a:pt x="1164" y="230"/>
                  <a:pt x="1164" y="230"/>
                  <a:pt x="1164" y="230"/>
                </a:cubicBezTo>
                <a:cubicBezTo>
                  <a:pt x="1164" y="230"/>
                  <a:pt x="1164" y="230"/>
                  <a:pt x="1164" y="230"/>
                </a:cubicBezTo>
                <a:cubicBezTo>
                  <a:pt x="1162" y="227"/>
                  <a:pt x="1162" y="227"/>
                  <a:pt x="1162" y="227"/>
                </a:cubicBezTo>
                <a:cubicBezTo>
                  <a:pt x="1162" y="227"/>
                  <a:pt x="1162" y="227"/>
                  <a:pt x="1162" y="227"/>
                </a:cubicBezTo>
                <a:cubicBezTo>
                  <a:pt x="1162" y="223"/>
                  <a:pt x="1162" y="223"/>
                  <a:pt x="1162" y="223"/>
                </a:cubicBezTo>
                <a:cubicBezTo>
                  <a:pt x="1162" y="223"/>
                  <a:pt x="1162" y="223"/>
                  <a:pt x="1162" y="223"/>
                </a:cubicBezTo>
                <a:cubicBezTo>
                  <a:pt x="1137" y="232"/>
                  <a:pt x="1137" y="232"/>
                  <a:pt x="1137" y="232"/>
                </a:cubicBezTo>
                <a:cubicBezTo>
                  <a:pt x="1137" y="232"/>
                  <a:pt x="1137" y="232"/>
                  <a:pt x="1137" y="232"/>
                </a:cubicBezTo>
                <a:cubicBezTo>
                  <a:pt x="1106" y="254"/>
                  <a:pt x="1106" y="254"/>
                  <a:pt x="1106" y="254"/>
                </a:cubicBezTo>
                <a:cubicBezTo>
                  <a:pt x="1106" y="254"/>
                  <a:pt x="1106" y="254"/>
                  <a:pt x="1106" y="254"/>
                </a:cubicBezTo>
                <a:cubicBezTo>
                  <a:pt x="1099" y="256"/>
                  <a:pt x="1099" y="256"/>
                  <a:pt x="1099" y="256"/>
                </a:cubicBezTo>
                <a:cubicBezTo>
                  <a:pt x="1099" y="256"/>
                  <a:pt x="1099" y="256"/>
                  <a:pt x="1099" y="256"/>
                </a:cubicBezTo>
                <a:cubicBezTo>
                  <a:pt x="1093" y="256"/>
                  <a:pt x="1093" y="256"/>
                  <a:pt x="1093" y="256"/>
                </a:cubicBezTo>
                <a:cubicBezTo>
                  <a:pt x="1093" y="256"/>
                  <a:pt x="1093" y="256"/>
                  <a:pt x="1093" y="256"/>
                </a:cubicBezTo>
                <a:cubicBezTo>
                  <a:pt x="1088" y="256"/>
                  <a:pt x="1088" y="256"/>
                  <a:pt x="1088" y="256"/>
                </a:cubicBezTo>
                <a:cubicBezTo>
                  <a:pt x="1088" y="256"/>
                  <a:pt x="1088" y="256"/>
                  <a:pt x="1088" y="256"/>
                </a:cubicBezTo>
                <a:cubicBezTo>
                  <a:pt x="1082" y="253"/>
                  <a:pt x="1082" y="253"/>
                  <a:pt x="1082" y="253"/>
                </a:cubicBezTo>
                <a:cubicBezTo>
                  <a:pt x="1082" y="253"/>
                  <a:pt x="1082" y="253"/>
                  <a:pt x="1082" y="253"/>
                </a:cubicBezTo>
                <a:cubicBezTo>
                  <a:pt x="1076" y="251"/>
                  <a:pt x="1076" y="251"/>
                  <a:pt x="1076" y="251"/>
                </a:cubicBezTo>
                <a:cubicBezTo>
                  <a:pt x="1076" y="251"/>
                  <a:pt x="1076" y="251"/>
                  <a:pt x="1076" y="251"/>
                </a:cubicBezTo>
                <a:cubicBezTo>
                  <a:pt x="1071" y="248"/>
                  <a:pt x="1071" y="248"/>
                  <a:pt x="1071" y="248"/>
                </a:cubicBezTo>
                <a:cubicBezTo>
                  <a:pt x="1071" y="248"/>
                  <a:pt x="1071" y="248"/>
                  <a:pt x="1071" y="248"/>
                </a:cubicBezTo>
                <a:cubicBezTo>
                  <a:pt x="1066" y="245"/>
                  <a:pt x="1066" y="245"/>
                  <a:pt x="1066" y="245"/>
                </a:cubicBezTo>
                <a:cubicBezTo>
                  <a:pt x="1066" y="245"/>
                  <a:pt x="1066" y="245"/>
                  <a:pt x="1066" y="245"/>
                </a:cubicBezTo>
                <a:cubicBezTo>
                  <a:pt x="1060" y="242"/>
                  <a:pt x="1060" y="242"/>
                  <a:pt x="1060" y="242"/>
                </a:cubicBezTo>
                <a:cubicBezTo>
                  <a:pt x="1060" y="242"/>
                  <a:pt x="1060" y="242"/>
                  <a:pt x="1060" y="242"/>
                </a:cubicBezTo>
                <a:cubicBezTo>
                  <a:pt x="1058" y="241"/>
                  <a:pt x="1058" y="241"/>
                  <a:pt x="1058" y="241"/>
                </a:cubicBezTo>
                <a:cubicBezTo>
                  <a:pt x="1058" y="241"/>
                  <a:pt x="1058" y="241"/>
                  <a:pt x="1058" y="241"/>
                </a:cubicBezTo>
                <a:cubicBezTo>
                  <a:pt x="1058" y="239"/>
                  <a:pt x="1058" y="239"/>
                  <a:pt x="1058" y="239"/>
                </a:cubicBezTo>
                <a:cubicBezTo>
                  <a:pt x="1058" y="239"/>
                  <a:pt x="1058" y="239"/>
                  <a:pt x="1058" y="239"/>
                </a:cubicBezTo>
                <a:cubicBezTo>
                  <a:pt x="1056" y="238"/>
                  <a:pt x="1056" y="238"/>
                  <a:pt x="1056" y="238"/>
                </a:cubicBezTo>
                <a:cubicBezTo>
                  <a:pt x="1056" y="238"/>
                  <a:pt x="1056" y="238"/>
                  <a:pt x="1056" y="238"/>
                </a:cubicBezTo>
                <a:cubicBezTo>
                  <a:pt x="1056" y="235"/>
                  <a:pt x="1056" y="235"/>
                  <a:pt x="1056" y="235"/>
                </a:cubicBezTo>
                <a:cubicBezTo>
                  <a:pt x="1056" y="235"/>
                  <a:pt x="1056" y="235"/>
                  <a:pt x="1056" y="235"/>
                </a:cubicBezTo>
                <a:cubicBezTo>
                  <a:pt x="1055" y="234"/>
                  <a:pt x="1055" y="234"/>
                  <a:pt x="1055" y="234"/>
                </a:cubicBezTo>
                <a:cubicBezTo>
                  <a:pt x="1055" y="234"/>
                  <a:pt x="1055" y="234"/>
                  <a:pt x="1055" y="234"/>
                </a:cubicBezTo>
                <a:cubicBezTo>
                  <a:pt x="1055" y="232"/>
                  <a:pt x="1055" y="232"/>
                  <a:pt x="1055" y="232"/>
                </a:cubicBezTo>
                <a:cubicBezTo>
                  <a:pt x="1055" y="232"/>
                  <a:pt x="1055" y="232"/>
                  <a:pt x="1055" y="232"/>
                </a:cubicBezTo>
                <a:cubicBezTo>
                  <a:pt x="1055" y="230"/>
                  <a:pt x="1055" y="230"/>
                  <a:pt x="1055" y="230"/>
                </a:cubicBezTo>
                <a:cubicBezTo>
                  <a:pt x="1055" y="230"/>
                  <a:pt x="1055" y="230"/>
                  <a:pt x="1055" y="230"/>
                </a:cubicBezTo>
                <a:cubicBezTo>
                  <a:pt x="1055" y="228"/>
                  <a:pt x="1055" y="228"/>
                  <a:pt x="1055" y="228"/>
                </a:cubicBezTo>
                <a:cubicBezTo>
                  <a:pt x="1055" y="228"/>
                  <a:pt x="1055" y="228"/>
                  <a:pt x="1055" y="228"/>
                </a:cubicBezTo>
                <a:cubicBezTo>
                  <a:pt x="1058" y="229"/>
                  <a:pt x="1058" y="229"/>
                  <a:pt x="1058" y="229"/>
                </a:cubicBezTo>
                <a:cubicBezTo>
                  <a:pt x="1058" y="229"/>
                  <a:pt x="1058" y="229"/>
                  <a:pt x="1058" y="229"/>
                </a:cubicBezTo>
                <a:cubicBezTo>
                  <a:pt x="1063" y="229"/>
                  <a:pt x="1063" y="229"/>
                  <a:pt x="1063" y="229"/>
                </a:cubicBezTo>
                <a:cubicBezTo>
                  <a:pt x="1063" y="229"/>
                  <a:pt x="1063" y="229"/>
                  <a:pt x="1063" y="229"/>
                </a:cubicBezTo>
                <a:cubicBezTo>
                  <a:pt x="1067" y="229"/>
                  <a:pt x="1067" y="229"/>
                  <a:pt x="1067" y="229"/>
                </a:cubicBezTo>
                <a:cubicBezTo>
                  <a:pt x="1067" y="229"/>
                  <a:pt x="1067" y="229"/>
                  <a:pt x="1067" y="229"/>
                </a:cubicBezTo>
                <a:cubicBezTo>
                  <a:pt x="1072" y="229"/>
                  <a:pt x="1072" y="229"/>
                  <a:pt x="1072" y="229"/>
                </a:cubicBezTo>
                <a:cubicBezTo>
                  <a:pt x="1072" y="229"/>
                  <a:pt x="1072" y="229"/>
                  <a:pt x="1072" y="229"/>
                </a:cubicBezTo>
                <a:cubicBezTo>
                  <a:pt x="1076" y="229"/>
                  <a:pt x="1076" y="229"/>
                  <a:pt x="1076" y="229"/>
                </a:cubicBezTo>
                <a:cubicBezTo>
                  <a:pt x="1076" y="229"/>
                  <a:pt x="1076" y="229"/>
                  <a:pt x="1076" y="229"/>
                </a:cubicBezTo>
                <a:cubicBezTo>
                  <a:pt x="1081" y="229"/>
                  <a:pt x="1081" y="229"/>
                  <a:pt x="1081" y="229"/>
                </a:cubicBezTo>
                <a:cubicBezTo>
                  <a:pt x="1081" y="229"/>
                  <a:pt x="1081" y="229"/>
                  <a:pt x="1081" y="229"/>
                </a:cubicBezTo>
                <a:cubicBezTo>
                  <a:pt x="1086" y="229"/>
                  <a:pt x="1086" y="229"/>
                  <a:pt x="1086" y="229"/>
                </a:cubicBezTo>
                <a:cubicBezTo>
                  <a:pt x="1086" y="229"/>
                  <a:pt x="1086" y="229"/>
                  <a:pt x="1086" y="229"/>
                </a:cubicBezTo>
                <a:cubicBezTo>
                  <a:pt x="1092" y="227"/>
                  <a:pt x="1092" y="227"/>
                  <a:pt x="1092" y="227"/>
                </a:cubicBezTo>
                <a:cubicBezTo>
                  <a:pt x="1092" y="227"/>
                  <a:pt x="1092" y="227"/>
                  <a:pt x="1092" y="227"/>
                </a:cubicBezTo>
                <a:cubicBezTo>
                  <a:pt x="1098" y="227"/>
                  <a:pt x="1098" y="227"/>
                  <a:pt x="1098" y="227"/>
                </a:cubicBezTo>
                <a:cubicBezTo>
                  <a:pt x="1098" y="227"/>
                  <a:pt x="1098" y="227"/>
                  <a:pt x="1098" y="227"/>
                </a:cubicBezTo>
                <a:cubicBezTo>
                  <a:pt x="1105" y="227"/>
                  <a:pt x="1105" y="227"/>
                  <a:pt x="1105" y="227"/>
                </a:cubicBezTo>
                <a:cubicBezTo>
                  <a:pt x="1105" y="227"/>
                  <a:pt x="1105" y="227"/>
                  <a:pt x="1105" y="227"/>
                </a:cubicBezTo>
                <a:cubicBezTo>
                  <a:pt x="1111" y="227"/>
                  <a:pt x="1111" y="227"/>
                  <a:pt x="1111" y="227"/>
                </a:cubicBezTo>
                <a:cubicBezTo>
                  <a:pt x="1111" y="227"/>
                  <a:pt x="1111" y="227"/>
                  <a:pt x="1111" y="227"/>
                </a:cubicBezTo>
                <a:cubicBezTo>
                  <a:pt x="1118" y="225"/>
                  <a:pt x="1118" y="225"/>
                  <a:pt x="1118" y="225"/>
                </a:cubicBezTo>
                <a:cubicBezTo>
                  <a:pt x="1118" y="225"/>
                  <a:pt x="1118" y="225"/>
                  <a:pt x="1118" y="225"/>
                </a:cubicBezTo>
                <a:cubicBezTo>
                  <a:pt x="1124" y="224"/>
                  <a:pt x="1124" y="224"/>
                  <a:pt x="1124" y="224"/>
                </a:cubicBezTo>
                <a:cubicBezTo>
                  <a:pt x="1124" y="224"/>
                  <a:pt x="1124" y="224"/>
                  <a:pt x="1124" y="224"/>
                </a:cubicBezTo>
                <a:cubicBezTo>
                  <a:pt x="1131" y="222"/>
                  <a:pt x="1131" y="222"/>
                  <a:pt x="1131" y="222"/>
                </a:cubicBezTo>
                <a:cubicBezTo>
                  <a:pt x="1131" y="222"/>
                  <a:pt x="1131" y="222"/>
                  <a:pt x="1131" y="222"/>
                </a:cubicBezTo>
                <a:cubicBezTo>
                  <a:pt x="1137" y="219"/>
                  <a:pt x="1137" y="219"/>
                  <a:pt x="1137" y="219"/>
                </a:cubicBezTo>
                <a:cubicBezTo>
                  <a:pt x="1137" y="219"/>
                  <a:pt x="1137" y="219"/>
                  <a:pt x="1137" y="219"/>
                </a:cubicBezTo>
                <a:cubicBezTo>
                  <a:pt x="1143" y="215"/>
                  <a:pt x="1143" y="215"/>
                  <a:pt x="1143" y="215"/>
                </a:cubicBezTo>
                <a:cubicBezTo>
                  <a:pt x="1143" y="215"/>
                  <a:pt x="1143" y="215"/>
                  <a:pt x="1143" y="215"/>
                </a:cubicBezTo>
                <a:cubicBezTo>
                  <a:pt x="1199" y="192"/>
                  <a:pt x="1199" y="192"/>
                  <a:pt x="1199" y="192"/>
                </a:cubicBezTo>
                <a:cubicBezTo>
                  <a:pt x="1199" y="192"/>
                  <a:pt x="1199" y="192"/>
                  <a:pt x="1199" y="192"/>
                </a:cubicBezTo>
                <a:cubicBezTo>
                  <a:pt x="1197" y="191"/>
                  <a:pt x="1197" y="191"/>
                  <a:pt x="1197" y="191"/>
                </a:cubicBezTo>
                <a:cubicBezTo>
                  <a:pt x="1197" y="191"/>
                  <a:pt x="1197" y="191"/>
                  <a:pt x="1197" y="191"/>
                </a:cubicBezTo>
                <a:cubicBezTo>
                  <a:pt x="1196" y="189"/>
                  <a:pt x="1196" y="189"/>
                  <a:pt x="1196" y="189"/>
                </a:cubicBezTo>
                <a:cubicBezTo>
                  <a:pt x="1196" y="189"/>
                  <a:pt x="1196" y="189"/>
                  <a:pt x="1196" y="189"/>
                </a:cubicBezTo>
                <a:cubicBezTo>
                  <a:pt x="1194" y="188"/>
                  <a:pt x="1194" y="188"/>
                  <a:pt x="1194" y="188"/>
                </a:cubicBezTo>
                <a:cubicBezTo>
                  <a:pt x="1194" y="188"/>
                  <a:pt x="1194" y="188"/>
                  <a:pt x="1194" y="188"/>
                </a:cubicBezTo>
                <a:cubicBezTo>
                  <a:pt x="1193" y="186"/>
                  <a:pt x="1193" y="186"/>
                  <a:pt x="1193" y="186"/>
                </a:cubicBezTo>
                <a:cubicBezTo>
                  <a:pt x="1193" y="186"/>
                  <a:pt x="1193" y="186"/>
                  <a:pt x="1193" y="186"/>
                </a:cubicBezTo>
                <a:cubicBezTo>
                  <a:pt x="1191" y="185"/>
                  <a:pt x="1191" y="185"/>
                  <a:pt x="1191" y="185"/>
                </a:cubicBezTo>
                <a:cubicBezTo>
                  <a:pt x="1191" y="185"/>
                  <a:pt x="1191" y="185"/>
                  <a:pt x="1191" y="185"/>
                </a:cubicBezTo>
                <a:cubicBezTo>
                  <a:pt x="1189" y="184"/>
                  <a:pt x="1189" y="184"/>
                  <a:pt x="1189" y="184"/>
                </a:cubicBezTo>
                <a:cubicBezTo>
                  <a:pt x="1189" y="184"/>
                  <a:pt x="1189" y="184"/>
                  <a:pt x="1189" y="184"/>
                </a:cubicBezTo>
                <a:cubicBezTo>
                  <a:pt x="1187" y="183"/>
                  <a:pt x="1187" y="183"/>
                  <a:pt x="1187" y="183"/>
                </a:cubicBezTo>
                <a:cubicBezTo>
                  <a:pt x="1187" y="183"/>
                  <a:pt x="1187" y="183"/>
                  <a:pt x="1187" y="183"/>
                </a:cubicBezTo>
                <a:cubicBezTo>
                  <a:pt x="1184" y="181"/>
                  <a:pt x="1184" y="181"/>
                  <a:pt x="1184" y="181"/>
                </a:cubicBezTo>
                <a:cubicBezTo>
                  <a:pt x="1184" y="181"/>
                  <a:pt x="1184" y="181"/>
                  <a:pt x="1184" y="181"/>
                </a:cubicBezTo>
                <a:cubicBezTo>
                  <a:pt x="1181" y="180"/>
                  <a:pt x="1181" y="180"/>
                  <a:pt x="1181" y="180"/>
                </a:cubicBezTo>
                <a:cubicBezTo>
                  <a:pt x="1181" y="180"/>
                  <a:pt x="1181" y="180"/>
                  <a:pt x="1181" y="180"/>
                </a:cubicBezTo>
                <a:cubicBezTo>
                  <a:pt x="1181" y="177"/>
                  <a:pt x="1181" y="177"/>
                  <a:pt x="1181" y="177"/>
                </a:cubicBezTo>
                <a:cubicBezTo>
                  <a:pt x="1181" y="177"/>
                  <a:pt x="1181" y="177"/>
                  <a:pt x="1181" y="177"/>
                </a:cubicBezTo>
                <a:cubicBezTo>
                  <a:pt x="1181" y="174"/>
                  <a:pt x="1181" y="174"/>
                  <a:pt x="1181" y="174"/>
                </a:cubicBezTo>
                <a:cubicBezTo>
                  <a:pt x="1181" y="174"/>
                  <a:pt x="1181" y="174"/>
                  <a:pt x="1181" y="174"/>
                </a:cubicBezTo>
                <a:cubicBezTo>
                  <a:pt x="1181" y="171"/>
                  <a:pt x="1181" y="171"/>
                  <a:pt x="1181" y="171"/>
                </a:cubicBezTo>
                <a:cubicBezTo>
                  <a:pt x="1181" y="171"/>
                  <a:pt x="1181" y="171"/>
                  <a:pt x="1181" y="171"/>
                </a:cubicBezTo>
                <a:cubicBezTo>
                  <a:pt x="1180" y="168"/>
                  <a:pt x="1180" y="168"/>
                  <a:pt x="1180" y="168"/>
                </a:cubicBezTo>
                <a:cubicBezTo>
                  <a:pt x="1180" y="168"/>
                  <a:pt x="1180" y="168"/>
                  <a:pt x="1180" y="168"/>
                </a:cubicBezTo>
                <a:cubicBezTo>
                  <a:pt x="1180" y="164"/>
                  <a:pt x="1180" y="164"/>
                  <a:pt x="1180" y="164"/>
                </a:cubicBezTo>
                <a:cubicBezTo>
                  <a:pt x="1180" y="164"/>
                  <a:pt x="1180" y="164"/>
                  <a:pt x="1180" y="164"/>
                </a:cubicBezTo>
                <a:cubicBezTo>
                  <a:pt x="1179" y="161"/>
                  <a:pt x="1179" y="161"/>
                  <a:pt x="1179" y="161"/>
                </a:cubicBezTo>
                <a:cubicBezTo>
                  <a:pt x="1179" y="161"/>
                  <a:pt x="1179" y="161"/>
                  <a:pt x="1179" y="161"/>
                </a:cubicBezTo>
                <a:cubicBezTo>
                  <a:pt x="1179" y="158"/>
                  <a:pt x="1179" y="158"/>
                  <a:pt x="1179" y="158"/>
                </a:cubicBezTo>
                <a:cubicBezTo>
                  <a:pt x="1179" y="158"/>
                  <a:pt x="1179" y="158"/>
                  <a:pt x="1179" y="158"/>
                </a:cubicBezTo>
                <a:cubicBezTo>
                  <a:pt x="1175" y="158"/>
                  <a:pt x="1175" y="158"/>
                  <a:pt x="1175" y="158"/>
                </a:cubicBezTo>
                <a:cubicBezTo>
                  <a:pt x="1175" y="158"/>
                  <a:pt x="1175" y="158"/>
                  <a:pt x="1175" y="158"/>
                </a:cubicBezTo>
                <a:cubicBezTo>
                  <a:pt x="1171" y="162"/>
                  <a:pt x="1171" y="162"/>
                  <a:pt x="1171" y="162"/>
                </a:cubicBezTo>
                <a:cubicBezTo>
                  <a:pt x="1171" y="162"/>
                  <a:pt x="1171" y="162"/>
                  <a:pt x="1171" y="162"/>
                </a:cubicBezTo>
                <a:cubicBezTo>
                  <a:pt x="1168" y="165"/>
                  <a:pt x="1168" y="165"/>
                  <a:pt x="1168" y="165"/>
                </a:cubicBezTo>
                <a:cubicBezTo>
                  <a:pt x="1168" y="165"/>
                  <a:pt x="1168" y="165"/>
                  <a:pt x="1168" y="165"/>
                </a:cubicBezTo>
                <a:cubicBezTo>
                  <a:pt x="1164" y="168"/>
                  <a:pt x="1164" y="168"/>
                  <a:pt x="1164" y="168"/>
                </a:cubicBezTo>
                <a:cubicBezTo>
                  <a:pt x="1164" y="168"/>
                  <a:pt x="1164" y="168"/>
                  <a:pt x="1164" y="168"/>
                </a:cubicBezTo>
                <a:cubicBezTo>
                  <a:pt x="1159" y="170"/>
                  <a:pt x="1159" y="170"/>
                  <a:pt x="1159" y="170"/>
                </a:cubicBezTo>
                <a:cubicBezTo>
                  <a:pt x="1159" y="170"/>
                  <a:pt x="1159" y="170"/>
                  <a:pt x="1159" y="170"/>
                </a:cubicBezTo>
                <a:cubicBezTo>
                  <a:pt x="1154" y="171"/>
                  <a:pt x="1154" y="171"/>
                  <a:pt x="1154" y="171"/>
                </a:cubicBezTo>
                <a:cubicBezTo>
                  <a:pt x="1154" y="171"/>
                  <a:pt x="1154" y="171"/>
                  <a:pt x="1154" y="171"/>
                </a:cubicBezTo>
                <a:cubicBezTo>
                  <a:pt x="1150" y="171"/>
                  <a:pt x="1150" y="171"/>
                  <a:pt x="1150" y="171"/>
                </a:cubicBezTo>
                <a:cubicBezTo>
                  <a:pt x="1150" y="171"/>
                  <a:pt x="1150" y="171"/>
                  <a:pt x="1150" y="171"/>
                </a:cubicBezTo>
                <a:cubicBezTo>
                  <a:pt x="1146" y="171"/>
                  <a:pt x="1146" y="171"/>
                  <a:pt x="1146" y="171"/>
                </a:cubicBezTo>
                <a:cubicBezTo>
                  <a:pt x="1146" y="171"/>
                  <a:pt x="1146" y="171"/>
                  <a:pt x="1146" y="171"/>
                </a:cubicBezTo>
                <a:cubicBezTo>
                  <a:pt x="1141" y="169"/>
                  <a:pt x="1141" y="169"/>
                  <a:pt x="1141" y="169"/>
                </a:cubicBezTo>
                <a:cubicBezTo>
                  <a:pt x="1141" y="169"/>
                  <a:pt x="1141" y="169"/>
                  <a:pt x="1141" y="169"/>
                </a:cubicBezTo>
                <a:cubicBezTo>
                  <a:pt x="1140" y="166"/>
                  <a:pt x="1140" y="166"/>
                  <a:pt x="1140" y="166"/>
                </a:cubicBezTo>
                <a:cubicBezTo>
                  <a:pt x="1140" y="166"/>
                  <a:pt x="1140" y="166"/>
                  <a:pt x="1140" y="166"/>
                </a:cubicBezTo>
                <a:cubicBezTo>
                  <a:pt x="1139" y="162"/>
                  <a:pt x="1139" y="162"/>
                  <a:pt x="1139" y="162"/>
                </a:cubicBezTo>
                <a:cubicBezTo>
                  <a:pt x="1139" y="162"/>
                  <a:pt x="1139" y="162"/>
                  <a:pt x="1139" y="162"/>
                </a:cubicBezTo>
                <a:cubicBezTo>
                  <a:pt x="1137" y="159"/>
                  <a:pt x="1137" y="159"/>
                  <a:pt x="1137" y="159"/>
                </a:cubicBezTo>
                <a:cubicBezTo>
                  <a:pt x="1137" y="159"/>
                  <a:pt x="1137" y="159"/>
                  <a:pt x="1137" y="159"/>
                </a:cubicBezTo>
                <a:cubicBezTo>
                  <a:pt x="1136" y="155"/>
                  <a:pt x="1136" y="155"/>
                  <a:pt x="1136" y="155"/>
                </a:cubicBezTo>
                <a:cubicBezTo>
                  <a:pt x="1136" y="155"/>
                  <a:pt x="1136" y="155"/>
                  <a:pt x="1136" y="155"/>
                </a:cubicBezTo>
                <a:cubicBezTo>
                  <a:pt x="1134" y="151"/>
                  <a:pt x="1134" y="151"/>
                  <a:pt x="1134" y="151"/>
                </a:cubicBezTo>
                <a:cubicBezTo>
                  <a:pt x="1134" y="151"/>
                  <a:pt x="1134" y="151"/>
                  <a:pt x="1134" y="151"/>
                </a:cubicBezTo>
                <a:cubicBezTo>
                  <a:pt x="1134" y="147"/>
                  <a:pt x="1134" y="147"/>
                  <a:pt x="1134" y="147"/>
                </a:cubicBezTo>
                <a:cubicBezTo>
                  <a:pt x="1134" y="147"/>
                  <a:pt x="1134" y="147"/>
                  <a:pt x="1134" y="147"/>
                </a:cubicBezTo>
                <a:cubicBezTo>
                  <a:pt x="1135" y="144"/>
                  <a:pt x="1135" y="144"/>
                  <a:pt x="1135" y="144"/>
                </a:cubicBezTo>
                <a:cubicBezTo>
                  <a:pt x="1135" y="144"/>
                  <a:pt x="1135" y="144"/>
                  <a:pt x="1135" y="144"/>
                </a:cubicBezTo>
                <a:cubicBezTo>
                  <a:pt x="1139" y="141"/>
                  <a:pt x="1139" y="141"/>
                  <a:pt x="1139" y="141"/>
                </a:cubicBezTo>
                <a:cubicBezTo>
                  <a:pt x="1139" y="141"/>
                  <a:pt x="1139" y="141"/>
                  <a:pt x="1139" y="141"/>
                </a:cubicBezTo>
                <a:cubicBezTo>
                  <a:pt x="1139" y="143"/>
                  <a:pt x="1139" y="143"/>
                  <a:pt x="1139" y="143"/>
                </a:cubicBezTo>
                <a:cubicBezTo>
                  <a:pt x="1139" y="143"/>
                  <a:pt x="1139" y="143"/>
                  <a:pt x="1139" y="143"/>
                </a:cubicBezTo>
                <a:cubicBezTo>
                  <a:pt x="1140" y="144"/>
                  <a:pt x="1140" y="144"/>
                  <a:pt x="1140" y="144"/>
                </a:cubicBezTo>
                <a:cubicBezTo>
                  <a:pt x="1140" y="144"/>
                  <a:pt x="1140" y="144"/>
                  <a:pt x="1140" y="144"/>
                </a:cubicBezTo>
                <a:cubicBezTo>
                  <a:pt x="1141" y="146"/>
                  <a:pt x="1141" y="146"/>
                  <a:pt x="1141" y="146"/>
                </a:cubicBezTo>
                <a:cubicBezTo>
                  <a:pt x="1141" y="146"/>
                  <a:pt x="1141" y="146"/>
                  <a:pt x="1141" y="146"/>
                </a:cubicBezTo>
                <a:cubicBezTo>
                  <a:pt x="1145" y="147"/>
                  <a:pt x="1145" y="147"/>
                  <a:pt x="1145" y="147"/>
                </a:cubicBezTo>
                <a:cubicBezTo>
                  <a:pt x="1145" y="147"/>
                  <a:pt x="1145" y="147"/>
                  <a:pt x="1145" y="147"/>
                </a:cubicBezTo>
                <a:cubicBezTo>
                  <a:pt x="1147" y="148"/>
                  <a:pt x="1147" y="148"/>
                  <a:pt x="1147" y="148"/>
                </a:cubicBezTo>
                <a:cubicBezTo>
                  <a:pt x="1147" y="148"/>
                  <a:pt x="1147" y="148"/>
                  <a:pt x="1147" y="148"/>
                </a:cubicBezTo>
                <a:cubicBezTo>
                  <a:pt x="1150" y="149"/>
                  <a:pt x="1150" y="149"/>
                  <a:pt x="1150" y="149"/>
                </a:cubicBezTo>
                <a:cubicBezTo>
                  <a:pt x="1150" y="149"/>
                  <a:pt x="1150" y="149"/>
                  <a:pt x="1150" y="149"/>
                </a:cubicBezTo>
                <a:cubicBezTo>
                  <a:pt x="1152" y="149"/>
                  <a:pt x="1152" y="149"/>
                  <a:pt x="1152" y="149"/>
                </a:cubicBezTo>
                <a:cubicBezTo>
                  <a:pt x="1152" y="149"/>
                  <a:pt x="1152" y="149"/>
                  <a:pt x="1152" y="149"/>
                </a:cubicBezTo>
                <a:cubicBezTo>
                  <a:pt x="1155" y="148"/>
                  <a:pt x="1155" y="148"/>
                  <a:pt x="1155" y="148"/>
                </a:cubicBezTo>
                <a:cubicBezTo>
                  <a:pt x="1155" y="148"/>
                  <a:pt x="1155" y="148"/>
                  <a:pt x="1155" y="148"/>
                </a:cubicBezTo>
                <a:cubicBezTo>
                  <a:pt x="1158" y="147"/>
                  <a:pt x="1158" y="147"/>
                  <a:pt x="1158" y="147"/>
                </a:cubicBezTo>
                <a:cubicBezTo>
                  <a:pt x="1158" y="147"/>
                  <a:pt x="1158" y="147"/>
                  <a:pt x="1158" y="147"/>
                </a:cubicBezTo>
                <a:cubicBezTo>
                  <a:pt x="1161" y="146"/>
                  <a:pt x="1161" y="146"/>
                  <a:pt x="1161" y="146"/>
                </a:cubicBezTo>
                <a:cubicBezTo>
                  <a:pt x="1161" y="146"/>
                  <a:pt x="1161" y="146"/>
                  <a:pt x="1161" y="146"/>
                </a:cubicBezTo>
                <a:cubicBezTo>
                  <a:pt x="1165" y="145"/>
                  <a:pt x="1165" y="145"/>
                  <a:pt x="1165" y="145"/>
                </a:cubicBezTo>
                <a:cubicBezTo>
                  <a:pt x="1165" y="145"/>
                  <a:pt x="1165" y="145"/>
                  <a:pt x="1165" y="145"/>
                </a:cubicBezTo>
                <a:cubicBezTo>
                  <a:pt x="1169" y="143"/>
                  <a:pt x="1169" y="143"/>
                  <a:pt x="1169" y="143"/>
                </a:cubicBezTo>
                <a:cubicBezTo>
                  <a:pt x="1169" y="143"/>
                  <a:pt x="1169" y="143"/>
                  <a:pt x="1169" y="143"/>
                </a:cubicBezTo>
                <a:cubicBezTo>
                  <a:pt x="1171" y="142"/>
                  <a:pt x="1171" y="142"/>
                  <a:pt x="1171" y="142"/>
                </a:cubicBezTo>
                <a:cubicBezTo>
                  <a:pt x="1171" y="142"/>
                  <a:pt x="1171" y="142"/>
                  <a:pt x="1171" y="142"/>
                </a:cubicBezTo>
                <a:cubicBezTo>
                  <a:pt x="1174" y="140"/>
                  <a:pt x="1174" y="140"/>
                  <a:pt x="1174" y="140"/>
                </a:cubicBezTo>
                <a:cubicBezTo>
                  <a:pt x="1174" y="140"/>
                  <a:pt x="1174" y="140"/>
                  <a:pt x="1174" y="140"/>
                </a:cubicBezTo>
                <a:cubicBezTo>
                  <a:pt x="1176" y="138"/>
                  <a:pt x="1176" y="138"/>
                  <a:pt x="1176" y="138"/>
                </a:cubicBezTo>
                <a:cubicBezTo>
                  <a:pt x="1176" y="138"/>
                  <a:pt x="1176" y="138"/>
                  <a:pt x="1176" y="138"/>
                </a:cubicBezTo>
                <a:cubicBezTo>
                  <a:pt x="1179" y="133"/>
                  <a:pt x="1179" y="133"/>
                  <a:pt x="1179" y="133"/>
                </a:cubicBezTo>
                <a:cubicBezTo>
                  <a:pt x="1179" y="133"/>
                  <a:pt x="1179" y="133"/>
                  <a:pt x="1179" y="133"/>
                </a:cubicBezTo>
                <a:cubicBezTo>
                  <a:pt x="1178" y="101"/>
                  <a:pt x="1178" y="101"/>
                  <a:pt x="1178" y="101"/>
                </a:cubicBezTo>
                <a:cubicBezTo>
                  <a:pt x="1178" y="99"/>
                  <a:pt x="1178" y="99"/>
                  <a:pt x="1178" y="99"/>
                </a:cubicBezTo>
                <a:cubicBezTo>
                  <a:pt x="1179" y="73"/>
                  <a:pt x="1179" y="73"/>
                  <a:pt x="1179" y="73"/>
                </a:cubicBezTo>
                <a:cubicBezTo>
                  <a:pt x="1179" y="73"/>
                  <a:pt x="1179" y="73"/>
                  <a:pt x="1179" y="73"/>
                </a:cubicBezTo>
                <a:cubicBezTo>
                  <a:pt x="1181" y="75"/>
                  <a:pt x="1181" y="75"/>
                  <a:pt x="1181" y="75"/>
                </a:cubicBezTo>
                <a:cubicBezTo>
                  <a:pt x="1181" y="75"/>
                  <a:pt x="1181" y="75"/>
                  <a:pt x="1181" y="75"/>
                </a:cubicBezTo>
                <a:cubicBezTo>
                  <a:pt x="1184" y="77"/>
                  <a:pt x="1184" y="77"/>
                  <a:pt x="1184" y="77"/>
                </a:cubicBezTo>
                <a:cubicBezTo>
                  <a:pt x="1184" y="77"/>
                  <a:pt x="1184" y="77"/>
                  <a:pt x="1184" y="77"/>
                </a:cubicBezTo>
                <a:cubicBezTo>
                  <a:pt x="1187" y="79"/>
                  <a:pt x="1187" y="79"/>
                  <a:pt x="1187" y="79"/>
                </a:cubicBezTo>
                <a:cubicBezTo>
                  <a:pt x="1187" y="79"/>
                  <a:pt x="1187" y="79"/>
                  <a:pt x="1187" y="79"/>
                </a:cubicBezTo>
                <a:cubicBezTo>
                  <a:pt x="1190" y="80"/>
                  <a:pt x="1190" y="80"/>
                  <a:pt x="1190" y="80"/>
                </a:cubicBezTo>
                <a:cubicBezTo>
                  <a:pt x="1190" y="80"/>
                  <a:pt x="1190" y="80"/>
                  <a:pt x="1190" y="80"/>
                </a:cubicBezTo>
                <a:cubicBezTo>
                  <a:pt x="1192" y="83"/>
                  <a:pt x="1192" y="83"/>
                  <a:pt x="1192" y="83"/>
                </a:cubicBezTo>
                <a:cubicBezTo>
                  <a:pt x="1192" y="83"/>
                  <a:pt x="1192" y="83"/>
                  <a:pt x="1192" y="83"/>
                </a:cubicBezTo>
                <a:cubicBezTo>
                  <a:pt x="1195" y="85"/>
                  <a:pt x="1195" y="85"/>
                  <a:pt x="1195" y="85"/>
                </a:cubicBezTo>
                <a:cubicBezTo>
                  <a:pt x="1195" y="85"/>
                  <a:pt x="1195" y="85"/>
                  <a:pt x="1195" y="85"/>
                </a:cubicBezTo>
                <a:cubicBezTo>
                  <a:pt x="1198" y="87"/>
                  <a:pt x="1198" y="87"/>
                  <a:pt x="1198" y="87"/>
                </a:cubicBezTo>
                <a:cubicBezTo>
                  <a:pt x="1198" y="87"/>
                  <a:pt x="1198" y="87"/>
                  <a:pt x="1198" y="87"/>
                </a:cubicBezTo>
                <a:cubicBezTo>
                  <a:pt x="1201" y="89"/>
                  <a:pt x="1201" y="89"/>
                  <a:pt x="1201" y="89"/>
                </a:cubicBezTo>
                <a:cubicBezTo>
                  <a:pt x="1201" y="89"/>
                  <a:pt x="1201" y="89"/>
                  <a:pt x="1201" y="89"/>
                </a:cubicBezTo>
                <a:cubicBezTo>
                  <a:pt x="1204" y="97"/>
                  <a:pt x="1204" y="97"/>
                  <a:pt x="1204" y="97"/>
                </a:cubicBezTo>
                <a:cubicBezTo>
                  <a:pt x="1204" y="97"/>
                  <a:pt x="1204" y="97"/>
                  <a:pt x="1204" y="97"/>
                </a:cubicBezTo>
                <a:cubicBezTo>
                  <a:pt x="1206" y="103"/>
                  <a:pt x="1206" y="103"/>
                  <a:pt x="1206" y="103"/>
                </a:cubicBezTo>
                <a:cubicBezTo>
                  <a:pt x="1206" y="103"/>
                  <a:pt x="1206" y="103"/>
                  <a:pt x="1206" y="103"/>
                </a:cubicBezTo>
                <a:cubicBezTo>
                  <a:pt x="1204" y="111"/>
                  <a:pt x="1204" y="111"/>
                  <a:pt x="1204" y="111"/>
                </a:cubicBezTo>
                <a:cubicBezTo>
                  <a:pt x="1204" y="111"/>
                  <a:pt x="1204" y="111"/>
                  <a:pt x="1204" y="111"/>
                </a:cubicBezTo>
                <a:cubicBezTo>
                  <a:pt x="1203" y="118"/>
                  <a:pt x="1203" y="118"/>
                  <a:pt x="1203" y="118"/>
                </a:cubicBezTo>
                <a:cubicBezTo>
                  <a:pt x="1203" y="118"/>
                  <a:pt x="1203" y="118"/>
                  <a:pt x="1203" y="118"/>
                </a:cubicBezTo>
                <a:cubicBezTo>
                  <a:pt x="1201" y="127"/>
                  <a:pt x="1201" y="127"/>
                  <a:pt x="1201" y="127"/>
                </a:cubicBezTo>
                <a:cubicBezTo>
                  <a:pt x="1201" y="127"/>
                  <a:pt x="1201" y="127"/>
                  <a:pt x="1201" y="127"/>
                </a:cubicBezTo>
                <a:cubicBezTo>
                  <a:pt x="1201" y="134"/>
                  <a:pt x="1201" y="134"/>
                  <a:pt x="1201" y="134"/>
                </a:cubicBezTo>
                <a:cubicBezTo>
                  <a:pt x="1201" y="134"/>
                  <a:pt x="1201" y="134"/>
                  <a:pt x="1201" y="134"/>
                </a:cubicBezTo>
                <a:cubicBezTo>
                  <a:pt x="1202" y="141"/>
                  <a:pt x="1202" y="141"/>
                  <a:pt x="1202" y="141"/>
                </a:cubicBezTo>
                <a:cubicBezTo>
                  <a:pt x="1202" y="141"/>
                  <a:pt x="1202" y="141"/>
                  <a:pt x="1202" y="141"/>
                </a:cubicBezTo>
                <a:cubicBezTo>
                  <a:pt x="1207" y="146"/>
                  <a:pt x="1207" y="146"/>
                  <a:pt x="1207" y="146"/>
                </a:cubicBezTo>
                <a:cubicBezTo>
                  <a:pt x="1207" y="146"/>
                  <a:pt x="1207" y="146"/>
                  <a:pt x="1207" y="146"/>
                </a:cubicBezTo>
                <a:cubicBezTo>
                  <a:pt x="1211" y="145"/>
                  <a:pt x="1211" y="145"/>
                  <a:pt x="1211" y="145"/>
                </a:cubicBezTo>
                <a:cubicBezTo>
                  <a:pt x="1211" y="145"/>
                  <a:pt x="1211" y="145"/>
                  <a:pt x="1211" y="145"/>
                </a:cubicBezTo>
                <a:cubicBezTo>
                  <a:pt x="1213" y="142"/>
                  <a:pt x="1213" y="142"/>
                  <a:pt x="1213" y="142"/>
                </a:cubicBezTo>
                <a:cubicBezTo>
                  <a:pt x="1213" y="142"/>
                  <a:pt x="1213" y="142"/>
                  <a:pt x="1213" y="142"/>
                </a:cubicBezTo>
                <a:cubicBezTo>
                  <a:pt x="1215" y="139"/>
                  <a:pt x="1215" y="139"/>
                  <a:pt x="1215" y="139"/>
                </a:cubicBezTo>
                <a:cubicBezTo>
                  <a:pt x="1215" y="139"/>
                  <a:pt x="1215" y="139"/>
                  <a:pt x="1215" y="139"/>
                </a:cubicBezTo>
                <a:cubicBezTo>
                  <a:pt x="1216" y="136"/>
                  <a:pt x="1216" y="136"/>
                  <a:pt x="1216" y="136"/>
                </a:cubicBezTo>
                <a:cubicBezTo>
                  <a:pt x="1216" y="136"/>
                  <a:pt x="1216" y="136"/>
                  <a:pt x="1216" y="136"/>
                </a:cubicBezTo>
                <a:cubicBezTo>
                  <a:pt x="1217" y="131"/>
                  <a:pt x="1217" y="131"/>
                  <a:pt x="1217" y="131"/>
                </a:cubicBezTo>
                <a:cubicBezTo>
                  <a:pt x="1217" y="131"/>
                  <a:pt x="1217" y="131"/>
                  <a:pt x="1217" y="131"/>
                </a:cubicBezTo>
                <a:cubicBezTo>
                  <a:pt x="1216" y="128"/>
                  <a:pt x="1216" y="128"/>
                  <a:pt x="1216" y="128"/>
                </a:cubicBezTo>
                <a:cubicBezTo>
                  <a:pt x="1216" y="128"/>
                  <a:pt x="1216" y="128"/>
                  <a:pt x="1216" y="128"/>
                </a:cubicBezTo>
                <a:cubicBezTo>
                  <a:pt x="1216" y="123"/>
                  <a:pt x="1216" y="123"/>
                  <a:pt x="1216" y="123"/>
                </a:cubicBezTo>
                <a:cubicBezTo>
                  <a:pt x="1216" y="123"/>
                  <a:pt x="1216" y="123"/>
                  <a:pt x="1216" y="123"/>
                </a:cubicBezTo>
                <a:cubicBezTo>
                  <a:pt x="1216" y="119"/>
                  <a:pt x="1216" y="119"/>
                  <a:pt x="1216" y="119"/>
                </a:cubicBezTo>
                <a:cubicBezTo>
                  <a:pt x="1216" y="119"/>
                  <a:pt x="1216" y="119"/>
                  <a:pt x="1216" y="119"/>
                </a:cubicBezTo>
                <a:cubicBezTo>
                  <a:pt x="1216" y="114"/>
                  <a:pt x="1216" y="114"/>
                  <a:pt x="1216" y="114"/>
                </a:cubicBezTo>
                <a:cubicBezTo>
                  <a:pt x="1216" y="114"/>
                  <a:pt x="1216" y="114"/>
                  <a:pt x="1216" y="114"/>
                </a:cubicBezTo>
                <a:cubicBezTo>
                  <a:pt x="1217" y="115"/>
                  <a:pt x="1217" y="115"/>
                  <a:pt x="1217" y="115"/>
                </a:cubicBezTo>
                <a:cubicBezTo>
                  <a:pt x="1217" y="115"/>
                  <a:pt x="1217" y="115"/>
                  <a:pt x="1217" y="115"/>
                </a:cubicBezTo>
                <a:cubicBezTo>
                  <a:pt x="1218" y="115"/>
                  <a:pt x="1218" y="115"/>
                  <a:pt x="1218" y="115"/>
                </a:cubicBezTo>
                <a:cubicBezTo>
                  <a:pt x="1218" y="115"/>
                  <a:pt x="1218" y="115"/>
                  <a:pt x="1218" y="115"/>
                </a:cubicBezTo>
                <a:cubicBezTo>
                  <a:pt x="1219" y="116"/>
                  <a:pt x="1219" y="116"/>
                  <a:pt x="1219" y="116"/>
                </a:cubicBezTo>
                <a:cubicBezTo>
                  <a:pt x="1219" y="116"/>
                  <a:pt x="1219" y="116"/>
                  <a:pt x="1219" y="116"/>
                </a:cubicBezTo>
                <a:cubicBezTo>
                  <a:pt x="1221" y="116"/>
                  <a:pt x="1221" y="116"/>
                  <a:pt x="1221" y="116"/>
                </a:cubicBezTo>
                <a:cubicBezTo>
                  <a:pt x="1221" y="116"/>
                  <a:pt x="1221" y="116"/>
                  <a:pt x="1221" y="116"/>
                </a:cubicBezTo>
                <a:cubicBezTo>
                  <a:pt x="1222" y="118"/>
                  <a:pt x="1222" y="118"/>
                  <a:pt x="1222" y="118"/>
                </a:cubicBezTo>
                <a:cubicBezTo>
                  <a:pt x="1222" y="118"/>
                  <a:pt x="1222" y="118"/>
                  <a:pt x="1222" y="118"/>
                </a:cubicBezTo>
                <a:cubicBezTo>
                  <a:pt x="1225" y="118"/>
                  <a:pt x="1225" y="118"/>
                  <a:pt x="1225" y="118"/>
                </a:cubicBezTo>
                <a:cubicBezTo>
                  <a:pt x="1225" y="118"/>
                  <a:pt x="1225" y="118"/>
                  <a:pt x="1225" y="118"/>
                </a:cubicBezTo>
                <a:cubicBezTo>
                  <a:pt x="1225" y="119"/>
                  <a:pt x="1225" y="119"/>
                  <a:pt x="1225" y="119"/>
                </a:cubicBezTo>
                <a:cubicBezTo>
                  <a:pt x="1225" y="119"/>
                  <a:pt x="1225" y="119"/>
                  <a:pt x="1225" y="119"/>
                </a:cubicBezTo>
                <a:cubicBezTo>
                  <a:pt x="1229" y="119"/>
                  <a:pt x="1229" y="119"/>
                  <a:pt x="1229" y="119"/>
                </a:cubicBezTo>
                <a:cubicBezTo>
                  <a:pt x="1229" y="119"/>
                  <a:pt x="1229" y="119"/>
                  <a:pt x="1229" y="119"/>
                </a:cubicBezTo>
                <a:cubicBezTo>
                  <a:pt x="1234" y="117"/>
                  <a:pt x="1234" y="117"/>
                  <a:pt x="1234" y="117"/>
                </a:cubicBezTo>
                <a:cubicBezTo>
                  <a:pt x="1234" y="117"/>
                  <a:pt x="1234" y="117"/>
                  <a:pt x="1234" y="117"/>
                </a:cubicBezTo>
                <a:cubicBezTo>
                  <a:pt x="1245" y="102"/>
                  <a:pt x="1245" y="102"/>
                  <a:pt x="1245" y="102"/>
                </a:cubicBezTo>
                <a:cubicBezTo>
                  <a:pt x="1245" y="102"/>
                  <a:pt x="1245" y="102"/>
                  <a:pt x="1245" y="102"/>
                </a:cubicBezTo>
                <a:cubicBezTo>
                  <a:pt x="1225" y="151"/>
                  <a:pt x="1225" y="151"/>
                  <a:pt x="1225" y="151"/>
                </a:cubicBezTo>
                <a:cubicBezTo>
                  <a:pt x="1225" y="151"/>
                  <a:pt x="1225" y="151"/>
                  <a:pt x="1225" y="151"/>
                </a:cubicBezTo>
                <a:cubicBezTo>
                  <a:pt x="1222" y="152"/>
                  <a:pt x="1222" y="152"/>
                  <a:pt x="1222" y="152"/>
                </a:cubicBezTo>
                <a:cubicBezTo>
                  <a:pt x="1222" y="152"/>
                  <a:pt x="1222" y="152"/>
                  <a:pt x="1222" y="152"/>
                </a:cubicBezTo>
                <a:cubicBezTo>
                  <a:pt x="1220" y="153"/>
                  <a:pt x="1220" y="153"/>
                  <a:pt x="1220" y="153"/>
                </a:cubicBezTo>
                <a:cubicBezTo>
                  <a:pt x="1220" y="153"/>
                  <a:pt x="1220" y="153"/>
                  <a:pt x="1220" y="153"/>
                </a:cubicBezTo>
                <a:cubicBezTo>
                  <a:pt x="1218" y="153"/>
                  <a:pt x="1218" y="153"/>
                  <a:pt x="1218" y="153"/>
                </a:cubicBezTo>
                <a:cubicBezTo>
                  <a:pt x="1218" y="153"/>
                  <a:pt x="1218" y="153"/>
                  <a:pt x="1218" y="153"/>
                </a:cubicBezTo>
                <a:cubicBezTo>
                  <a:pt x="1217" y="153"/>
                  <a:pt x="1217" y="153"/>
                  <a:pt x="1217" y="153"/>
                </a:cubicBezTo>
                <a:cubicBezTo>
                  <a:pt x="1217" y="153"/>
                  <a:pt x="1217" y="153"/>
                  <a:pt x="1217" y="153"/>
                </a:cubicBezTo>
                <a:cubicBezTo>
                  <a:pt x="1215" y="153"/>
                  <a:pt x="1215" y="153"/>
                  <a:pt x="1215" y="153"/>
                </a:cubicBezTo>
                <a:cubicBezTo>
                  <a:pt x="1215" y="153"/>
                  <a:pt x="1215" y="153"/>
                  <a:pt x="1215" y="153"/>
                </a:cubicBezTo>
                <a:cubicBezTo>
                  <a:pt x="1214" y="153"/>
                  <a:pt x="1214" y="153"/>
                  <a:pt x="1214" y="153"/>
                </a:cubicBezTo>
                <a:cubicBezTo>
                  <a:pt x="1214" y="153"/>
                  <a:pt x="1214" y="153"/>
                  <a:pt x="1214" y="153"/>
                </a:cubicBezTo>
                <a:cubicBezTo>
                  <a:pt x="1212" y="153"/>
                  <a:pt x="1212" y="153"/>
                  <a:pt x="1212" y="153"/>
                </a:cubicBezTo>
                <a:cubicBezTo>
                  <a:pt x="1212" y="153"/>
                  <a:pt x="1212" y="153"/>
                  <a:pt x="1212" y="153"/>
                </a:cubicBezTo>
                <a:cubicBezTo>
                  <a:pt x="1211" y="153"/>
                  <a:pt x="1211" y="153"/>
                  <a:pt x="1211" y="153"/>
                </a:cubicBezTo>
                <a:cubicBezTo>
                  <a:pt x="1211" y="153"/>
                  <a:pt x="1211" y="153"/>
                  <a:pt x="1211" y="153"/>
                </a:cubicBezTo>
                <a:cubicBezTo>
                  <a:pt x="1207" y="157"/>
                  <a:pt x="1207" y="157"/>
                  <a:pt x="1207" y="157"/>
                </a:cubicBezTo>
                <a:cubicBezTo>
                  <a:pt x="1207" y="157"/>
                  <a:pt x="1207" y="157"/>
                  <a:pt x="1207" y="157"/>
                </a:cubicBezTo>
                <a:cubicBezTo>
                  <a:pt x="1204" y="161"/>
                  <a:pt x="1204" y="161"/>
                  <a:pt x="1204" y="161"/>
                </a:cubicBezTo>
                <a:cubicBezTo>
                  <a:pt x="1204" y="161"/>
                  <a:pt x="1204" y="161"/>
                  <a:pt x="1204" y="161"/>
                </a:cubicBezTo>
                <a:cubicBezTo>
                  <a:pt x="1203" y="166"/>
                  <a:pt x="1203" y="166"/>
                  <a:pt x="1203" y="166"/>
                </a:cubicBezTo>
                <a:cubicBezTo>
                  <a:pt x="1203" y="166"/>
                  <a:pt x="1203" y="166"/>
                  <a:pt x="1203" y="166"/>
                </a:cubicBezTo>
                <a:cubicBezTo>
                  <a:pt x="1203" y="171"/>
                  <a:pt x="1203" y="171"/>
                  <a:pt x="1203" y="171"/>
                </a:cubicBezTo>
                <a:cubicBezTo>
                  <a:pt x="1203" y="171"/>
                  <a:pt x="1203" y="171"/>
                  <a:pt x="1203" y="171"/>
                </a:cubicBezTo>
                <a:cubicBezTo>
                  <a:pt x="1202" y="176"/>
                  <a:pt x="1202" y="176"/>
                  <a:pt x="1202" y="176"/>
                </a:cubicBezTo>
                <a:cubicBezTo>
                  <a:pt x="1202" y="176"/>
                  <a:pt x="1202" y="176"/>
                  <a:pt x="1202" y="176"/>
                </a:cubicBezTo>
                <a:cubicBezTo>
                  <a:pt x="1202" y="181"/>
                  <a:pt x="1202" y="181"/>
                  <a:pt x="1202" y="181"/>
                </a:cubicBezTo>
                <a:cubicBezTo>
                  <a:pt x="1202" y="181"/>
                  <a:pt x="1202" y="181"/>
                  <a:pt x="1202" y="181"/>
                </a:cubicBezTo>
                <a:cubicBezTo>
                  <a:pt x="1203" y="185"/>
                  <a:pt x="1203" y="185"/>
                  <a:pt x="1203" y="185"/>
                </a:cubicBezTo>
                <a:cubicBezTo>
                  <a:pt x="1203" y="185"/>
                  <a:pt x="1203" y="185"/>
                  <a:pt x="1203" y="185"/>
                </a:cubicBezTo>
                <a:cubicBezTo>
                  <a:pt x="1206" y="188"/>
                  <a:pt x="1206" y="188"/>
                  <a:pt x="1206" y="188"/>
                </a:cubicBezTo>
                <a:cubicBezTo>
                  <a:pt x="1206" y="188"/>
                  <a:pt x="1206" y="188"/>
                  <a:pt x="1206" y="188"/>
                </a:cubicBezTo>
                <a:cubicBezTo>
                  <a:pt x="1246" y="170"/>
                  <a:pt x="1246" y="170"/>
                  <a:pt x="1246" y="170"/>
                </a:cubicBezTo>
                <a:cubicBezTo>
                  <a:pt x="1246" y="170"/>
                  <a:pt x="1246" y="170"/>
                  <a:pt x="1246" y="170"/>
                </a:cubicBezTo>
                <a:cubicBezTo>
                  <a:pt x="1262" y="66"/>
                  <a:pt x="1262" y="66"/>
                  <a:pt x="1262" y="66"/>
                </a:cubicBezTo>
                <a:cubicBezTo>
                  <a:pt x="1262" y="66"/>
                  <a:pt x="1262" y="66"/>
                  <a:pt x="1262" y="66"/>
                </a:cubicBezTo>
                <a:cubicBezTo>
                  <a:pt x="1260" y="63"/>
                  <a:pt x="1260" y="63"/>
                  <a:pt x="1260" y="63"/>
                </a:cubicBezTo>
                <a:cubicBezTo>
                  <a:pt x="1260" y="63"/>
                  <a:pt x="1260" y="63"/>
                  <a:pt x="1260" y="63"/>
                </a:cubicBezTo>
                <a:cubicBezTo>
                  <a:pt x="1259" y="60"/>
                  <a:pt x="1259" y="60"/>
                  <a:pt x="1259" y="60"/>
                </a:cubicBezTo>
                <a:cubicBezTo>
                  <a:pt x="1259" y="60"/>
                  <a:pt x="1259" y="60"/>
                  <a:pt x="1259" y="60"/>
                </a:cubicBezTo>
                <a:cubicBezTo>
                  <a:pt x="1258" y="58"/>
                  <a:pt x="1258" y="58"/>
                  <a:pt x="1258" y="58"/>
                </a:cubicBezTo>
                <a:cubicBezTo>
                  <a:pt x="1258" y="58"/>
                  <a:pt x="1258" y="58"/>
                  <a:pt x="1258" y="58"/>
                </a:cubicBezTo>
                <a:cubicBezTo>
                  <a:pt x="1258" y="54"/>
                  <a:pt x="1258" y="54"/>
                  <a:pt x="1258" y="54"/>
                </a:cubicBezTo>
                <a:cubicBezTo>
                  <a:pt x="1258" y="54"/>
                  <a:pt x="1258" y="54"/>
                  <a:pt x="1258" y="54"/>
                </a:cubicBezTo>
                <a:cubicBezTo>
                  <a:pt x="1257" y="51"/>
                  <a:pt x="1257" y="51"/>
                  <a:pt x="1257" y="51"/>
                </a:cubicBezTo>
                <a:cubicBezTo>
                  <a:pt x="1257" y="51"/>
                  <a:pt x="1257" y="51"/>
                  <a:pt x="1257" y="51"/>
                </a:cubicBezTo>
                <a:cubicBezTo>
                  <a:pt x="1257" y="47"/>
                  <a:pt x="1257" y="47"/>
                  <a:pt x="1257" y="47"/>
                </a:cubicBezTo>
                <a:cubicBezTo>
                  <a:pt x="1257" y="47"/>
                  <a:pt x="1257" y="47"/>
                  <a:pt x="1257" y="47"/>
                </a:cubicBezTo>
                <a:cubicBezTo>
                  <a:pt x="1257" y="44"/>
                  <a:pt x="1257" y="44"/>
                  <a:pt x="1257" y="44"/>
                </a:cubicBezTo>
                <a:cubicBezTo>
                  <a:pt x="1257" y="44"/>
                  <a:pt x="1257" y="44"/>
                  <a:pt x="1257" y="44"/>
                </a:cubicBezTo>
                <a:cubicBezTo>
                  <a:pt x="1260" y="40"/>
                  <a:pt x="1260" y="40"/>
                  <a:pt x="1260" y="40"/>
                </a:cubicBezTo>
                <a:cubicBezTo>
                  <a:pt x="1260" y="40"/>
                  <a:pt x="1260" y="40"/>
                  <a:pt x="1260" y="40"/>
                </a:cubicBezTo>
                <a:cubicBezTo>
                  <a:pt x="1262" y="41"/>
                  <a:pt x="1262" y="41"/>
                  <a:pt x="1262" y="41"/>
                </a:cubicBezTo>
                <a:cubicBezTo>
                  <a:pt x="1262" y="41"/>
                  <a:pt x="1262" y="41"/>
                  <a:pt x="1262" y="41"/>
                </a:cubicBezTo>
                <a:cubicBezTo>
                  <a:pt x="1264" y="40"/>
                  <a:pt x="1264" y="40"/>
                  <a:pt x="1264" y="40"/>
                </a:cubicBezTo>
                <a:cubicBezTo>
                  <a:pt x="1264" y="40"/>
                  <a:pt x="1264" y="40"/>
                  <a:pt x="1264" y="40"/>
                </a:cubicBezTo>
                <a:cubicBezTo>
                  <a:pt x="1268" y="40"/>
                  <a:pt x="1268" y="40"/>
                  <a:pt x="1268" y="40"/>
                </a:cubicBezTo>
                <a:cubicBezTo>
                  <a:pt x="1268" y="40"/>
                  <a:pt x="1268" y="40"/>
                  <a:pt x="1268" y="40"/>
                </a:cubicBezTo>
                <a:cubicBezTo>
                  <a:pt x="1271" y="38"/>
                  <a:pt x="1271" y="38"/>
                  <a:pt x="1271" y="38"/>
                </a:cubicBezTo>
                <a:cubicBezTo>
                  <a:pt x="1271" y="38"/>
                  <a:pt x="1271" y="38"/>
                  <a:pt x="1271" y="38"/>
                </a:cubicBezTo>
                <a:cubicBezTo>
                  <a:pt x="1273" y="38"/>
                  <a:pt x="1273" y="38"/>
                  <a:pt x="1273" y="38"/>
                </a:cubicBezTo>
                <a:cubicBezTo>
                  <a:pt x="1273" y="38"/>
                  <a:pt x="1273" y="38"/>
                  <a:pt x="1273" y="38"/>
                </a:cubicBezTo>
                <a:cubicBezTo>
                  <a:pt x="1276" y="37"/>
                  <a:pt x="1276" y="37"/>
                  <a:pt x="1276" y="37"/>
                </a:cubicBezTo>
                <a:cubicBezTo>
                  <a:pt x="1276" y="37"/>
                  <a:pt x="1276" y="37"/>
                  <a:pt x="1276" y="37"/>
                </a:cubicBezTo>
                <a:cubicBezTo>
                  <a:pt x="1279" y="37"/>
                  <a:pt x="1279" y="37"/>
                  <a:pt x="1279" y="37"/>
                </a:cubicBezTo>
                <a:cubicBezTo>
                  <a:pt x="1279" y="37"/>
                  <a:pt x="1279" y="37"/>
                  <a:pt x="1279" y="37"/>
                </a:cubicBezTo>
                <a:cubicBezTo>
                  <a:pt x="1282" y="38"/>
                  <a:pt x="1282" y="38"/>
                  <a:pt x="1282" y="38"/>
                </a:cubicBezTo>
                <a:cubicBezTo>
                  <a:pt x="1282" y="38"/>
                  <a:pt x="1282" y="38"/>
                  <a:pt x="1282" y="38"/>
                </a:cubicBezTo>
                <a:cubicBezTo>
                  <a:pt x="1282" y="54"/>
                  <a:pt x="1282" y="54"/>
                  <a:pt x="1282" y="54"/>
                </a:cubicBezTo>
                <a:cubicBezTo>
                  <a:pt x="1282" y="54"/>
                  <a:pt x="1282" y="54"/>
                  <a:pt x="1282" y="54"/>
                </a:cubicBezTo>
                <a:cubicBezTo>
                  <a:pt x="1280" y="69"/>
                  <a:pt x="1280" y="69"/>
                  <a:pt x="1280" y="69"/>
                </a:cubicBezTo>
                <a:cubicBezTo>
                  <a:pt x="1280" y="69"/>
                  <a:pt x="1280" y="69"/>
                  <a:pt x="1280" y="69"/>
                </a:cubicBezTo>
                <a:cubicBezTo>
                  <a:pt x="1276" y="84"/>
                  <a:pt x="1276" y="84"/>
                  <a:pt x="1276" y="84"/>
                </a:cubicBezTo>
                <a:cubicBezTo>
                  <a:pt x="1276" y="84"/>
                  <a:pt x="1276" y="84"/>
                  <a:pt x="1276" y="84"/>
                </a:cubicBezTo>
                <a:cubicBezTo>
                  <a:pt x="1273" y="99"/>
                  <a:pt x="1273" y="99"/>
                  <a:pt x="1273" y="99"/>
                </a:cubicBezTo>
                <a:cubicBezTo>
                  <a:pt x="1273" y="99"/>
                  <a:pt x="1273" y="99"/>
                  <a:pt x="1273" y="99"/>
                </a:cubicBezTo>
                <a:cubicBezTo>
                  <a:pt x="1268" y="114"/>
                  <a:pt x="1268" y="114"/>
                  <a:pt x="1268" y="114"/>
                </a:cubicBezTo>
                <a:cubicBezTo>
                  <a:pt x="1268" y="114"/>
                  <a:pt x="1268" y="114"/>
                  <a:pt x="1268" y="114"/>
                </a:cubicBezTo>
                <a:cubicBezTo>
                  <a:pt x="1264" y="129"/>
                  <a:pt x="1264" y="129"/>
                  <a:pt x="1264" y="129"/>
                </a:cubicBezTo>
                <a:cubicBezTo>
                  <a:pt x="1264" y="129"/>
                  <a:pt x="1264" y="129"/>
                  <a:pt x="1264" y="129"/>
                </a:cubicBezTo>
                <a:cubicBezTo>
                  <a:pt x="1261" y="144"/>
                  <a:pt x="1261" y="144"/>
                  <a:pt x="1261" y="144"/>
                </a:cubicBezTo>
                <a:cubicBezTo>
                  <a:pt x="1261" y="144"/>
                  <a:pt x="1261" y="144"/>
                  <a:pt x="1261" y="144"/>
                </a:cubicBezTo>
                <a:cubicBezTo>
                  <a:pt x="1260" y="159"/>
                  <a:pt x="1260" y="159"/>
                  <a:pt x="1260" y="159"/>
                </a:cubicBezTo>
                <a:cubicBezTo>
                  <a:pt x="1260" y="159"/>
                  <a:pt x="1260" y="159"/>
                  <a:pt x="1260" y="159"/>
                </a:cubicBezTo>
                <a:cubicBezTo>
                  <a:pt x="1263" y="161"/>
                  <a:pt x="1263" y="161"/>
                  <a:pt x="1263" y="161"/>
                </a:cubicBezTo>
                <a:cubicBezTo>
                  <a:pt x="1263" y="161"/>
                  <a:pt x="1263" y="161"/>
                  <a:pt x="1263" y="161"/>
                </a:cubicBezTo>
                <a:cubicBezTo>
                  <a:pt x="1303" y="152"/>
                  <a:pt x="1303" y="152"/>
                  <a:pt x="1303" y="152"/>
                </a:cubicBezTo>
                <a:cubicBezTo>
                  <a:pt x="1303" y="152"/>
                  <a:pt x="1303" y="152"/>
                  <a:pt x="1303" y="152"/>
                </a:cubicBezTo>
                <a:cubicBezTo>
                  <a:pt x="1320" y="176"/>
                  <a:pt x="1320" y="176"/>
                  <a:pt x="1320" y="176"/>
                </a:cubicBezTo>
                <a:cubicBezTo>
                  <a:pt x="1320" y="176"/>
                  <a:pt x="1320" y="176"/>
                  <a:pt x="1320" y="176"/>
                </a:cubicBezTo>
                <a:cubicBezTo>
                  <a:pt x="1311" y="174"/>
                  <a:pt x="1311" y="174"/>
                  <a:pt x="1311" y="174"/>
                </a:cubicBezTo>
                <a:cubicBezTo>
                  <a:pt x="1311" y="174"/>
                  <a:pt x="1311" y="174"/>
                  <a:pt x="1311" y="174"/>
                </a:cubicBezTo>
                <a:cubicBezTo>
                  <a:pt x="1301" y="172"/>
                  <a:pt x="1301" y="172"/>
                  <a:pt x="1301" y="172"/>
                </a:cubicBezTo>
                <a:cubicBezTo>
                  <a:pt x="1301" y="172"/>
                  <a:pt x="1301" y="172"/>
                  <a:pt x="1301" y="172"/>
                </a:cubicBezTo>
                <a:cubicBezTo>
                  <a:pt x="1292" y="171"/>
                  <a:pt x="1292" y="171"/>
                  <a:pt x="1292" y="171"/>
                </a:cubicBezTo>
                <a:cubicBezTo>
                  <a:pt x="1292" y="171"/>
                  <a:pt x="1292" y="171"/>
                  <a:pt x="1292" y="171"/>
                </a:cubicBezTo>
                <a:cubicBezTo>
                  <a:pt x="1283" y="170"/>
                  <a:pt x="1283" y="170"/>
                  <a:pt x="1283" y="170"/>
                </a:cubicBezTo>
                <a:cubicBezTo>
                  <a:pt x="1283" y="170"/>
                  <a:pt x="1283" y="170"/>
                  <a:pt x="1283" y="170"/>
                </a:cubicBezTo>
                <a:cubicBezTo>
                  <a:pt x="1274" y="171"/>
                  <a:pt x="1274" y="171"/>
                  <a:pt x="1274" y="171"/>
                </a:cubicBezTo>
                <a:cubicBezTo>
                  <a:pt x="1274" y="171"/>
                  <a:pt x="1274" y="171"/>
                  <a:pt x="1274" y="171"/>
                </a:cubicBezTo>
                <a:cubicBezTo>
                  <a:pt x="1264" y="172"/>
                  <a:pt x="1264" y="172"/>
                  <a:pt x="1264" y="172"/>
                </a:cubicBezTo>
                <a:cubicBezTo>
                  <a:pt x="1264" y="172"/>
                  <a:pt x="1264" y="172"/>
                  <a:pt x="1264" y="172"/>
                </a:cubicBezTo>
                <a:cubicBezTo>
                  <a:pt x="1255" y="175"/>
                  <a:pt x="1255" y="175"/>
                  <a:pt x="1255" y="175"/>
                </a:cubicBezTo>
                <a:cubicBezTo>
                  <a:pt x="1255" y="175"/>
                  <a:pt x="1255" y="175"/>
                  <a:pt x="1255" y="175"/>
                </a:cubicBezTo>
                <a:cubicBezTo>
                  <a:pt x="1248" y="180"/>
                  <a:pt x="1248" y="180"/>
                  <a:pt x="1248" y="180"/>
                </a:cubicBezTo>
                <a:cubicBezTo>
                  <a:pt x="1248" y="180"/>
                  <a:pt x="1248" y="180"/>
                  <a:pt x="1248" y="180"/>
                </a:cubicBezTo>
                <a:cubicBezTo>
                  <a:pt x="1182" y="213"/>
                  <a:pt x="1182" y="213"/>
                  <a:pt x="1182" y="213"/>
                </a:cubicBezTo>
                <a:cubicBezTo>
                  <a:pt x="1182" y="213"/>
                  <a:pt x="1182" y="213"/>
                  <a:pt x="1182" y="213"/>
                </a:cubicBezTo>
                <a:cubicBezTo>
                  <a:pt x="1181" y="215"/>
                  <a:pt x="1181" y="215"/>
                  <a:pt x="1181" y="215"/>
                </a:cubicBezTo>
                <a:cubicBezTo>
                  <a:pt x="1181" y="215"/>
                  <a:pt x="1181" y="215"/>
                  <a:pt x="1181" y="215"/>
                </a:cubicBezTo>
                <a:cubicBezTo>
                  <a:pt x="1181" y="217"/>
                  <a:pt x="1181" y="217"/>
                  <a:pt x="1181" y="217"/>
                </a:cubicBezTo>
                <a:cubicBezTo>
                  <a:pt x="1181" y="217"/>
                  <a:pt x="1181" y="217"/>
                  <a:pt x="1181" y="217"/>
                </a:cubicBezTo>
                <a:cubicBezTo>
                  <a:pt x="1181" y="219"/>
                  <a:pt x="1181" y="219"/>
                  <a:pt x="1181" y="219"/>
                </a:cubicBezTo>
                <a:cubicBezTo>
                  <a:pt x="1181" y="219"/>
                  <a:pt x="1181" y="219"/>
                  <a:pt x="1181" y="219"/>
                </a:cubicBezTo>
                <a:cubicBezTo>
                  <a:pt x="1181" y="221"/>
                  <a:pt x="1181" y="221"/>
                  <a:pt x="1181" y="221"/>
                </a:cubicBezTo>
                <a:cubicBezTo>
                  <a:pt x="1181" y="221"/>
                  <a:pt x="1181" y="221"/>
                  <a:pt x="1181" y="221"/>
                </a:cubicBezTo>
                <a:cubicBezTo>
                  <a:pt x="1181" y="224"/>
                  <a:pt x="1181" y="224"/>
                  <a:pt x="1181" y="224"/>
                </a:cubicBezTo>
                <a:cubicBezTo>
                  <a:pt x="1181" y="224"/>
                  <a:pt x="1181" y="224"/>
                  <a:pt x="1181" y="224"/>
                </a:cubicBezTo>
                <a:cubicBezTo>
                  <a:pt x="1181" y="226"/>
                  <a:pt x="1181" y="226"/>
                  <a:pt x="1181" y="226"/>
                </a:cubicBezTo>
                <a:cubicBezTo>
                  <a:pt x="1181" y="226"/>
                  <a:pt x="1181" y="226"/>
                  <a:pt x="1181" y="226"/>
                </a:cubicBezTo>
                <a:cubicBezTo>
                  <a:pt x="1181" y="228"/>
                  <a:pt x="1181" y="228"/>
                  <a:pt x="1181" y="228"/>
                </a:cubicBezTo>
                <a:cubicBezTo>
                  <a:pt x="1181" y="228"/>
                  <a:pt x="1181" y="228"/>
                  <a:pt x="1181" y="228"/>
                </a:cubicBezTo>
                <a:cubicBezTo>
                  <a:pt x="1183" y="229"/>
                  <a:pt x="1183" y="229"/>
                  <a:pt x="1183" y="229"/>
                </a:cubicBezTo>
                <a:cubicBezTo>
                  <a:pt x="1183" y="229"/>
                  <a:pt x="1183" y="229"/>
                  <a:pt x="1183" y="229"/>
                </a:cubicBezTo>
                <a:cubicBezTo>
                  <a:pt x="1188" y="229"/>
                  <a:pt x="1188" y="229"/>
                  <a:pt x="1188" y="229"/>
                </a:cubicBezTo>
                <a:cubicBezTo>
                  <a:pt x="1188" y="229"/>
                  <a:pt x="1188" y="229"/>
                  <a:pt x="1188" y="229"/>
                </a:cubicBezTo>
                <a:cubicBezTo>
                  <a:pt x="1225" y="204"/>
                  <a:pt x="1225" y="204"/>
                  <a:pt x="1225" y="204"/>
                </a:cubicBezTo>
                <a:cubicBezTo>
                  <a:pt x="1225" y="204"/>
                  <a:pt x="1225" y="204"/>
                  <a:pt x="1225" y="204"/>
                </a:cubicBezTo>
                <a:cubicBezTo>
                  <a:pt x="1229" y="204"/>
                  <a:pt x="1229" y="204"/>
                  <a:pt x="1229" y="204"/>
                </a:cubicBezTo>
                <a:cubicBezTo>
                  <a:pt x="1229" y="204"/>
                  <a:pt x="1229" y="204"/>
                  <a:pt x="1229" y="204"/>
                </a:cubicBezTo>
                <a:cubicBezTo>
                  <a:pt x="1233" y="203"/>
                  <a:pt x="1233" y="203"/>
                  <a:pt x="1233" y="203"/>
                </a:cubicBezTo>
                <a:cubicBezTo>
                  <a:pt x="1233" y="203"/>
                  <a:pt x="1233" y="203"/>
                  <a:pt x="1233" y="203"/>
                </a:cubicBezTo>
                <a:cubicBezTo>
                  <a:pt x="1237" y="203"/>
                  <a:pt x="1237" y="203"/>
                  <a:pt x="1237" y="203"/>
                </a:cubicBezTo>
                <a:cubicBezTo>
                  <a:pt x="1237" y="203"/>
                  <a:pt x="1237" y="203"/>
                  <a:pt x="1237" y="203"/>
                </a:cubicBezTo>
                <a:cubicBezTo>
                  <a:pt x="1242" y="202"/>
                  <a:pt x="1242" y="202"/>
                  <a:pt x="1242" y="202"/>
                </a:cubicBezTo>
                <a:cubicBezTo>
                  <a:pt x="1242" y="202"/>
                  <a:pt x="1242" y="202"/>
                  <a:pt x="1242" y="202"/>
                </a:cubicBezTo>
                <a:cubicBezTo>
                  <a:pt x="1245" y="203"/>
                  <a:pt x="1245" y="203"/>
                  <a:pt x="1245" y="203"/>
                </a:cubicBezTo>
                <a:cubicBezTo>
                  <a:pt x="1245" y="203"/>
                  <a:pt x="1245" y="203"/>
                  <a:pt x="1245" y="203"/>
                </a:cubicBezTo>
                <a:cubicBezTo>
                  <a:pt x="1251" y="204"/>
                  <a:pt x="1251" y="204"/>
                  <a:pt x="1251" y="204"/>
                </a:cubicBezTo>
                <a:cubicBezTo>
                  <a:pt x="1251" y="204"/>
                  <a:pt x="1251" y="204"/>
                  <a:pt x="1251" y="204"/>
                </a:cubicBezTo>
                <a:cubicBezTo>
                  <a:pt x="1254" y="206"/>
                  <a:pt x="1254" y="206"/>
                  <a:pt x="1254" y="206"/>
                </a:cubicBezTo>
                <a:cubicBezTo>
                  <a:pt x="1254" y="206"/>
                  <a:pt x="1254" y="206"/>
                  <a:pt x="1254" y="206"/>
                </a:cubicBezTo>
                <a:cubicBezTo>
                  <a:pt x="1259" y="207"/>
                  <a:pt x="1259" y="207"/>
                  <a:pt x="1259" y="207"/>
                </a:cubicBezTo>
                <a:cubicBezTo>
                  <a:pt x="1259" y="207"/>
                  <a:pt x="1259" y="207"/>
                  <a:pt x="1259" y="207"/>
                </a:cubicBezTo>
                <a:cubicBezTo>
                  <a:pt x="1244" y="229"/>
                  <a:pt x="1237" y="234"/>
                  <a:pt x="1237" y="235"/>
                </a:cubicBezTo>
                <a:cubicBezTo>
                  <a:pt x="1237" y="235"/>
                  <a:pt x="1237" y="235"/>
                  <a:pt x="1237" y="235"/>
                </a:cubicBezTo>
                <a:cubicBezTo>
                  <a:pt x="1237" y="236"/>
                  <a:pt x="1237" y="236"/>
                  <a:pt x="1237" y="236"/>
                </a:cubicBezTo>
                <a:cubicBezTo>
                  <a:pt x="1234" y="239"/>
                  <a:pt x="1234" y="239"/>
                  <a:pt x="1234" y="239"/>
                </a:cubicBezTo>
                <a:cubicBezTo>
                  <a:pt x="1232" y="241"/>
                  <a:pt x="1232" y="241"/>
                  <a:pt x="1232" y="241"/>
                </a:cubicBezTo>
                <a:cubicBezTo>
                  <a:pt x="1232" y="241"/>
                  <a:pt x="1232" y="241"/>
                  <a:pt x="1232" y="241"/>
                </a:cubicBezTo>
                <a:cubicBezTo>
                  <a:pt x="1231" y="242"/>
                  <a:pt x="1231" y="242"/>
                  <a:pt x="1231" y="242"/>
                </a:cubicBezTo>
                <a:cubicBezTo>
                  <a:pt x="1231" y="242"/>
                  <a:pt x="1231" y="242"/>
                  <a:pt x="1231" y="242"/>
                </a:cubicBezTo>
                <a:cubicBezTo>
                  <a:pt x="1230" y="243"/>
                  <a:pt x="1230" y="243"/>
                  <a:pt x="1230" y="243"/>
                </a:cubicBezTo>
                <a:cubicBezTo>
                  <a:pt x="1230" y="243"/>
                  <a:pt x="1230" y="243"/>
                  <a:pt x="1230" y="243"/>
                </a:cubicBezTo>
                <a:cubicBezTo>
                  <a:pt x="1230" y="243"/>
                  <a:pt x="1230" y="243"/>
                  <a:pt x="1230" y="243"/>
                </a:cubicBezTo>
                <a:cubicBezTo>
                  <a:pt x="1230" y="243"/>
                  <a:pt x="1230" y="243"/>
                  <a:pt x="1230" y="243"/>
                </a:cubicBezTo>
                <a:cubicBezTo>
                  <a:pt x="1230" y="245"/>
                  <a:pt x="1230" y="245"/>
                  <a:pt x="1230" y="245"/>
                </a:cubicBezTo>
                <a:cubicBezTo>
                  <a:pt x="1230" y="245"/>
                  <a:pt x="1230" y="245"/>
                  <a:pt x="1230" y="245"/>
                </a:cubicBezTo>
                <a:cubicBezTo>
                  <a:pt x="1230" y="246"/>
                  <a:pt x="1230" y="246"/>
                  <a:pt x="1230" y="246"/>
                </a:cubicBezTo>
                <a:cubicBezTo>
                  <a:pt x="1230" y="246"/>
                  <a:pt x="1230" y="246"/>
                  <a:pt x="1230" y="246"/>
                </a:cubicBezTo>
                <a:cubicBezTo>
                  <a:pt x="1230" y="248"/>
                  <a:pt x="1230" y="248"/>
                  <a:pt x="1230" y="248"/>
                </a:cubicBezTo>
                <a:cubicBezTo>
                  <a:pt x="1230" y="248"/>
                  <a:pt x="1230" y="248"/>
                  <a:pt x="1230" y="248"/>
                </a:cubicBezTo>
                <a:cubicBezTo>
                  <a:pt x="1230" y="249"/>
                  <a:pt x="1230" y="249"/>
                  <a:pt x="1230" y="249"/>
                </a:cubicBezTo>
                <a:cubicBezTo>
                  <a:pt x="1230" y="249"/>
                  <a:pt x="1230" y="249"/>
                  <a:pt x="1230" y="249"/>
                </a:cubicBezTo>
                <a:cubicBezTo>
                  <a:pt x="1230" y="251"/>
                  <a:pt x="1230" y="251"/>
                  <a:pt x="1230" y="251"/>
                </a:cubicBezTo>
                <a:cubicBezTo>
                  <a:pt x="1230" y="251"/>
                  <a:pt x="1230" y="251"/>
                  <a:pt x="1230" y="251"/>
                </a:cubicBezTo>
                <a:cubicBezTo>
                  <a:pt x="1231" y="252"/>
                  <a:pt x="1231" y="252"/>
                  <a:pt x="1231" y="252"/>
                </a:cubicBezTo>
                <a:cubicBezTo>
                  <a:pt x="1231" y="252"/>
                  <a:pt x="1231" y="252"/>
                  <a:pt x="1231" y="252"/>
                </a:cubicBezTo>
                <a:cubicBezTo>
                  <a:pt x="1232" y="253"/>
                  <a:pt x="1232" y="253"/>
                  <a:pt x="1232" y="253"/>
                </a:cubicBezTo>
                <a:cubicBezTo>
                  <a:pt x="1232" y="253"/>
                  <a:pt x="1232" y="253"/>
                  <a:pt x="1232" y="253"/>
                </a:cubicBezTo>
                <a:cubicBezTo>
                  <a:pt x="1233" y="253"/>
                  <a:pt x="1233" y="253"/>
                  <a:pt x="1233" y="253"/>
                </a:cubicBezTo>
                <a:cubicBezTo>
                  <a:pt x="1233" y="253"/>
                  <a:pt x="1233" y="253"/>
                  <a:pt x="1233" y="253"/>
                </a:cubicBezTo>
                <a:cubicBezTo>
                  <a:pt x="1233" y="255"/>
                  <a:pt x="1233" y="255"/>
                  <a:pt x="1233" y="255"/>
                </a:cubicBezTo>
                <a:cubicBezTo>
                  <a:pt x="1233" y="255"/>
                  <a:pt x="1233" y="255"/>
                  <a:pt x="1233" y="255"/>
                </a:cubicBezTo>
                <a:cubicBezTo>
                  <a:pt x="1235" y="256"/>
                  <a:pt x="1235" y="256"/>
                  <a:pt x="1235" y="256"/>
                </a:cubicBezTo>
                <a:cubicBezTo>
                  <a:pt x="1235" y="256"/>
                  <a:pt x="1235" y="256"/>
                  <a:pt x="1235" y="256"/>
                </a:cubicBezTo>
                <a:cubicBezTo>
                  <a:pt x="1235" y="256"/>
                  <a:pt x="1235" y="256"/>
                  <a:pt x="1235" y="256"/>
                </a:cubicBezTo>
                <a:cubicBezTo>
                  <a:pt x="1235" y="256"/>
                  <a:pt x="1235" y="256"/>
                  <a:pt x="1235" y="256"/>
                </a:cubicBezTo>
                <a:cubicBezTo>
                  <a:pt x="1237" y="257"/>
                  <a:pt x="1237" y="257"/>
                  <a:pt x="1237" y="257"/>
                </a:cubicBezTo>
                <a:cubicBezTo>
                  <a:pt x="1237" y="257"/>
                  <a:pt x="1237" y="257"/>
                  <a:pt x="1237" y="257"/>
                </a:cubicBezTo>
                <a:cubicBezTo>
                  <a:pt x="1236" y="263"/>
                  <a:pt x="1236" y="263"/>
                  <a:pt x="1236" y="263"/>
                </a:cubicBezTo>
                <a:cubicBezTo>
                  <a:pt x="1236" y="263"/>
                  <a:pt x="1236" y="263"/>
                  <a:pt x="1236" y="263"/>
                </a:cubicBezTo>
                <a:cubicBezTo>
                  <a:pt x="1234" y="266"/>
                  <a:pt x="1234" y="266"/>
                  <a:pt x="1234" y="266"/>
                </a:cubicBezTo>
                <a:cubicBezTo>
                  <a:pt x="1234" y="266"/>
                  <a:pt x="1234" y="266"/>
                  <a:pt x="1234" y="266"/>
                </a:cubicBezTo>
                <a:cubicBezTo>
                  <a:pt x="1232" y="267"/>
                  <a:pt x="1232" y="267"/>
                  <a:pt x="1232" y="267"/>
                </a:cubicBezTo>
                <a:cubicBezTo>
                  <a:pt x="1232" y="267"/>
                  <a:pt x="1232" y="267"/>
                  <a:pt x="1232" y="267"/>
                </a:cubicBezTo>
                <a:cubicBezTo>
                  <a:pt x="1230" y="269"/>
                  <a:pt x="1230" y="269"/>
                  <a:pt x="1230" y="269"/>
                </a:cubicBezTo>
                <a:cubicBezTo>
                  <a:pt x="1230" y="269"/>
                  <a:pt x="1230" y="269"/>
                  <a:pt x="1230" y="269"/>
                </a:cubicBezTo>
                <a:cubicBezTo>
                  <a:pt x="1229" y="269"/>
                  <a:pt x="1229" y="269"/>
                  <a:pt x="1229" y="269"/>
                </a:cubicBezTo>
                <a:cubicBezTo>
                  <a:pt x="1229" y="269"/>
                  <a:pt x="1229" y="269"/>
                  <a:pt x="1229" y="269"/>
                </a:cubicBezTo>
                <a:cubicBezTo>
                  <a:pt x="1225" y="271"/>
                  <a:pt x="1225" y="271"/>
                  <a:pt x="1225" y="271"/>
                </a:cubicBezTo>
                <a:cubicBezTo>
                  <a:pt x="1225" y="271"/>
                  <a:pt x="1225" y="271"/>
                  <a:pt x="1225" y="271"/>
                </a:cubicBezTo>
                <a:cubicBezTo>
                  <a:pt x="1223" y="272"/>
                  <a:pt x="1223" y="272"/>
                  <a:pt x="1223" y="272"/>
                </a:cubicBezTo>
                <a:cubicBezTo>
                  <a:pt x="1223" y="272"/>
                  <a:pt x="1223" y="272"/>
                  <a:pt x="1223" y="272"/>
                </a:cubicBezTo>
                <a:cubicBezTo>
                  <a:pt x="1221" y="274"/>
                  <a:pt x="1221" y="274"/>
                  <a:pt x="1221" y="274"/>
                </a:cubicBezTo>
                <a:cubicBezTo>
                  <a:pt x="1221" y="274"/>
                  <a:pt x="1221" y="274"/>
                  <a:pt x="1221" y="274"/>
                </a:cubicBezTo>
                <a:cubicBezTo>
                  <a:pt x="1219" y="275"/>
                  <a:pt x="1219" y="275"/>
                  <a:pt x="1219" y="275"/>
                </a:cubicBezTo>
                <a:cubicBezTo>
                  <a:pt x="1219" y="275"/>
                  <a:pt x="1219" y="275"/>
                  <a:pt x="1219" y="275"/>
                </a:cubicBezTo>
                <a:cubicBezTo>
                  <a:pt x="1217" y="278"/>
                  <a:pt x="1217" y="278"/>
                  <a:pt x="1217" y="278"/>
                </a:cubicBezTo>
                <a:cubicBezTo>
                  <a:pt x="1217" y="278"/>
                  <a:pt x="1217" y="278"/>
                  <a:pt x="1217" y="278"/>
                </a:cubicBezTo>
                <a:cubicBezTo>
                  <a:pt x="1218" y="280"/>
                  <a:pt x="1218" y="280"/>
                  <a:pt x="1218" y="280"/>
                </a:cubicBezTo>
                <a:cubicBezTo>
                  <a:pt x="1218" y="280"/>
                  <a:pt x="1218" y="280"/>
                  <a:pt x="1218" y="280"/>
                </a:cubicBezTo>
                <a:cubicBezTo>
                  <a:pt x="1218" y="282"/>
                  <a:pt x="1218" y="282"/>
                  <a:pt x="1218" y="282"/>
                </a:cubicBezTo>
                <a:cubicBezTo>
                  <a:pt x="1218" y="282"/>
                  <a:pt x="1218" y="282"/>
                  <a:pt x="1218" y="282"/>
                </a:cubicBezTo>
                <a:cubicBezTo>
                  <a:pt x="1221" y="282"/>
                  <a:pt x="1221" y="282"/>
                  <a:pt x="1221" y="282"/>
                </a:cubicBezTo>
                <a:cubicBezTo>
                  <a:pt x="1221" y="282"/>
                  <a:pt x="1221" y="282"/>
                  <a:pt x="1221" y="282"/>
                </a:cubicBezTo>
                <a:cubicBezTo>
                  <a:pt x="1222" y="284"/>
                  <a:pt x="1222" y="284"/>
                  <a:pt x="1222" y="284"/>
                </a:cubicBezTo>
                <a:cubicBezTo>
                  <a:pt x="1222" y="284"/>
                  <a:pt x="1222" y="284"/>
                  <a:pt x="1222" y="284"/>
                </a:cubicBezTo>
                <a:cubicBezTo>
                  <a:pt x="1225" y="285"/>
                  <a:pt x="1225" y="285"/>
                  <a:pt x="1225" y="285"/>
                </a:cubicBezTo>
                <a:cubicBezTo>
                  <a:pt x="1225" y="285"/>
                  <a:pt x="1225" y="285"/>
                  <a:pt x="1225" y="285"/>
                </a:cubicBezTo>
                <a:cubicBezTo>
                  <a:pt x="1226" y="286"/>
                  <a:pt x="1226" y="286"/>
                  <a:pt x="1226" y="286"/>
                </a:cubicBezTo>
                <a:cubicBezTo>
                  <a:pt x="1226" y="286"/>
                  <a:pt x="1226" y="286"/>
                  <a:pt x="1226" y="286"/>
                </a:cubicBezTo>
                <a:cubicBezTo>
                  <a:pt x="1230" y="287"/>
                  <a:pt x="1230" y="287"/>
                  <a:pt x="1230" y="287"/>
                </a:cubicBezTo>
                <a:cubicBezTo>
                  <a:pt x="1230" y="287"/>
                  <a:pt x="1230" y="287"/>
                  <a:pt x="1230" y="287"/>
                </a:cubicBezTo>
                <a:cubicBezTo>
                  <a:pt x="1230" y="289"/>
                  <a:pt x="1230" y="289"/>
                  <a:pt x="1230" y="289"/>
                </a:cubicBezTo>
                <a:cubicBezTo>
                  <a:pt x="1230" y="289"/>
                  <a:pt x="1230" y="289"/>
                  <a:pt x="1230" y="289"/>
                </a:cubicBezTo>
                <a:cubicBezTo>
                  <a:pt x="1230" y="290"/>
                  <a:pt x="1230" y="290"/>
                  <a:pt x="1230" y="290"/>
                </a:cubicBezTo>
                <a:cubicBezTo>
                  <a:pt x="1230" y="290"/>
                  <a:pt x="1230" y="290"/>
                  <a:pt x="1230" y="290"/>
                </a:cubicBezTo>
                <a:cubicBezTo>
                  <a:pt x="1230" y="291"/>
                  <a:pt x="1230" y="291"/>
                  <a:pt x="1230" y="291"/>
                </a:cubicBezTo>
                <a:cubicBezTo>
                  <a:pt x="1230" y="291"/>
                  <a:pt x="1230" y="291"/>
                  <a:pt x="1230" y="291"/>
                </a:cubicBezTo>
                <a:cubicBezTo>
                  <a:pt x="1231" y="292"/>
                  <a:pt x="1231" y="292"/>
                  <a:pt x="1231" y="292"/>
                </a:cubicBezTo>
                <a:cubicBezTo>
                  <a:pt x="1231" y="292"/>
                  <a:pt x="1231" y="292"/>
                  <a:pt x="1231" y="292"/>
                </a:cubicBezTo>
                <a:cubicBezTo>
                  <a:pt x="1231" y="294"/>
                  <a:pt x="1231" y="294"/>
                  <a:pt x="1231" y="294"/>
                </a:cubicBezTo>
                <a:cubicBezTo>
                  <a:pt x="1231" y="294"/>
                  <a:pt x="1231" y="294"/>
                  <a:pt x="1231" y="294"/>
                </a:cubicBezTo>
                <a:cubicBezTo>
                  <a:pt x="1231" y="295"/>
                  <a:pt x="1231" y="295"/>
                  <a:pt x="1231" y="295"/>
                </a:cubicBezTo>
                <a:cubicBezTo>
                  <a:pt x="1231" y="295"/>
                  <a:pt x="1231" y="295"/>
                  <a:pt x="1231" y="295"/>
                </a:cubicBezTo>
                <a:cubicBezTo>
                  <a:pt x="1231" y="295"/>
                  <a:pt x="1231" y="295"/>
                  <a:pt x="1231" y="295"/>
                </a:cubicBezTo>
                <a:cubicBezTo>
                  <a:pt x="1231" y="295"/>
                  <a:pt x="1231" y="295"/>
                  <a:pt x="1231" y="295"/>
                </a:cubicBezTo>
                <a:cubicBezTo>
                  <a:pt x="1231" y="296"/>
                  <a:pt x="1231" y="296"/>
                  <a:pt x="1231" y="296"/>
                </a:cubicBezTo>
                <a:cubicBezTo>
                  <a:pt x="1231" y="296"/>
                  <a:pt x="1231" y="296"/>
                  <a:pt x="1231" y="296"/>
                </a:cubicBezTo>
                <a:cubicBezTo>
                  <a:pt x="1225" y="298"/>
                  <a:pt x="1225" y="298"/>
                  <a:pt x="1225" y="298"/>
                </a:cubicBezTo>
                <a:cubicBezTo>
                  <a:pt x="1225" y="298"/>
                  <a:pt x="1225" y="298"/>
                  <a:pt x="1225" y="298"/>
                </a:cubicBezTo>
                <a:cubicBezTo>
                  <a:pt x="1223" y="301"/>
                  <a:pt x="1223" y="301"/>
                  <a:pt x="1223" y="301"/>
                </a:cubicBezTo>
                <a:cubicBezTo>
                  <a:pt x="1223" y="301"/>
                  <a:pt x="1223" y="301"/>
                  <a:pt x="1223" y="301"/>
                </a:cubicBezTo>
                <a:cubicBezTo>
                  <a:pt x="1223" y="302"/>
                  <a:pt x="1223" y="302"/>
                  <a:pt x="1223" y="302"/>
                </a:cubicBezTo>
                <a:cubicBezTo>
                  <a:pt x="1223" y="302"/>
                  <a:pt x="1223" y="302"/>
                  <a:pt x="1223" y="302"/>
                </a:cubicBezTo>
                <a:cubicBezTo>
                  <a:pt x="1225" y="305"/>
                  <a:pt x="1225" y="305"/>
                  <a:pt x="1225" y="305"/>
                </a:cubicBezTo>
                <a:cubicBezTo>
                  <a:pt x="1225" y="305"/>
                  <a:pt x="1225" y="305"/>
                  <a:pt x="1225" y="305"/>
                </a:cubicBezTo>
                <a:cubicBezTo>
                  <a:pt x="1225" y="306"/>
                  <a:pt x="1225" y="306"/>
                  <a:pt x="1225" y="306"/>
                </a:cubicBezTo>
                <a:cubicBezTo>
                  <a:pt x="1225" y="306"/>
                  <a:pt x="1225" y="306"/>
                  <a:pt x="1225" y="306"/>
                </a:cubicBezTo>
                <a:cubicBezTo>
                  <a:pt x="1226" y="309"/>
                  <a:pt x="1226" y="309"/>
                  <a:pt x="1226" y="309"/>
                </a:cubicBezTo>
                <a:cubicBezTo>
                  <a:pt x="1226" y="309"/>
                  <a:pt x="1226" y="309"/>
                  <a:pt x="1226" y="309"/>
                </a:cubicBezTo>
                <a:cubicBezTo>
                  <a:pt x="1227" y="310"/>
                  <a:pt x="1227" y="310"/>
                  <a:pt x="1227" y="310"/>
                </a:cubicBezTo>
                <a:cubicBezTo>
                  <a:pt x="1227" y="310"/>
                  <a:pt x="1227" y="310"/>
                  <a:pt x="1227" y="310"/>
                </a:cubicBezTo>
                <a:cubicBezTo>
                  <a:pt x="1227" y="312"/>
                  <a:pt x="1227" y="312"/>
                  <a:pt x="1227" y="312"/>
                </a:cubicBezTo>
                <a:cubicBezTo>
                  <a:pt x="1227" y="312"/>
                  <a:pt x="1227" y="312"/>
                  <a:pt x="1227" y="312"/>
                </a:cubicBezTo>
                <a:cubicBezTo>
                  <a:pt x="1227" y="313"/>
                  <a:pt x="1227" y="313"/>
                  <a:pt x="1227" y="313"/>
                </a:cubicBezTo>
                <a:cubicBezTo>
                  <a:pt x="1227" y="313"/>
                  <a:pt x="1227" y="313"/>
                  <a:pt x="1227" y="313"/>
                </a:cubicBezTo>
                <a:cubicBezTo>
                  <a:pt x="1225" y="316"/>
                  <a:pt x="1225" y="316"/>
                  <a:pt x="1225" y="316"/>
                </a:cubicBezTo>
                <a:cubicBezTo>
                  <a:pt x="1225" y="316"/>
                  <a:pt x="1225" y="316"/>
                  <a:pt x="1225" y="316"/>
                </a:cubicBezTo>
                <a:cubicBezTo>
                  <a:pt x="1222" y="317"/>
                  <a:pt x="1222" y="317"/>
                  <a:pt x="1222" y="317"/>
                </a:cubicBezTo>
                <a:cubicBezTo>
                  <a:pt x="1222" y="317"/>
                  <a:pt x="1222" y="317"/>
                  <a:pt x="1222" y="317"/>
                </a:cubicBezTo>
                <a:cubicBezTo>
                  <a:pt x="1220" y="318"/>
                  <a:pt x="1220" y="318"/>
                  <a:pt x="1220" y="318"/>
                </a:cubicBezTo>
                <a:cubicBezTo>
                  <a:pt x="1220" y="318"/>
                  <a:pt x="1220" y="318"/>
                  <a:pt x="1220" y="318"/>
                </a:cubicBezTo>
                <a:cubicBezTo>
                  <a:pt x="1218" y="318"/>
                  <a:pt x="1218" y="318"/>
                  <a:pt x="1218" y="318"/>
                </a:cubicBezTo>
                <a:cubicBezTo>
                  <a:pt x="1218" y="318"/>
                  <a:pt x="1218" y="318"/>
                  <a:pt x="1218" y="318"/>
                </a:cubicBezTo>
                <a:cubicBezTo>
                  <a:pt x="1215" y="319"/>
                  <a:pt x="1215" y="319"/>
                  <a:pt x="1215" y="319"/>
                </a:cubicBezTo>
                <a:cubicBezTo>
                  <a:pt x="1215" y="319"/>
                  <a:pt x="1215" y="319"/>
                  <a:pt x="1215" y="319"/>
                </a:cubicBezTo>
                <a:cubicBezTo>
                  <a:pt x="1213" y="320"/>
                  <a:pt x="1213" y="320"/>
                  <a:pt x="1213" y="320"/>
                </a:cubicBezTo>
                <a:cubicBezTo>
                  <a:pt x="1213" y="320"/>
                  <a:pt x="1213" y="320"/>
                  <a:pt x="1213" y="320"/>
                </a:cubicBezTo>
                <a:cubicBezTo>
                  <a:pt x="1210" y="321"/>
                  <a:pt x="1210" y="321"/>
                  <a:pt x="1210" y="321"/>
                </a:cubicBezTo>
                <a:cubicBezTo>
                  <a:pt x="1210" y="321"/>
                  <a:pt x="1210" y="321"/>
                  <a:pt x="1210" y="321"/>
                </a:cubicBezTo>
                <a:cubicBezTo>
                  <a:pt x="1209" y="322"/>
                  <a:pt x="1209" y="322"/>
                  <a:pt x="1209" y="322"/>
                </a:cubicBezTo>
                <a:cubicBezTo>
                  <a:pt x="1209" y="322"/>
                  <a:pt x="1209" y="322"/>
                  <a:pt x="1209" y="322"/>
                </a:cubicBezTo>
                <a:cubicBezTo>
                  <a:pt x="1207" y="406"/>
                  <a:pt x="1207" y="406"/>
                  <a:pt x="1207" y="406"/>
                </a:cubicBezTo>
                <a:cubicBezTo>
                  <a:pt x="1207" y="406"/>
                  <a:pt x="1207" y="406"/>
                  <a:pt x="1207" y="406"/>
                </a:cubicBezTo>
                <a:cubicBezTo>
                  <a:pt x="1199" y="407"/>
                  <a:pt x="1199" y="407"/>
                  <a:pt x="1199" y="407"/>
                </a:cubicBezTo>
                <a:cubicBezTo>
                  <a:pt x="1199" y="407"/>
                  <a:pt x="1199" y="407"/>
                  <a:pt x="1199" y="407"/>
                </a:cubicBezTo>
                <a:cubicBezTo>
                  <a:pt x="1195" y="404"/>
                  <a:pt x="1195" y="404"/>
                  <a:pt x="1195" y="404"/>
                </a:cubicBezTo>
                <a:cubicBezTo>
                  <a:pt x="1195" y="404"/>
                  <a:pt x="1195" y="404"/>
                  <a:pt x="1195" y="404"/>
                </a:cubicBezTo>
                <a:cubicBezTo>
                  <a:pt x="1192" y="400"/>
                  <a:pt x="1192" y="400"/>
                  <a:pt x="1192" y="400"/>
                </a:cubicBezTo>
                <a:cubicBezTo>
                  <a:pt x="1192" y="400"/>
                  <a:pt x="1192" y="400"/>
                  <a:pt x="1192" y="400"/>
                </a:cubicBezTo>
                <a:cubicBezTo>
                  <a:pt x="1187" y="398"/>
                  <a:pt x="1187" y="398"/>
                  <a:pt x="1187" y="398"/>
                </a:cubicBezTo>
                <a:cubicBezTo>
                  <a:pt x="1187" y="398"/>
                  <a:pt x="1187" y="398"/>
                  <a:pt x="1187" y="398"/>
                </a:cubicBezTo>
                <a:cubicBezTo>
                  <a:pt x="1182" y="396"/>
                  <a:pt x="1182" y="396"/>
                  <a:pt x="1182" y="396"/>
                </a:cubicBezTo>
                <a:cubicBezTo>
                  <a:pt x="1182" y="396"/>
                  <a:pt x="1182" y="396"/>
                  <a:pt x="1182" y="396"/>
                </a:cubicBezTo>
                <a:cubicBezTo>
                  <a:pt x="1176" y="396"/>
                  <a:pt x="1176" y="396"/>
                  <a:pt x="1176" y="396"/>
                </a:cubicBezTo>
                <a:cubicBezTo>
                  <a:pt x="1176" y="396"/>
                  <a:pt x="1176" y="396"/>
                  <a:pt x="1176" y="396"/>
                </a:cubicBezTo>
                <a:cubicBezTo>
                  <a:pt x="1171" y="394"/>
                  <a:pt x="1171" y="394"/>
                  <a:pt x="1171" y="394"/>
                </a:cubicBezTo>
                <a:cubicBezTo>
                  <a:pt x="1171" y="394"/>
                  <a:pt x="1171" y="394"/>
                  <a:pt x="1171" y="394"/>
                </a:cubicBezTo>
                <a:cubicBezTo>
                  <a:pt x="1166" y="392"/>
                  <a:pt x="1166" y="392"/>
                  <a:pt x="1166" y="392"/>
                </a:cubicBezTo>
                <a:cubicBezTo>
                  <a:pt x="1166" y="392"/>
                  <a:pt x="1166" y="392"/>
                  <a:pt x="1166" y="392"/>
                </a:cubicBezTo>
                <a:cubicBezTo>
                  <a:pt x="1161" y="389"/>
                  <a:pt x="1161" y="389"/>
                  <a:pt x="1161" y="389"/>
                </a:cubicBezTo>
                <a:cubicBezTo>
                  <a:pt x="1161" y="389"/>
                  <a:pt x="1161" y="389"/>
                  <a:pt x="1161" y="389"/>
                </a:cubicBezTo>
                <a:cubicBezTo>
                  <a:pt x="1155" y="390"/>
                  <a:pt x="1155" y="390"/>
                  <a:pt x="1155" y="390"/>
                </a:cubicBezTo>
                <a:cubicBezTo>
                  <a:pt x="1155" y="390"/>
                  <a:pt x="1155" y="390"/>
                  <a:pt x="1155" y="390"/>
                </a:cubicBezTo>
                <a:cubicBezTo>
                  <a:pt x="1132" y="409"/>
                  <a:pt x="1132" y="409"/>
                  <a:pt x="1132" y="409"/>
                </a:cubicBezTo>
                <a:cubicBezTo>
                  <a:pt x="1132" y="409"/>
                  <a:pt x="1132" y="409"/>
                  <a:pt x="1132" y="409"/>
                </a:cubicBezTo>
                <a:cubicBezTo>
                  <a:pt x="1124" y="414"/>
                  <a:pt x="1124" y="414"/>
                  <a:pt x="1124" y="414"/>
                </a:cubicBezTo>
                <a:cubicBezTo>
                  <a:pt x="1124" y="414"/>
                  <a:pt x="1124" y="414"/>
                  <a:pt x="1124" y="414"/>
                </a:cubicBezTo>
                <a:cubicBezTo>
                  <a:pt x="1120" y="420"/>
                  <a:pt x="1120" y="420"/>
                  <a:pt x="1120" y="420"/>
                </a:cubicBezTo>
                <a:cubicBezTo>
                  <a:pt x="1120" y="420"/>
                  <a:pt x="1120" y="420"/>
                  <a:pt x="1120" y="420"/>
                </a:cubicBezTo>
                <a:cubicBezTo>
                  <a:pt x="1117" y="426"/>
                  <a:pt x="1117" y="426"/>
                  <a:pt x="1117" y="426"/>
                </a:cubicBezTo>
                <a:cubicBezTo>
                  <a:pt x="1117" y="426"/>
                  <a:pt x="1117" y="426"/>
                  <a:pt x="1117" y="426"/>
                </a:cubicBezTo>
                <a:cubicBezTo>
                  <a:pt x="1114" y="432"/>
                  <a:pt x="1114" y="432"/>
                  <a:pt x="1114" y="432"/>
                </a:cubicBezTo>
                <a:cubicBezTo>
                  <a:pt x="1114" y="432"/>
                  <a:pt x="1114" y="432"/>
                  <a:pt x="1114" y="432"/>
                </a:cubicBezTo>
                <a:cubicBezTo>
                  <a:pt x="1110" y="439"/>
                  <a:pt x="1110" y="439"/>
                  <a:pt x="1110" y="439"/>
                </a:cubicBezTo>
                <a:cubicBezTo>
                  <a:pt x="1110" y="439"/>
                  <a:pt x="1110" y="439"/>
                  <a:pt x="1110" y="439"/>
                </a:cubicBezTo>
                <a:cubicBezTo>
                  <a:pt x="1106" y="445"/>
                  <a:pt x="1106" y="445"/>
                  <a:pt x="1106" y="445"/>
                </a:cubicBezTo>
                <a:cubicBezTo>
                  <a:pt x="1106" y="445"/>
                  <a:pt x="1106" y="445"/>
                  <a:pt x="1106" y="445"/>
                </a:cubicBezTo>
                <a:cubicBezTo>
                  <a:pt x="1101" y="451"/>
                  <a:pt x="1101" y="451"/>
                  <a:pt x="1101" y="451"/>
                </a:cubicBezTo>
                <a:cubicBezTo>
                  <a:pt x="1101" y="451"/>
                  <a:pt x="1101" y="451"/>
                  <a:pt x="1101" y="451"/>
                </a:cubicBezTo>
                <a:cubicBezTo>
                  <a:pt x="1096" y="454"/>
                  <a:pt x="1096" y="454"/>
                  <a:pt x="1096" y="454"/>
                </a:cubicBezTo>
                <a:lnTo>
                  <a:pt x="1093" y="454"/>
                </a:lnTo>
                <a:close/>
                <a:moveTo>
                  <a:pt x="425" y="424"/>
                </a:moveTo>
                <a:cubicBezTo>
                  <a:pt x="422" y="424"/>
                  <a:pt x="422" y="424"/>
                  <a:pt x="422" y="424"/>
                </a:cubicBezTo>
                <a:cubicBezTo>
                  <a:pt x="422" y="424"/>
                  <a:pt x="422" y="424"/>
                  <a:pt x="422" y="424"/>
                </a:cubicBezTo>
                <a:cubicBezTo>
                  <a:pt x="421" y="424"/>
                  <a:pt x="421" y="424"/>
                  <a:pt x="421" y="424"/>
                </a:cubicBezTo>
                <a:cubicBezTo>
                  <a:pt x="421" y="424"/>
                  <a:pt x="421" y="424"/>
                  <a:pt x="421" y="424"/>
                </a:cubicBezTo>
                <a:cubicBezTo>
                  <a:pt x="419" y="424"/>
                  <a:pt x="419" y="424"/>
                  <a:pt x="419" y="424"/>
                </a:cubicBezTo>
                <a:cubicBezTo>
                  <a:pt x="419" y="424"/>
                  <a:pt x="419" y="424"/>
                  <a:pt x="419" y="424"/>
                </a:cubicBezTo>
                <a:cubicBezTo>
                  <a:pt x="418" y="423"/>
                  <a:pt x="418" y="423"/>
                  <a:pt x="418" y="423"/>
                </a:cubicBezTo>
                <a:cubicBezTo>
                  <a:pt x="418" y="423"/>
                  <a:pt x="418" y="423"/>
                  <a:pt x="418" y="423"/>
                </a:cubicBezTo>
                <a:cubicBezTo>
                  <a:pt x="416" y="423"/>
                  <a:pt x="416" y="423"/>
                  <a:pt x="416" y="423"/>
                </a:cubicBezTo>
                <a:cubicBezTo>
                  <a:pt x="416" y="423"/>
                  <a:pt x="416" y="423"/>
                  <a:pt x="416" y="423"/>
                </a:cubicBezTo>
                <a:cubicBezTo>
                  <a:pt x="415" y="421"/>
                  <a:pt x="415" y="421"/>
                  <a:pt x="415" y="421"/>
                </a:cubicBezTo>
                <a:cubicBezTo>
                  <a:pt x="415" y="421"/>
                  <a:pt x="415" y="421"/>
                  <a:pt x="415" y="421"/>
                </a:cubicBezTo>
                <a:cubicBezTo>
                  <a:pt x="413" y="420"/>
                  <a:pt x="413" y="420"/>
                  <a:pt x="413" y="420"/>
                </a:cubicBezTo>
                <a:cubicBezTo>
                  <a:pt x="413" y="420"/>
                  <a:pt x="413" y="420"/>
                  <a:pt x="413" y="420"/>
                </a:cubicBezTo>
                <a:cubicBezTo>
                  <a:pt x="412" y="418"/>
                  <a:pt x="412" y="418"/>
                  <a:pt x="412" y="418"/>
                </a:cubicBezTo>
                <a:cubicBezTo>
                  <a:pt x="412" y="418"/>
                  <a:pt x="412" y="418"/>
                  <a:pt x="412" y="418"/>
                </a:cubicBezTo>
                <a:cubicBezTo>
                  <a:pt x="411" y="417"/>
                  <a:pt x="411" y="417"/>
                  <a:pt x="411" y="417"/>
                </a:cubicBezTo>
                <a:cubicBezTo>
                  <a:pt x="411" y="417"/>
                  <a:pt x="411" y="417"/>
                  <a:pt x="411" y="417"/>
                </a:cubicBezTo>
                <a:cubicBezTo>
                  <a:pt x="410" y="416"/>
                  <a:pt x="410" y="416"/>
                  <a:pt x="410" y="416"/>
                </a:cubicBezTo>
                <a:cubicBezTo>
                  <a:pt x="410" y="416"/>
                  <a:pt x="410" y="416"/>
                  <a:pt x="410" y="416"/>
                </a:cubicBezTo>
                <a:cubicBezTo>
                  <a:pt x="409" y="415"/>
                  <a:pt x="409" y="415"/>
                  <a:pt x="409" y="415"/>
                </a:cubicBezTo>
                <a:cubicBezTo>
                  <a:pt x="409" y="415"/>
                  <a:pt x="409" y="415"/>
                  <a:pt x="409" y="415"/>
                </a:cubicBezTo>
                <a:cubicBezTo>
                  <a:pt x="409" y="414"/>
                  <a:pt x="409" y="414"/>
                  <a:pt x="409" y="414"/>
                </a:cubicBezTo>
                <a:cubicBezTo>
                  <a:pt x="409" y="414"/>
                  <a:pt x="409" y="414"/>
                  <a:pt x="409" y="414"/>
                </a:cubicBezTo>
                <a:cubicBezTo>
                  <a:pt x="406" y="413"/>
                  <a:pt x="406" y="413"/>
                  <a:pt x="406" y="413"/>
                </a:cubicBezTo>
                <a:cubicBezTo>
                  <a:pt x="406" y="413"/>
                  <a:pt x="406" y="413"/>
                  <a:pt x="406" y="413"/>
                </a:cubicBezTo>
                <a:cubicBezTo>
                  <a:pt x="405" y="412"/>
                  <a:pt x="405" y="412"/>
                  <a:pt x="405" y="412"/>
                </a:cubicBezTo>
                <a:cubicBezTo>
                  <a:pt x="405" y="412"/>
                  <a:pt x="405" y="412"/>
                  <a:pt x="405" y="412"/>
                </a:cubicBezTo>
                <a:cubicBezTo>
                  <a:pt x="404" y="411"/>
                  <a:pt x="404" y="411"/>
                  <a:pt x="404" y="411"/>
                </a:cubicBezTo>
                <a:cubicBezTo>
                  <a:pt x="404" y="411"/>
                  <a:pt x="404" y="411"/>
                  <a:pt x="404" y="411"/>
                </a:cubicBezTo>
                <a:cubicBezTo>
                  <a:pt x="403" y="410"/>
                  <a:pt x="403" y="410"/>
                  <a:pt x="403" y="410"/>
                </a:cubicBezTo>
                <a:cubicBezTo>
                  <a:pt x="403" y="410"/>
                  <a:pt x="403" y="410"/>
                  <a:pt x="403" y="410"/>
                </a:cubicBezTo>
                <a:cubicBezTo>
                  <a:pt x="402" y="410"/>
                  <a:pt x="402" y="410"/>
                  <a:pt x="402" y="410"/>
                </a:cubicBezTo>
                <a:cubicBezTo>
                  <a:pt x="402" y="410"/>
                  <a:pt x="402" y="410"/>
                  <a:pt x="402" y="410"/>
                </a:cubicBezTo>
                <a:cubicBezTo>
                  <a:pt x="402" y="410"/>
                  <a:pt x="402" y="410"/>
                  <a:pt x="402" y="410"/>
                </a:cubicBezTo>
                <a:cubicBezTo>
                  <a:pt x="402" y="410"/>
                  <a:pt x="402" y="410"/>
                  <a:pt x="402" y="410"/>
                </a:cubicBezTo>
                <a:cubicBezTo>
                  <a:pt x="401" y="409"/>
                  <a:pt x="401" y="409"/>
                  <a:pt x="401" y="409"/>
                </a:cubicBezTo>
                <a:cubicBezTo>
                  <a:pt x="401" y="409"/>
                  <a:pt x="401" y="409"/>
                  <a:pt x="401" y="409"/>
                </a:cubicBezTo>
                <a:cubicBezTo>
                  <a:pt x="401" y="408"/>
                  <a:pt x="401" y="408"/>
                  <a:pt x="401" y="408"/>
                </a:cubicBezTo>
                <a:cubicBezTo>
                  <a:pt x="401" y="408"/>
                  <a:pt x="401" y="408"/>
                  <a:pt x="401" y="408"/>
                </a:cubicBezTo>
                <a:cubicBezTo>
                  <a:pt x="400" y="408"/>
                  <a:pt x="400" y="408"/>
                  <a:pt x="400" y="408"/>
                </a:cubicBezTo>
                <a:cubicBezTo>
                  <a:pt x="400" y="408"/>
                  <a:pt x="400" y="408"/>
                  <a:pt x="400" y="408"/>
                </a:cubicBezTo>
                <a:cubicBezTo>
                  <a:pt x="400" y="407"/>
                  <a:pt x="400" y="407"/>
                  <a:pt x="400" y="407"/>
                </a:cubicBezTo>
                <a:cubicBezTo>
                  <a:pt x="400" y="407"/>
                  <a:pt x="400" y="407"/>
                  <a:pt x="400" y="407"/>
                </a:cubicBezTo>
                <a:cubicBezTo>
                  <a:pt x="400" y="406"/>
                  <a:pt x="400" y="406"/>
                  <a:pt x="400" y="406"/>
                </a:cubicBezTo>
                <a:cubicBezTo>
                  <a:pt x="400" y="406"/>
                  <a:pt x="400" y="406"/>
                  <a:pt x="400" y="406"/>
                </a:cubicBezTo>
                <a:cubicBezTo>
                  <a:pt x="400" y="404"/>
                  <a:pt x="400" y="404"/>
                  <a:pt x="400" y="404"/>
                </a:cubicBezTo>
                <a:cubicBezTo>
                  <a:pt x="400" y="404"/>
                  <a:pt x="400" y="404"/>
                  <a:pt x="400" y="404"/>
                </a:cubicBezTo>
                <a:cubicBezTo>
                  <a:pt x="402" y="397"/>
                  <a:pt x="402" y="397"/>
                  <a:pt x="402" y="397"/>
                </a:cubicBezTo>
                <a:cubicBezTo>
                  <a:pt x="402" y="397"/>
                  <a:pt x="402" y="397"/>
                  <a:pt x="402" y="397"/>
                </a:cubicBezTo>
                <a:cubicBezTo>
                  <a:pt x="406" y="400"/>
                  <a:pt x="406" y="400"/>
                  <a:pt x="406" y="400"/>
                </a:cubicBezTo>
                <a:cubicBezTo>
                  <a:pt x="406" y="400"/>
                  <a:pt x="406" y="400"/>
                  <a:pt x="406" y="400"/>
                </a:cubicBezTo>
                <a:cubicBezTo>
                  <a:pt x="412" y="401"/>
                  <a:pt x="412" y="401"/>
                  <a:pt x="412" y="401"/>
                </a:cubicBezTo>
                <a:cubicBezTo>
                  <a:pt x="412" y="401"/>
                  <a:pt x="412" y="401"/>
                  <a:pt x="412" y="401"/>
                </a:cubicBezTo>
                <a:cubicBezTo>
                  <a:pt x="417" y="401"/>
                  <a:pt x="417" y="401"/>
                  <a:pt x="417" y="401"/>
                </a:cubicBezTo>
                <a:cubicBezTo>
                  <a:pt x="417" y="401"/>
                  <a:pt x="417" y="401"/>
                  <a:pt x="417" y="401"/>
                </a:cubicBezTo>
                <a:cubicBezTo>
                  <a:pt x="422" y="399"/>
                  <a:pt x="422" y="399"/>
                  <a:pt x="422" y="399"/>
                </a:cubicBezTo>
                <a:cubicBezTo>
                  <a:pt x="422" y="399"/>
                  <a:pt x="422" y="399"/>
                  <a:pt x="422" y="399"/>
                </a:cubicBezTo>
                <a:cubicBezTo>
                  <a:pt x="428" y="398"/>
                  <a:pt x="428" y="398"/>
                  <a:pt x="428" y="398"/>
                </a:cubicBezTo>
                <a:cubicBezTo>
                  <a:pt x="428" y="398"/>
                  <a:pt x="428" y="398"/>
                  <a:pt x="428" y="398"/>
                </a:cubicBezTo>
                <a:cubicBezTo>
                  <a:pt x="433" y="396"/>
                  <a:pt x="433" y="396"/>
                  <a:pt x="433" y="396"/>
                </a:cubicBezTo>
                <a:cubicBezTo>
                  <a:pt x="433" y="396"/>
                  <a:pt x="433" y="396"/>
                  <a:pt x="433" y="396"/>
                </a:cubicBezTo>
                <a:cubicBezTo>
                  <a:pt x="438" y="395"/>
                  <a:pt x="438" y="395"/>
                  <a:pt x="438" y="395"/>
                </a:cubicBezTo>
                <a:cubicBezTo>
                  <a:pt x="438" y="395"/>
                  <a:pt x="438" y="395"/>
                  <a:pt x="438" y="395"/>
                </a:cubicBezTo>
                <a:cubicBezTo>
                  <a:pt x="443" y="392"/>
                  <a:pt x="443" y="392"/>
                  <a:pt x="443" y="392"/>
                </a:cubicBezTo>
                <a:cubicBezTo>
                  <a:pt x="443" y="392"/>
                  <a:pt x="443" y="392"/>
                  <a:pt x="443" y="392"/>
                </a:cubicBezTo>
                <a:cubicBezTo>
                  <a:pt x="448" y="389"/>
                  <a:pt x="448" y="389"/>
                  <a:pt x="448" y="389"/>
                </a:cubicBezTo>
                <a:cubicBezTo>
                  <a:pt x="448" y="389"/>
                  <a:pt x="448" y="389"/>
                  <a:pt x="448" y="389"/>
                </a:cubicBezTo>
                <a:cubicBezTo>
                  <a:pt x="454" y="385"/>
                  <a:pt x="454" y="385"/>
                  <a:pt x="454" y="385"/>
                </a:cubicBezTo>
                <a:cubicBezTo>
                  <a:pt x="454" y="385"/>
                  <a:pt x="454" y="385"/>
                  <a:pt x="454" y="385"/>
                </a:cubicBezTo>
                <a:cubicBezTo>
                  <a:pt x="459" y="381"/>
                  <a:pt x="459" y="381"/>
                  <a:pt x="459" y="381"/>
                </a:cubicBezTo>
                <a:cubicBezTo>
                  <a:pt x="459" y="381"/>
                  <a:pt x="459" y="381"/>
                  <a:pt x="459" y="381"/>
                </a:cubicBezTo>
                <a:cubicBezTo>
                  <a:pt x="464" y="377"/>
                  <a:pt x="464" y="377"/>
                  <a:pt x="464" y="377"/>
                </a:cubicBezTo>
                <a:cubicBezTo>
                  <a:pt x="464" y="377"/>
                  <a:pt x="464" y="377"/>
                  <a:pt x="464" y="377"/>
                </a:cubicBezTo>
                <a:cubicBezTo>
                  <a:pt x="468" y="372"/>
                  <a:pt x="468" y="372"/>
                  <a:pt x="468" y="372"/>
                </a:cubicBezTo>
                <a:cubicBezTo>
                  <a:pt x="468" y="372"/>
                  <a:pt x="468" y="372"/>
                  <a:pt x="468" y="372"/>
                </a:cubicBezTo>
                <a:cubicBezTo>
                  <a:pt x="474" y="367"/>
                  <a:pt x="474" y="367"/>
                  <a:pt x="474" y="367"/>
                </a:cubicBezTo>
                <a:cubicBezTo>
                  <a:pt x="474" y="367"/>
                  <a:pt x="474" y="367"/>
                  <a:pt x="474" y="367"/>
                </a:cubicBezTo>
                <a:cubicBezTo>
                  <a:pt x="478" y="363"/>
                  <a:pt x="478" y="363"/>
                  <a:pt x="478" y="363"/>
                </a:cubicBezTo>
                <a:cubicBezTo>
                  <a:pt x="478" y="363"/>
                  <a:pt x="478" y="363"/>
                  <a:pt x="478" y="363"/>
                </a:cubicBezTo>
                <a:cubicBezTo>
                  <a:pt x="483" y="357"/>
                  <a:pt x="483" y="357"/>
                  <a:pt x="483" y="357"/>
                </a:cubicBezTo>
                <a:cubicBezTo>
                  <a:pt x="483" y="357"/>
                  <a:pt x="483" y="357"/>
                  <a:pt x="483" y="357"/>
                </a:cubicBezTo>
                <a:cubicBezTo>
                  <a:pt x="486" y="359"/>
                  <a:pt x="486" y="359"/>
                  <a:pt x="486" y="359"/>
                </a:cubicBezTo>
                <a:cubicBezTo>
                  <a:pt x="486" y="359"/>
                  <a:pt x="486" y="359"/>
                  <a:pt x="486" y="359"/>
                </a:cubicBezTo>
                <a:cubicBezTo>
                  <a:pt x="481" y="367"/>
                  <a:pt x="481" y="367"/>
                  <a:pt x="481" y="367"/>
                </a:cubicBezTo>
                <a:cubicBezTo>
                  <a:pt x="481" y="367"/>
                  <a:pt x="481" y="367"/>
                  <a:pt x="481" y="367"/>
                </a:cubicBezTo>
                <a:cubicBezTo>
                  <a:pt x="476" y="374"/>
                  <a:pt x="476" y="374"/>
                  <a:pt x="476" y="374"/>
                </a:cubicBezTo>
                <a:cubicBezTo>
                  <a:pt x="476" y="374"/>
                  <a:pt x="476" y="374"/>
                  <a:pt x="476" y="374"/>
                </a:cubicBezTo>
                <a:cubicBezTo>
                  <a:pt x="470" y="381"/>
                  <a:pt x="470" y="381"/>
                  <a:pt x="470" y="381"/>
                </a:cubicBezTo>
                <a:cubicBezTo>
                  <a:pt x="470" y="381"/>
                  <a:pt x="470" y="381"/>
                  <a:pt x="470" y="381"/>
                </a:cubicBezTo>
                <a:cubicBezTo>
                  <a:pt x="463" y="388"/>
                  <a:pt x="463" y="388"/>
                  <a:pt x="463" y="388"/>
                </a:cubicBezTo>
                <a:cubicBezTo>
                  <a:pt x="463" y="388"/>
                  <a:pt x="463" y="388"/>
                  <a:pt x="463" y="388"/>
                </a:cubicBezTo>
                <a:cubicBezTo>
                  <a:pt x="457" y="396"/>
                  <a:pt x="457" y="396"/>
                  <a:pt x="457" y="396"/>
                </a:cubicBezTo>
                <a:cubicBezTo>
                  <a:pt x="457" y="396"/>
                  <a:pt x="457" y="396"/>
                  <a:pt x="457" y="396"/>
                </a:cubicBezTo>
                <a:cubicBezTo>
                  <a:pt x="451" y="403"/>
                  <a:pt x="451" y="403"/>
                  <a:pt x="451" y="403"/>
                </a:cubicBezTo>
                <a:cubicBezTo>
                  <a:pt x="451" y="403"/>
                  <a:pt x="451" y="403"/>
                  <a:pt x="451" y="403"/>
                </a:cubicBezTo>
                <a:cubicBezTo>
                  <a:pt x="444" y="411"/>
                  <a:pt x="444" y="411"/>
                  <a:pt x="444" y="411"/>
                </a:cubicBezTo>
                <a:cubicBezTo>
                  <a:pt x="444" y="411"/>
                  <a:pt x="444" y="411"/>
                  <a:pt x="444" y="411"/>
                </a:cubicBezTo>
                <a:cubicBezTo>
                  <a:pt x="441" y="419"/>
                  <a:pt x="441" y="419"/>
                  <a:pt x="441" y="419"/>
                </a:cubicBezTo>
                <a:cubicBezTo>
                  <a:pt x="441" y="419"/>
                  <a:pt x="441" y="419"/>
                  <a:pt x="441" y="419"/>
                </a:cubicBezTo>
                <a:cubicBezTo>
                  <a:pt x="438" y="420"/>
                  <a:pt x="438" y="420"/>
                  <a:pt x="438" y="420"/>
                </a:cubicBezTo>
                <a:cubicBezTo>
                  <a:pt x="438" y="420"/>
                  <a:pt x="438" y="420"/>
                  <a:pt x="438" y="420"/>
                </a:cubicBezTo>
                <a:cubicBezTo>
                  <a:pt x="436" y="421"/>
                  <a:pt x="436" y="421"/>
                  <a:pt x="436" y="421"/>
                </a:cubicBezTo>
                <a:cubicBezTo>
                  <a:pt x="436" y="421"/>
                  <a:pt x="436" y="421"/>
                  <a:pt x="436" y="421"/>
                </a:cubicBezTo>
                <a:cubicBezTo>
                  <a:pt x="434" y="422"/>
                  <a:pt x="434" y="422"/>
                  <a:pt x="434" y="422"/>
                </a:cubicBezTo>
                <a:cubicBezTo>
                  <a:pt x="434" y="422"/>
                  <a:pt x="434" y="422"/>
                  <a:pt x="434" y="422"/>
                </a:cubicBezTo>
                <a:cubicBezTo>
                  <a:pt x="433" y="422"/>
                  <a:pt x="433" y="422"/>
                  <a:pt x="433" y="422"/>
                </a:cubicBezTo>
                <a:cubicBezTo>
                  <a:pt x="433" y="422"/>
                  <a:pt x="433" y="422"/>
                  <a:pt x="433" y="422"/>
                </a:cubicBezTo>
                <a:cubicBezTo>
                  <a:pt x="431" y="423"/>
                  <a:pt x="431" y="423"/>
                  <a:pt x="431" y="423"/>
                </a:cubicBezTo>
                <a:cubicBezTo>
                  <a:pt x="431" y="423"/>
                  <a:pt x="431" y="423"/>
                  <a:pt x="431" y="423"/>
                </a:cubicBezTo>
                <a:cubicBezTo>
                  <a:pt x="429" y="424"/>
                  <a:pt x="429" y="424"/>
                  <a:pt x="429" y="424"/>
                </a:cubicBezTo>
                <a:cubicBezTo>
                  <a:pt x="429" y="424"/>
                  <a:pt x="429" y="424"/>
                  <a:pt x="429" y="424"/>
                </a:cubicBezTo>
                <a:cubicBezTo>
                  <a:pt x="426" y="424"/>
                  <a:pt x="426" y="424"/>
                  <a:pt x="426" y="424"/>
                </a:cubicBezTo>
                <a:cubicBezTo>
                  <a:pt x="426" y="424"/>
                  <a:pt x="426" y="424"/>
                  <a:pt x="426" y="424"/>
                </a:cubicBezTo>
                <a:cubicBezTo>
                  <a:pt x="425" y="424"/>
                  <a:pt x="425" y="424"/>
                  <a:pt x="425" y="424"/>
                </a:cubicBezTo>
                <a:close/>
                <a:moveTo>
                  <a:pt x="1686" y="419"/>
                </a:moveTo>
                <a:cubicBezTo>
                  <a:pt x="1683" y="419"/>
                  <a:pt x="1683" y="419"/>
                  <a:pt x="1683" y="419"/>
                </a:cubicBezTo>
                <a:cubicBezTo>
                  <a:pt x="1683" y="419"/>
                  <a:pt x="1683" y="419"/>
                  <a:pt x="1683" y="419"/>
                </a:cubicBezTo>
                <a:cubicBezTo>
                  <a:pt x="1681" y="418"/>
                  <a:pt x="1681" y="418"/>
                  <a:pt x="1681" y="418"/>
                </a:cubicBezTo>
                <a:cubicBezTo>
                  <a:pt x="1681" y="418"/>
                  <a:pt x="1681" y="418"/>
                  <a:pt x="1681" y="418"/>
                </a:cubicBezTo>
                <a:cubicBezTo>
                  <a:pt x="1678" y="417"/>
                  <a:pt x="1678" y="417"/>
                  <a:pt x="1678" y="417"/>
                </a:cubicBezTo>
                <a:cubicBezTo>
                  <a:pt x="1678" y="417"/>
                  <a:pt x="1678" y="417"/>
                  <a:pt x="1678" y="417"/>
                </a:cubicBezTo>
                <a:cubicBezTo>
                  <a:pt x="1677" y="415"/>
                  <a:pt x="1677" y="415"/>
                  <a:pt x="1677" y="415"/>
                </a:cubicBezTo>
                <a:cubicBezTo>
                  <a:pt x="1677" y="415"/>
                  <a:pt x="1677" y="415"/>
                  <a:pt x="1677" y="415"/>
                </a:cubicBezTo>
                <a:cubicBezTo>
                  <a:pt x="1673" y="414"/>
                  <a:pt x="1673" y="414"/>
                  <a:pt x="1673" y="414"/>
                </a:cubicBezTo>
                <a:cubicBezTo>
                  <a:pt x="1673" y="414"/>
                  <a:pt x="1673" y="414"/>
                  <a:pt x="1673" y="414"/>
                </a:cubicBezTo>
                <a:cubicBezTo>
                  <a:pt x="1671" y="412"/>
                  <a:pt x="1671" y="412"/>
                  <a:pt x="1671" y="412"/>
                </a:cubicBezTo>
                <a:cubicBezTo>
                  <a:pt x="1671" y="412"/>
                  <a:pt x="1671" y="412"/>
                  <a:pt x="1671" y="412"/>
                </a:cubicBezTo>
                <a:cubicBezTo>
                  <a:pt x="1668" y="411"/>
                  <a:pt x="1668" y="411"/>
                  <a:pt x="1668" y="411"/>
                </a:cubicBezTo>
                <a:cubicBezTo>
                  <a:pt x="1668" y="411"/>
                  <a:pt x="1668" y="411"/>
                  <a:pt x="1668" y="411"/>
                </a:cubicBezTo>
                <a:cubicBezTo>
                  <a:pt x="1665" y="410"/>
                  <a:pt x="1665" y="410"/>
                  <a:pt x="1665" y="410"/>
                </a:cubicBezTo>
                <a:cubicBezTo>
                  <a:pt x="1665" y="410"/>
                  <a:pt x="1665" y="410"/>
                  <a:pt x="1665" y="410"/>
                </a:cubicBezTo>
                <a:cubicBezTo>
                  <a:pt x="1662" y="349"/>
                  <a:pt x="1662" y="349"/>
                  <a:pt x="1662" y="349"/>
                </a:cubicBezTo>
                <a:cubicBezTo>
                  <a:pt x="1662" y="349"/>
                  <a:pt x="1662" y="349"/>
                  <a:pt x="1662" y="349"/>
                </a:cubicBezTo>
                <a:cubicBezTo>
                  <a:pt x="1662" y="349"/>
                  <a:pt x="1662" y="349"/>
                  <a:pt x="1662" y="349"/>
                </a:cubicBezTo>
                <a:cubicBezTo>
                  <a:pt x="1662" y="349"/>
                  <a:pt x="1662" y="349"/>
                  <a:pt x="1662" y="349"/>
                </a:cubicBezTo>
                <a:cubicBezTo>
                  <a:pt x="1662" y="348"/>
                  <a:pt x="1662" y="348"/>
                  <a:pt x="1662" y="348"/>
                </a:cubicBezTo>
                <a:cubicBezTo>
                  <a:pt x="1662" y="348"/>
                  <a:pt x="1662" y="348"/>
                  <a:pt x="1662" y="348"/>
                </a:cubicBezTo>
                <a:cubicBezTo>
                  <a:pt x="1663" y="348"/>
                  <a:pt x="1663" y="348"/>
                  <a:pt x="1663" y="348"/>
                </a:cubicBezTo>
                <a:cubicBezTo>
                  <a:pt x="1663" y="348"/>
                  <a:pt x="1663" y="348"/>
                  <a:pt x="1663" y="348"/>
                </a:cubicBezTo>
                <a:cubicBezTo>
                  <a:pt x="1665" y="347"/>
                  <a:pt x="1665" y="347"/>
                  <a:pt x="1665" y="347"/>
                </a:cubicBezTo>
                <a:cubicBezTo>
                  <a:pt x="1665" y="347"/>
                  <a:pt x="1665" y="347"/>
                  <a:pt x="1665" y="347"/>
                </a:cubicBezTo>
                <a:cubicBezTo>
                  <a:pt x="1666" y="348"/>
                  <a:pt x="1666" y="348"/>
                  <a:pt x="1666" y="348"/>
                </a:cubicBezTo>
                <a:cubicBezTo>
                  <a:pt x="1666" y="348"/>
                  <a:pt x="1666" y="348"/>
                  <a:pt x="1666" y="348"/>
                </a:cubicBezTo>
                <a:cubicBezTo>
                  <a:pt x="1668" y="348"/>
                  <a:pt x="1668" y="348"/>
                  <a:pt x="1668" y="348"/>
                </a:cubicBezTo>
                <a:cubicBezTo>
                  <a:pt x="1668" y="348"/>
                  <a:pt x="1668" y="348"/>
                  <a:pt x="1668" y="348"/>
                </a:cubicBezTo>
                <a:cubicBezTo>
                  <a:pt x="1669" y="348"/>
                  <a:pt x="1669" y="348"/>
                  <a:pt x="1669" y="348"/>
                </a:cubicBezTo>
                <a:cubicBezTo>
                  <a:pt x="1669" y="348"/>
                  <a:pt x="1669" y="348"/>
                  <a:pt x="1669" y="348"/>
                </a:cubicBezTo>
                <a:cubicBezTo>
                  <a:pt x="1671" y="348"/>
                  <a:pt x="1671" y="348"/>
                  <a:pt x="1671" y="348"/>
                </a:cubicBezTo>
                <a:cubicBezTo>
                  <a:pt x="1671" y="348"/>
                  <a:pt x="1671" y="348"/>
                  <a:pt x="1671" y="348"/>
                </a:cubicBezTo>
                <a:cubicBezTo>
                  <a:pt x="1673" y="357"/>
                  <a:pt x="1673" y="357"/>
                  <a:pt x="1673" y="357"/>
                </a:cubicBezTo>
                <a:cubicBezTo>
                  <a:pt x="1673" y="357"/>
                  <a:pt x="1673" y="357"/>
                  <a:pt x="1673" y="357"/>
                </a:cubicBezTo>
                <a:cubicBezTo>
                  <a:pt x="1679" y="366"/>
                  <a:pt x="1679" y="366"/>
                  <a:pt x="1679" y="366"/>
                </a:cubicBezTo>
                <a:cubicBezTo>
                  <a:pt x="1679" y="366"/>
                  <a:pt x="1679" y="366"/>
                  <a:pt x="1679" y="366"/>
                </a:cubicBezTo>
                <a:cubicBezTo>
                  <a:pt x="1684" y="374"/>
                  <a:pt x="1684" y="374"/>
                  <a:pt x="1684" y="374"/>
                </a:cubicBezTo>
                <a:cubicBezTo>
                  <a:pt x="1684" y="374"/>
                  <a:pt x="1684" y="374"/>
                  <a:pt x="1684" y="374"/>
                </a:cubicBezTo>
                <a:cubicBezTo>
                  <a:pt x="1689" y="382"/>
                  <a:pt x="1689" y="382"/>
                  <a:pt x="1689" y="382"/>
                </a:cubicBezTo>
                <a:cubicBezTo>
                  <a:pt x="1689" y="382"/>
                  <a:pt x="1689" y="382"/>
                  <a:pt x="1689" y="382"/>
                </a:cubicBezTo>
                <a:cubicBezTo>
                  <a:pt x="1693" y="391"/>
                  <a:pt x="1693" y="391"/>
                  <a:pt x="1693" y="391"/>
                </a:cubicBezTo>
                <a:cubicBezTo>
                  <a:pt x="1693" y="391"/>
                  <a:pt x="1693" y="391"/>
                  <a:pt x="1693" y="391"/>
                </a:cubicBezTo>
                <a:cubicBezTo>
                  <a:pt x="1696" y="399"/>
                  <a:pt x="1696" y="399"/>
                  <a:pt x="1696" y="399"/>
                </a:cubicBezTo>
                <a:cubicBezTo>
                  <a:pt x="1696" y="399"/>
                  <a:pt x="1696" y="399"/>
                  <a:pt x="1696" y="399"/>
                </a:cubicBezTo>
                <a:cubicBezTo>
                  <a:pt x="1696" y="408"/>
                  <a:pt x="1696" y="408"/>
                  <a:pt x="1696" y="408"/>
                </a:cubicBezTo>
                <a:cubicBezTo>
                  <a:pt x="1696" y="408"/>
                  <a:pt x="1696" y="408"/>
                  <a:pt x="1696" y="408"/>
                </a:cubicBezTo>
                <a:cubicBezTo>
                  <a:pt x="1695" y="415"/>
                  <a:pt x="1695" y="415"/>
                  <a:pt x="1695" y="415"/>
                </a:cubicBezTo>
                <a:cubicBezTo>
                  <a:pt x="1695" y="415"/>
                  <a:pt x="1695" y="415"/>
                  <a:pt x="1695" y="415"/>
                </a:cubicBezTo>
                <a:cubicBezTo>
                  <a:pt x="1693" y="416"/>
                  <a:pt x="1693" y="416"/>
                  <a:pt x="1693" y="416"/>
                </a:cubicBezTo>
                <a:cubicBezTo>
                  <a:pt x="1693" y="416"/>
                  <a:pt x="1693" y="416"/>
                  <a:pt x="1693" y="416"/>
                </a:cubicBezTo>
                <a:cubicBezTo>
                  <a:pt x="1692" y="417"/>
                  <a:pt x="1692" y="417"/>
                  <a:pt x="1692" y="417"/>
                </a:cubicBezTo>
                <a:cubicBezTo>
                  <a:pt x="1692" y="417"/>
                  <a:pt x="1692" y="417"/>
                  <a:pt x="1692" y="417"/>
                </a:cubicBezTo>
                <a:cubicBezTo>
                  <a:pt x="1691" y="417"/>
                  <a:pt x="1691" y="417"/>
                  <a:pt x="1691" y="417"/>
                </a:cubicBezTo>
                <a:cubicBezTo>
                  <a:pt x="1691" y="417"/>
                  <a:pt x="1691" y="417"/>
                  <a:pt x="1691" y="417"/>
                </a:cubicBezTo>
                <a:cubicBezTo>
                  <a:pt x="1691" y="417"/>
                  <a:pt x="1691" y="417"/>
                  <a:pt x="1691" y="417"/>
                </a:cubicBezTo>
                <a:cubicBezTo>
                  <a:pt x="1691" y="417"/>
                  <a:pt x="1691" y="417"/>
                  <a:pt x="1691" y="417"/>
                </a:cubicBezTo>
                <a:cubicBezTo>
                  <a:pt x="1689" y="418"/>
                  <a:pt x="1689" y="418"/>
                  <a:pt x="1689" y="418"/>
                </a:cubicBezTo>
                <a:cubicBezTo>
                  <a:pt x="1689" y="418"/>
                  <a:pt x="1689" y="418"/>
                  <a:pt x="1689" y="418"/>
                </a:cubicBezTo>
                <a:cubicBezTo>
                  <a:pt x="1688" y="419"/>
                  <a:pt x="1688" y="419"/>
                  <a:pt x="1688" y="419"/>
                </a:cubicBezTo>
                <a:cubicBezTo>
                  <a:pt x="1688" y="419"/>
                  <a:pt x="1688" y="419"/>
                  <a:pt x="1688" y="419"/>
                </a:cubicBezTo>
                <a:cubicBezTo>
                  <a:pt x="1687" y="419"/>
                  <a:pt x="1687" y="419"/>
                  <a:pt x="1687" y="419"/>
                </a:cubicBezTo>
                <a:cubicBezTo>
                  <a:pt x="1687" y="419"/>
                  <a:pt x="1687" y="419"/>
                  <a:pt x="1687" y="419"/>
                </a:cubicBezTo>
                <a:cubicBezTo>
                  <a:pt x="1686" y="419"/>
                  <a:pt x="1686" y="419"/>
                  <a:pt x="1686" y="419"/>
                </a:cubicBezTo>
                <a:close/>
                <a:moveTo>
                  <a:pt x="573" y="412"/>
                </a:moveTo>
                <a:cubicBezTo>
                  <a:pt x="574" y="413"/>
                  <a:pt x="574" y="413"/>
                  <a:pt x="574" y="413"/>
                </a:cubicBezTo>
                <a:cubicBezTo>
                  <a:pt x="574" y="413"/>
                  <a:pt x="574" y="413"/>
                  <a:pt x="574" y="413"/>
                </a:cubicBezTo>
                <a:cubicBezTo>
                  <a:pt x="575" y="413"/>
                  <a:pt x="575" y="413"/>
                  <a:pt x="575" y="413"/>
                </a:cubicBezTo>
                <a:cubicBezTo>
                  <a:pt x="575" y="413"/>
                  <a:pt x="575" y="413"/>
                  <a:pt x="575" y="413"/>
                </a:cubicBezTo>
                <a:cubicBezTo>
                  <a:pt x="576" y="412"/>
                  <a:pt x="576" y="412"/>
                  <a:pt x="576" y="412"/>
                </a:cubicBezTo>
                <a:cubicBezTo>
                  <a:pt x="576" y="412"/>
                  <a:pt x="576" y="412"/>
                  <a:pt x="576" y="412"/>
                </a:cubicBezTo>
                <a:cubicBezTo>
                  <a:pt x="578" y="411"/>
                  <a:pt x="578" y="411"/>
                  <a:pt x="578" y="411"/>
                </a:cubicBezTo>
                <a:cubicBezTo>
                  <a:pt x="578" y="411"/>
                  <a:pt x="578" y="411"/>
                  <a:pt x="578" y="411"/>
                </a:cubicBezTo>
                <a:cubicBezTo>
                  <a:pt x="579" y="411"/>
                  <a:pt x="579" y="411"/>
                  <a:pt x="579" y="411"/>
                </a:cubicBezTo>
                <a:cubicBezTo>
                  <a:pt x="579" y="411"/>
                  <a:pt x="579" y="411"/>
                  <a:pt x="579" y="411"/>
                </a:cubicBezTo>
                <a:cubicBezTo>
                  <a:pt x="580" y="410"/>
                  <a:pt x="580" y="410"/>
                  <a:pt x="580" y="410"/>
                </a:cubicBezTo>
                <a:cubicBezTo>
                  <a:pt x="580" y="410"/>
                  <a:pt x="580" y="410"/>
                  <a:pt x="580" y="410"/>
                </a:cubicBezTo>
                <a:cubicBezTo>
                  <a:pt x="581" y="410"/>
                  <a:pt x="581" y="410"/>
                  <a:pt x="581" y="410"/>
                </a:cubicBezTo>
                <a:cubicBezTo>
                  <a:pt x="581" y="410"/>
                  <a:pt x="581" y="410"/>
                  <a:pt x="581" y="410"/>
                </a:cubicBezTo>
                <a:cubicBezTo>
                  <a:pt x="582" y="410"/>
                  <a:pt x="582" y="410"/>
                  <a:pt x="582" y="410"/>
                </a:cubicBezTo>
                <a:cubicBezTo>
                  <a:pt x="582" y="410"/>
                  <a:pt x="582" y="410"/>
                  <a:pt x="582" y="410"/>
                </a:cubicBezTo>
                <a:cubicBezTo>
                  <a:pt x="581" y="393"/>
                  <a:pt x="581" y="393"/>
                  <a:pt x="581" y="393"/>
                </a:cubicBezTo>
                <a:cubicBezTo>
                  <a:pt x="581" y="393"/>
                  <a:pt x="581" y="393"/>
                  <a:pt x="581" y="393"/>
                </a:cubicBezTo>
                <a:cubicBezTo>
                  <a:pt x="580" y="376"/>
                  <a:pt x="580" y="376"/>
                  <a:pt x="580" y="376"/>
                </a:cubicBezTo>
                <a:cubicBezTo>
                  <a:pt x="580" y="376"/>
                  <a:pt x="580" y="376"/>
                  <a:pt x="580" y="376"/>
                </a:cubicBezTo>
                <a:cubicBezTo>
                  <a:pt x="578" y="359"/>
                  <a:pt x="578" y="359"/>
                  <a:pt x="578" y="359"/>
                </a:cubicBezTo>
                <a:cubicBezTo>
                  <a:pt x="578" y="359"/>
                  <a:pt x="578" y="359"/>
                  <a:pt x="578" y="359"/>
                </a:cubicBezTo>
                <a:cubicBezTo>
                  <a:pt x="576" y="341"/>
                  <a:pt x="576" y="341"/>
                  <a:pt x="576" y="341"/>
                </a:cubicBezTo>
                <a:cubicBezTo>
                  <a:pt x="576" y="341"/>
                  <a:pt x="576" y="341"/>
                  <a:pt x="576" y="341"/>
                </a:cubicBezTo>
                <a:cubicBezTo>
                  <a:pt x="573" y="324"/>
                  <a:pt x="573" y="324"/>
                  <a:pt x="573" y="324"/>
                </a:cubicBezTo>
                <a:cubicBezTo>
                  <a:pt x="573" y="324"/>
                  <a:pt x="573" y="324"/>
                  <a:pt x="573" y="324"/>
                </a:cubicBezTo>
                <a:cubicBezTo>
                  <a:pt x="571" y="308"/>
                  <a:pt x="571" y="308"/>
                  <a:pt x="571" y="308"/>
                </a:cubicBezTo>
                <a:cubicBezTo>
                  <a:pt x="571" y="308"/>
                  <a:pt x="571" y="308"/>
                  <a:pt x="571" y="308"/>
                </a:cubicBezTo>
                <a:cubicBezTo>
                  <a:pt x="570" y="291"/>
                  <a:pt x="570" y="291"/>
                  <a:pt x="570" y="291"/>
                </a:cubicBezTo>
                <a:cubicBezTo>
                  <a:pt x="570" y="291"/>
                  <a:pt x="570" y="291"/>
                  <a:pt x="570" y="291"/>
                </a:cubicBezTo>
                <a:cubicBezTo>
                  <a:pt x="574" y="274"/>
                  <a:pt x="574" y="274"/>
                  <a:pt x="574" y="274"/>
                </a:cubicBezTo>
                <a:cubicBezTo>
                  <a:pt x="574" y="274"/>
                  <a:pt x="574" y="274"/>
                  <a:pt x="574" y="274"/>
                </a:cubicBezTo>
                <a:cubicBezTo>
                  <a:pt x="588" y="259"/>
                  <a:pt x="588" y="259"/>
                  <a:pt x="588" y="259"/>
                </a:cubicBezTo>
                <a:cubicBezTo>
                  <a:pt x="588" y="259"/>
                  <a:pt x="588" y="259"/>
                  <a:pt x="588" y="259"/>
                </a:cubicBezTo>
                <a:cubicBezTo>
                  <a:pt x="589" y="256"/>
                  <a:pt x="589" y="256"/>
                  <a:pt x="589" y="256"/>
                </a:cubicBezTo>
                <a:cubicBezTo>
                  <a:pt x="589" y="256"/>
                  <a:pt x="589" y="256"/>
                  <a:pt x="589" y="256"/>
                </a:cubicBezTo>
                <a:cubicBezTo>
                  <a:pt x="592" y="253"/>
                  <a:pt x="592" y="253"/>
                  <a:pt x="592" y="253"/>
                </a:cubicBezTo>
                <a:cubicBezTo>
                  <a:pt x="592" y="253"/>
                  <a:pt x="592" y="253"/>
                  <a:pt x="592" y="253"/>
                </a:cubicBezTo>
                <a:cubicBezTo>
                  <a:pt x="593" y="250"/>
                  <a:pt x="593" y="250"/>
                  <a:pt x="593" y="250"/>
                </a:cubicBezTo>
                <a:cubicBezTo>
                  <a:pt x="593" y="250"/>
                  <a:pt x="593" y="250"/>
                  <a:pt x="593" y="250"/>
                </a:cubicBezTo>
                <a:cubicBezTo>
                  <a:pt x="595" y="245"/>
                  <a:pt x="595" y="245"/>
                  <a:pt x="595" y="245"/>
                </a:cubicBezTo>
                <a:cubicBezTo>
                  <a:pt x="595" y="245"/>
                  <a:pt x="595" y="245"/>
                  <a:pt x="595" y="245"/>
                </a:cubicBezTo>
                <a:cubicBezTo>
                  <a:pt x="595" y="242"/>
                  <a:pt x="595" y="242"/>
                  <a:pt x="595" y="242"/>
                </a:cubicBezTo>
                <a:cubicBezTo>
                  <a:pt x="595" y="242"/>
                  <a:pt x="595" y="242"/>
                  <a:pt x="595" y="242"/>
                </a:cubicBezTo>
                <a:cubicBezTo>
                  <a:pt x="595" y="238"/>
                  <a:pt x="595" y="238"/>
                  <a:pt x="595" y="238"/>
                </a:cubicBezTo>
                <a:cubicBezTo>
                  <a:pt x="595" y="238"/>
                  <a:pt x="595" y="238"/>
                  <a:pt x="595" y="238"/>
                </a:cubicBezTo>
                <a:cubicBezTo>
                  <a:pt x="593" y="234"/>
                  <a:pt x="593" y="234"/>
                  <a:pt x="593" y="234"/>
                </a:cubicBezTo>
                <a:cubicBezTo>
                  <a:pt x="593" y="234"/>
                  <a:pt x="593" y="234"/>
                  <a:pt x="593" y="234"/>
                </a:cubicBezTo>
                <a:cubicBezTo>
                  <a:pt x="593" y="229"/>
                  <a:pt x="593" y="229"/>
                  <a:pt x="593" y="229"/>
                </a:cubicBezTo>
                <a:cubicBezTo>
                  <a:pt x="593" y="229"/>
                  <a:pt x="593" y="229"/>
                  <a:pt x="593" y="229"/>
                </a:cubicBezTo>
                <a:cubicBezTo>
                  <a:pt x="591" y="229"/>
                  <a:pt x="591" y="229"/>
                  <a:pt x="591" y="229"/>
                </a:cubicBezTo>
                <a:cubicBezTo>
                  <a:pt x="591" y="229"/>
                  <a:pt x="591" y="229"/>
                  <a:pt x="591" y="229"/>
                </a:cubicBezTo>
                <a:cubicBezTo>
                  <a:pt x="588" y="230"/>
                  <a:pt x="588" y="230"/>
                  <a:pt x="588" y="230"/>
                </a:cubicBezTo>
                <a:cubicBezTo>
                  <a:pt x="588" y="230"/>
                  <a:pt x="588" y="230"/>
                  <a:pt x="588" y="230"/>
                </a:cubicBezTo>
                <a:cubicBezTo>
                  <a:pt x="588" y="231"/>
                  <a:pt x="588" y="231"/>
                  <a:pt x="588" y="231"/>
                </a:cubicBezTo>
                <a:cubicBezTo>
                  <a:pt x="588" y="231"/>
                  <a:pt x="588" y="231"/>
                  <a:pt x="588" y="231"/>
                </a:cubicBezTo>
                <a:cubicBezTo>
                  <a:pt x="588" y="233"/>
                  <a:pt x="588" y="233"/>
                  <a:pt x="588" y="233"/>
                </a:cubicBezTo>
                <a:cubicBezTo>
                  <a:pt x="588" y="233"/>
                  <a:pt x="588" y="233"/>
                  <a:pt x="588" y="233"/>
                </a:cubicBezTo>
                <a:cubicBezTo>
                  <a:pt x="589" y="234"/>
                  <a:pt x="589" y="234"/>
                  <a:pt x="589" y="234"/>
                </a:cubicBezTo>
                <a:cubicBezTo>
                  <a:pt x="589" y="234"/>
                  <a:pt x="589" y="234"/>
                  <a:pt x="589" y="234"/>
                </a:cubicBezTo>
                <a:cubicBezTo>
                  <a:pt x="589" y="236"/>
                  <a:pt x="589" y="236"/>
                  <a:pt x="589" y="236"/>
                </a:cubicBezTo>
                <a:cubicBezTo>
                  <a:pt x="589" y="236"/>
                  <a:pt x="589" y="236"/>
                  <a:pt x="589" y="236"/>
                </a:cubicBezTo>
                <a:cubicBezTo>
                  <a:pt x="591" y="236"/>
                  <a:pt x="591" y="236"/>
                  <a:pt x="591" y="236"/>
                </a:cubicBezTo>
                <a:cubicBezTo>
                  <a:pt x="591" y="236"/>
                  <a:pt x="591" y="236"/>
                  <a:pt x="591" y="236"/>
                </a:cubicBezTo>
                <a:cubicBezTo>
                  <a:pt x="591" y="238"/>
                  <a:pt x="591" y="238"/>
                  <a:pt x="591" y="238"/>
                </a:cubicBezTo>
                <a:cubicBezTo>
                  <a:pt x="591" y="238"/>
                  <a:pt x="591" y="238"/>
                  <a:pt x="591" y="238"/>
                </a:cubicBezTo>
                <a:cubicBezTo>
                  <a:pt x="591" y="238"/>
                  <a:pt x="591" y="238"/>
                  <a:pt x="591" y="238"/>
                </a:cubicBezTo>
                <a:cubicBezTo>
                  <a:pt x="591" y="238"/>
                  <a:pt x="591" y="238"/>
                  <a:pt x="591" y="238"/>
                </a:cubicBezTo>
                <a:cubicBezTo>
                  <a:pt x="587" y="242"/>
                  <a:pt x="587" y="242"/>
                  <a:pt x="587" y="242"/>
                </a:cubicBezTo>
                <a:cubicBezTo>
                  <a:pt x="587" y="242"/>
                  <a:pt x="587" y="242"/>
                  <a:pt x="587" y="242"/>
                </a:cubicBezTo>
                <a:cubicBezTo>
                  <a:pt x="586" y="244"/>
                  <a:pt x="586" y="244"/>
                  <a:pt x="586" y="244"/>
                </a:cubicBezTo>
                <a:cubicBezTo>
                  <a:pt x="586" y="244"/>
                  <a:pt x="586" y="244"/>
                  <a:pt x="586" y="244"/>
                </a:cubicBezTo>
                <a:cubicBezTo>
                  <a:pt x="583" y="247"/>
                  <a:pt x="583" y="247"/>
                  <a:pt x="583" y="247"/>
                </a:cubicBezTo>
                <a:cubicBezTo>
                  <a:pt x="583" y="247"/>
                  <a:pt x="583" y="247"/>
                  <a:pt x="583" y="247"/>
                </a:cubicBezTo>
                <a:cubicBezTo>
                  <a:pt x="582" y="250"/>
                  <a:pt x="582" y="250"/>
                  <a:pt x="582" y="250"/>
                </a:cubicBezTo>
                <a:cubicBezTo>
                  <a:pt x="582" y="250"/>
                  <a:pt x="582" y="250"/>
                  <a:pt x="582" y="250"/>
                </a:cubicBezTo>
                <a:cubicBezTo>
                  <a:pt x="580" y="253"/>
                  <a:pt x="580" y="253"/>
                  <a:pt x="580" y="253"/>
                </a:cubicBezTo>
                <a:cubicBezTo>
                  <a:pt x="580" y="253"/>
                  <a:pt x="580" y="253"/>
                  <a:pt x="580" y="253"/>
                </a:cubicBezTo>
                <a:cubicBezTo>
                  <a:pt x="578" y="255"/>
                  <a:pt x="578" y="255"/>
                  <a:pt x="578" y="255"/>
                </a:cubicBezTo>
                <a:cubicBezTo>
                  <a:pt x="578" y="255"/>
                  <a:pt x="578" y="255"/>
                  <a:pt x="578" y="255"/>
                </a:cubicBezTo>
                <a:cubicBezTo>
                  <a:pt x="575" y="256"/>
                  <a:pt x="575" y="256"/>
                  <a:pt x="575" y="256"/>
                </a:cubicBezTo>
                <a:cubicBezTo>
                  <a:pt x="575" y="256"/>
                  <a:pt x="575" y="256"/>
                  <a:pt x="575" y="256"/>
                </a:cubicBezTo>
                <a:cubicBezTo>
                  <a:pt x="573" y="256"/>
                  <a:pt x="573" y="256"/>
                  <a:pt x="573" y="256"/>
                </a:cubicBezTo>
                <a:cubicBezTo>
                  <a:pt x="573" y="256"/>
                  <a:pt x="573" y="256"/>
                  <a:pt x="573" y="256"/>
                </a:cubicBezTo>
                <a:cubicBezTo>
                  <a:pt x="569" y="255"/>
                  <a:pt x="569" y="255"/>
                  <a:pt x="569" y="255"/>
                </a:cubicBezTo>
                <a:cubicBezTo>
                  <a:pt x="569" y="255"/>
                  <a:pt x="569" y="255"/>
                  <a:pt x="569" y="255"/>
                </a:cubicBezTo>
                <a:cubicBezTo>
                  <a:pt x="571" y="227"/>
                  <a:pt x="571" y="227"/>
                  <a:pt x="571" y="227"/>
                </a:cubicBezTo>
                <a:cubicBezTo>
                  <a:pt x="571" y="227"/>
                  <a:pt x="571" y="227"/>
                  <a:pt x="571" y="227"/>
                </a:cubicBezTo>
                <a:cubicBezTo>
                  <a:pt x="593" y="205"/>
                  <a:pt x="593" y="205"/>
                  <a:pt x="593" y="205"/>
                </a:cubicBezTo>
                <a:cubicBezTo>
                  <a:pt x="593" y="205"/>
                  <a:pt x="593" y="205"/>
                  <a:pt x="593" y="205"/>
                </a:cubicBezTo>
                <a:cubicBezTo>
                  <a:pt x="619" y="183"/>
                  <a:pt x="619" y="183"/>
                  <a:pt x="619" y="183"/>
                </a:cubicBezTo>
                <a:cubicBezTo>
                  <a:pt x="619" y="183"/>
                  <a:pt x="619" y="183"/>
                  <a:pt x="619" y="183"/>
                </a:cubicBezTo>
                <a:cubicBezTo>
                  <a:pt x="647" y="156"/>
                  <a:pt x="647" y="156"/>
                  <a:pt x="647" y="156"/>
                </a:cubicBezTo>
                <a:cubicBezTo>
                  <a:pt x="647" y="156"/>
                  <a:pt x="647" y="156"/>
                  <a:pt x="647" y="156"/>
                </a:cubicBezTo>
                <a:cubicBezTo>
                  <a:pt x="646" y="153"/>
                  <a:pt x="646" y="153"/>
                  <a:pt x="646" y="153"/>
                </a:cubicBezTo>
                <a:cubicBezTo>
                  <a:pt x="646" y="153"/>
                  <a:pt x="646" y="153"/>
                  <a:pt x="646" y="153"/>
                </a:cubicBezTo>
                <a:cubicBezTo>
                  <a:pt x="646" y="150"/>
                  <a:pt x="646" y="150"/>
                  <a:pt x="646" y="150"/>
                </a:cubicBezTo>
                <a:cubicBezTo>
                  <a:pt x="646" y="150"/>
                  <a:pt x="646" y="150"/>
                  <a:pt x="646" y="150"/>
                </a:cubicBezTo>
                <a:cubicBezTo>
                  <a:pt x="645" y="147"/>
                  <a:pt x="645" y="147"/>
                  <a:pt x="645" y="147"/>
                </a:cubicBezTo>
                <a:cubicBezTo>
                  <a:pt x="645" y="147"/>
                  <a:pt x="645" y="147"/>
                  <a:pt x="645" y="147"/>
                </a:cubicBezTo>
                <a:cubicBezTo>
                  <a:pt x="645" y="143"/>
                  <a:pt x="645" y="143"/>
                  <a:pt x="645" y="143"/>
                </a:cubicBezTo>
                <a:cubicBezTo>
                  <a:pt x="645" y="143"/>
                  <a:pt x="645" y="143"/>
                  <a:pt x="645" y="143"/>
                </a:cubicBezTo>
                <a:cubicBezTo>
                  <a:pt x="643" y="142"/>
                  <a:pt x="643" y="142"/>
                  <a:pt x="643" y="142"/>
                </a:cubicBezTo>
                <a:cubicBezTo>
                  <a:pt x="643" y="142"/>
                  <a:pt x="643" y="142"/>
                  <a:pt x="643" y="142"/>
                </a:cubicBezTo>
                <a:cubicBezTo>
                  <a:pt x="641" y="139"/>
                  <a:pt x="641" y="139"/>
                  <a:pt x="641" y="139"/>
                </a:cubicBezTo>
                <a:cubicBezTo>
                  <a:pt x="641" y="139"/>
                  <a:pt x="641" y="139"/>
                  <a:pt x="641" y="139"/>
                </a:cubicBezTo>
                <a:cubicBezTo>
                  <a:pt x="639" y="137"/>
                  <a:pt x="639" y="137"/>
                  <a:pt x="639" y="137"/>
                </a:cubicBezTo>
                <a:cubicBezTo>
                  <a:pt x="639" y="137"/>
                  <a:pt x="639" y="137"/>
                  <a:pt x="639" y="137"/>
                </a:cubicBezTo>
                <a:cubicBezTo>
                  <a:pt x="637" y="135"/>
                  <a:pt x="637" y="135"/>
                  <a:pt x="637" y="135"/>
                </a:cubicBezTo>
                <a:cubicBezTo>
                  <a:pt x="637" y="135"/>
                  <a:pt x="637" y="135"/>
                  <a:pt x="637" y="135"/>
                </a:cubicBezTo>
                <a:cubicBezTo>
                  <a:pt x="627" y="134"/>
                  <a:pt x="627" y="134"/>
                  <a:pt x="627" y="134"/>
                </a:cubicBezTo>
                <a:cubicBezTo>
                  <a:pt x="627" y="134"/>
                  <a:pt x="627" y="134"/>
                  <a:pt x="627" y="134"/>
                </a:cubicBezTo>
                <a:cubicBezTo>
                  <a:pt x="620" y="134"/>
                  <a:pt x="620" y="134"/>
                  <a:pt x="620" y="134"/>
                </a:cubicBezTo>
                <a:cubicBezTo>
                  <a:pt x="620" y="134"/>
                  <a:pt x="620" y="134"/>
                  <a:pt x="620" y="134"/>
                </a:cubicBezTo>
                <a:cubicBezTo>
                  <a:pt x="614" y="138"/>
                  <a:pt x="614" y="138"/>
                  <a:pt x="614" y="138"/>
                </a:cubicBezTo>
                <a:cubicBezTo>
                  <a:pt x="614" y="138"/>
                  <a:pt x="614" y="138"/>
                  <a:pt x="614" y="138"/>
                </a:cubicBezTo>
                <a:cubicBezTo>
                  <a:pt x="607" y="142"/>
                  <a:pt x="607" y="142"/>
                  <a:pt x="607" y="142"/>
                </a:cubicBezTo>
                <a:cubicBezTo>
                  <a:pt x="607" y="142"/>
                  <a:pt x="607" y="142"/>
                  <a:pt x="607" y="142"/>
                </a:cubicBezTo>
                <a:cubicBezTo>
                  <a:pt x="601" y="146"/>
                  <a:pt x="601" y="146"/>
                  <a:pt x="601" y="146"/>
                </a:cubicBezTo>
                <a:cubicBezTo>
                  <a:pt x="601" y="146"/>
                  <a:pt x="601" y="146"/>
                  <a:pt x="601" y="146"/>
                </a:cubicBezTo>
                <a:cubicBezTo>
                  <a:pt x="596" y="151"/>
                  <a:pt x="596" y="151"/>
                  <a:pt x="596" y="151"/>
                </a:cubicBezTo>
                <a:cubicBezTo>
                  <a:pt x="596" y="151"/>
                  <a:pt x="596" y="151"/>
                  <a:pt x="596" y="151"/>
                </a:cubicBezTo>
                <a:cubicBezTo>
                  <a:pt x="589" y="156"/>
                  <a:pt x="589" y="156"/>
                  <a:pt x="589" y="156"/>
                </a:cubicBezTo>
                <a:cubicBezTo>
                  <a:pt x="589" y="156"/>
                  <a:pt x="589" y="156"/>
                  <a:pt x="589" y="156"/>
                </a:cubicBezTo>
                <a:cubicBezTo>
                  <a:pt x="583" y="157"/>
                  <a:pt x="583" y="157"/>
                  <a:pt x="583" y="157"/>
                </a:cubicBezTo>
                <a:cubicBezTo>
                  <a:pt x="583" y="157"/>
                  <a:pt x="583" y="157"/>
                  <a:pt x="583" y="157"/>
                </a:cubicBezTo>
                <a:cubicBezTo>
                  <a:pt x="580" y="157"/>
                  <a:pt x="580" y="157"/>
                  <a:pt x="580" y="157"/>
                </a:cubicBezTo>
                <a:cubicBezTo>
                  <a:pt x="580" y="157"/>
                  <a:pt x="580" y="157"/>
                  <a:pt x="580" y="157"/>
                </a:cubicBezTo>
                <a:cubicBezTo>
                  <a:pt x="580" y="154"/>
                  <a:pt x="580" y="154"/>
                  <a:pt x="580" y="154"/>
                </a:cubicBezTo>
                <a:cubicBezTo>
                  <a:pt x="580" y="154"/>
                  <a:pt x="580" y="154"/>
                  <a:pt x="580" y="154"/>
                </a:cubicBezTo>
                <a:cubicBezTo>
                  <a:pt x="579" y="152"/>
                  <a:pt x="579" y="152"/>
                  <a:pt x="579" y="152"/>
                </a:cubicBezTo>
                <a:cubicBezTo>
                  <a:pt x="579" y="152"/>
                  <a:pt x="579" y="152"/>
                  <a:pt x="579" y="152"/>
                </a:cubicBezTo>
                <a:cubicBezTo>
                  <a:pt x="580" y="149"/>
                  <a:pt x="580" y="149"/>
                  <a:pt x="580" y="149"/>
                </a:cubicBezTo>
                <a:cubicBezTo>
                  <a:pt x="580" y="149"/>
                  <a:pt x="580" y="149"/>
                  <a:pt x="580" y="149"/>
                </a:cubicBezTo>
                <a:cubicBezTo>
                  <a:pt x="580" y="147"/>
                  <a:pt x="580" y="147"/>
                  <a:pt x="580" y="147"/>
                </a:cubicBezTo>
                <a:cubicBezTo>
                  <a:pt x="580" y="147"/>
                  <a:pt x="580" y="147"/>
                  <a:pt x="580" y="147"/>
                </a:cubicBezTo>
                <a:cubicBezTo>
                  <a:pt x="580" y="145"/>
                  <a:pt x="580" y="145"/>
                  <a:pt x="580" y="145"/>
                </a:cubicBezTo>
                <a:cubicBezTo>
                  <a:pt x="580" y="145"/>
                  <a:pt x="580" y="145"/>
                  <a:pt x="580" y="145"/>
                </a:cubicBezTo>
                <a:cubicBezTo>
                  <a:pt x="581" y="143"/>
                  <a:pt x="581" y="143"/>
                  <a:pt x="581" y="143"/>
                </a:cubicBezTo>
                <a:cubicBezTo>
                  <a:pt x="581" y="143"/>
                  <a:pt x="581" y="143"/>
                  <a:pt x="581" y="143"/>
                </a:cubicBezTo>
                <a:cubicBezTo>
                  <a:pt x="583" y="141"/>
                  <a:pt x="583" y="141"/>
                  <a:pt x="583" y="141"/>
                </a:cubicBezTo>
                <a:cubicBezTo>
                  <a:pt x="583" y="141"/>
                  <a:pt x="583" y="141"/>
                  <a:pt x="583" y="141"/>
                </a:cubicBezTo>
                <a:cubicBezTo>
                  <a:pt x="623" y="107"/>
                  <a:pt x="623" y="107"/>
                  <a:pt x="623" y="107"/>
                </a:cubicBezTo>
                <a:cubicBezTo>
                  <a:pt x="623" y="107"/>
                  <a:pt x="623" y="107"/>
                  <a:pt x="623" y="107"/>
                </a:cubicBezTo>
                <a:cubicBezTo>
                  <a:pt x="625" y="107"/>
                  <a:pt x="625" y="107"/>
                  <a:pt x="625" y="107"/>
                </a:cubicBezTo>
                <a:cubicBezTo>
                  <a:pt x="625" y="107"/>
                  <a:pt x="625" y="107"/>
                  <a:pt x="625" y="107"/>
                </a:cubicBezTo>
                <a:cubicBezTo>
                  <a:pt x="627" y="106"/>
                  <a:pt x="627" y="106"/>
                  <a:pt x="627" y="106"/>
                </a:cubicBezTo>
                <a:cubicBezTo>
                  <a:pt x="627" y="106"/>
                  <a:pt x="627" y="106"/>
                  <a:pt x="627" y="106"/>
                </a:cubicBezTo>
                <a:cubicBezTo>
                  <a:pt x="629" y="106"/>
                  <a:pt x="629" y="106"/>
                  <a:pt x="629" y="106"/>
                </a:cubicBezTo>
                <a:cubicBezTo>
                  <a:pt x="629" y="106"/>
                  <a:pt x="629" y="106"/>
                  <a:pt x="629" y="106"/>
                </a:cubicBezTo>
                <a:cubicBezTo>
                  <a:pt x="631" y="105"/>
                  <a:pt x="631" y="105"/>
                  <a:pt x="631" y="105"/>
                </a:cubicBezTo>
                <a:cubicBezTo>
                  <a:pt x="631" y="105"/>
                  <a:pt x="631" y="105"/>
                  <a:pt x="631" y="105"/>
                </a:cubicBezTo>
                <a:cubicBezTo>
                  <a:pt x="634" y="105"/>
                  <a:pt x="634" y="105"/>
                  <a:pt x="634" y="105"/>
                </a:cubicBezTo>
                <a:cubicBezTo>
                  <a:pt x="634" y="105"/>
                  <a:pt x="634" y="105"/>
                  <a:pt x="634" y="105"/>
                </a:cubicBezTo>
                <a:cubicBezTo>
                  <a:pt x="636" y="104"/>
                  <a:pt x="636" y="104"/>
                  <a:pt x="636" y="104"/>
                </a:cubicBezTo>
                <a:cubicBezTo>
                  <a:pt x="636" y="104"/>
                  <a:pt x="636" y="104"/>
                  <a:pt x="636" y="104"/>
                </a:cubicBezTo>
                <a:cubicBezTo>
                  <a:pt x="638" y="104"/>
                  <a:pt x="638" y="104"/>
                  <a:pt x="638" y="104"/>
                </a:cubicBezTo>
                <a:cubicBezTo>
                  <a:pt x="638" y="104"/>
                  <a:pt x="638" y="104"/>
                  <a:pt x="638" y="104"/>
                </a:cubicBezTo>
                <a:cubicBezTo>
                  <a:pt x="641" y="103"/>
                  <a:pt x="641" y="103"/>
                  <a:pt x="641" y="103"/>
                </a:cubicBezTo>
                <a:cubicBezTo>
                  <a:pt x="641" y="103"/>
                  <a:pt x="641" y="103"/>
                  <a:pt x="641" y="103"/>
                </a:cubicBezTo>
                <a:cubicBezTo>
                  <a:pt x="642" y="100"/>
                  <a:pt x="642" y="100"/>
                  <a:pt x="642" y="100"/>
                </a:cubicBezTo>
                <a:cubicBezTo>
                  <a:pt x="642" y="100"/>
                  <a:pt x="642" y="100"/>
                  <a:pt x="642" y="100"/>
                </a:cubicBezTo>
                <a:cubicBezTo>
                  <a:pt x="640" y="99"/>
                  <a:pt x="640" y="99"/>
                  <a:pt x="640" y="99"/>
                </a:cubicBezTo>
                <a:cubicBezTo>
                  <a:pt x="640" y="99"/>
                  <a:pt x="640" y="99"/>
                  <a:pt x="640" y="99"/>
                </a:cubicBezTo>
                <a:cubicBezTo>
                  <a:pt x="639" y="99"/>
                  <a:pt x="639" y="99"/>
                  <a:pt x="639" y="99"/>
                </a:cubicBezTo>
                <a:cubicBezTo>
                  <a:pt x="639" y="99"/>
                  <a:pt x="639" y="99"/>
                  <a:pt x="639" y="99"/>
                </a:cubicBezTo>
                <a:cubicBezTo>
                  <a:pt x="638" y="98"/>
                  <a:pt x="638" y="98"/>
                  <a:pt x="638" y="98"/>
                </a:cubicBezTo>
                <a:cubicBezTo>
                  <a:pt x="638" y="98"/>
                  <a:pt x="638" y="98"/>
                  <a:pt x="638" y="98"/>
                </a:cubicBezTo>
                <a:cubicBezTo>
                  <a:pt x="637" y="97"/>
                  <a:pt x="637" y="97"/>
                  <a:pt x="637" y="97"/>
                </a:cubicBezTo>
                <a:cubicBezTo>
                  <a:pt x="637" y="97"/>
                  <a:pt x="637" y="97"/>
                  <a:pt x="637" y="97"/>
                </a:cubicBezTo>
                <a:cubicBezTo>
                  <a:pt x="635" y="96"/>
                  <a:pt x="635" y="96"/>
                  <a:pt x="635" y="96"/>
                </a:cubicBezTo>
                <a:cubicBezTo>
                  <a:pt x="635" y="96"/>
                  <a:pt x="635" y="96"/>
                  <a:pt x="635" y="96"/>
                </a:cubicBezTo>
                <a:cubicBezTo>
                  <a:pt x="634" y="95"/>
                  <a:pt x="634" y="95"/>
                  <a:pt x="634" y="95"/>
                </a:cubicBezTo>
                <a:cubicBezTo>
                  <a:pt x="634" y="95"/>
                  <a:pt x="634" y="95"/>
                  <a:pt x="634" y="95"/>
                </a:cubicBezTo>
                <a:cubicBezTo>
                  <a:pt x="633" y="94"/>
                  <a:pt x="633" y="94"/>
                  <a:pt x="633" y="94"/>
                </a:cubicBezTo>
                <a:cubicBezTo>
                  <a:pt x="633" y="94"/>
                  <a:pt x="633" y="94"/>
                  <a:pt x="633" y="94"/>
                </a:cubicBezTo>
                <a:cubicBezTo>
                  <a:pt x="631" y="92"/>
                  <a:pt x="631" y="92"/>
                  <a:pt x="631" y="92"/>
                </a:cubicBezTo>
                <a:cubicBezTo>
                  <a:pt x="631" y="92"/>
                  <a:pt x="631" y="92"/>
                  <a:pt x="631" y="92"/>
                </a:cubicBezTo>
                <a:cubicBezTo>
                  <a:pt x="587" y="110"/>
                  <a:pt x="587" y="110"/>
                  <a:pt x="587" y="110"/>
                </a:cubicBezTo>
                <a:cubicBezTo>
                  <a:pt x="587" y="110"/>
                  <a:pt x="587" y="110"/>
                  <a:pt x="587" y="110"/>
                </a:cubicBezTo>
                <a:cubicBezTo>
                  <a:pt x="583" y="106"/>
                  <a:pt x="583" y="106"/>
                  <a:pt x="583" y="106"/>
                </a:cubicBezTo>
                <a:cubicBezTo>
                  <a:pt x="583" y="106"/>
                  <a:pt x="583" y="106"/>
                  <a:pt x="583" y="106"/>
                </a:cubicBezTo>
                <a:cubicBezTo>
                  <a:pt x="584" y="104"/>
                  <a:pt x="584" y="104"/>
                  <a:pt x="584" y="104"/>
                </a:cubicBezTo>
                <a:cubicBezTo>
                  <a:pt x="584" y="104"/>
                  <a:pt x="584" y="104"/>
                  <a:pt x="584" y="104"/>
                </a:cubicBezTo>
                <a:cubicBezTo>
                  <a:pt x="585" y="102"/>
                  <a:pt x="585" y="102"/>
                  <a:pt x="585" y="102"/>
                </a:cubicBezTo>
                <a:cubicBezTo>
                  <a:pt x="585" y="102"/>
                  <a:pt x="585" y="102"/>
                  <a:pt x="585" y="102"/>
                </a:cubicBezTo>
                <a:cubicBezTo>
                  <a:pt x="585" y="99"/>
                  <a:pt x="585" y="99"/>
                  <a:pt x="585" y="99"/>
                </a:cubicBezTo>
                <a:cubicBezTo>
                  <a:pt x="585" y="99"/>
                  <a:pt x="585" y="99"/>
                  <a:pt x="585" y="99"/>
                </a:cubicBezTo>
                <a:cubicBezTo>
                  <a:pt x="586" y="97"/>
                  <a:pt x="586" y="97"/>
                  <a:pt x="586" y="97"/>
                </a:cubicBezTo>
                <a:cubicBezTo>
                  <a:pt x="586" y="97"/>
                  <a:pt x="586" y="97"/>
                  <a:pt x="586" y="97"/>
                </a:cubicBezTo>
                <a:cubicBezTo>
                  <a:pt x="586" y="95"/>
                  <a:pt x="586" y="95"/>
                  <a:pt x="586" y="95"/>
                </a:cubicBezTo>
                <a:cubicBezTo>
                  <a:pt x="586" y="95"/>
                  <a:pt x="586" y="95"/>
                  <a:pt x="586" y="95"/>
                </a:cubicBezTo>
                <a:cubicBezTo>
                  <a:pt x="586" y="92"/>
                  <a:pt x="586" y="92"/>
                  <a:pt x="586" y="92"/>
                </a:cubicBezTo>
                <a:cubicBezTo>
                  <a:pt x="586" y="92"/>
                  <a:pt x="586" y="92"/>
                  <a:pt x="586" y="92"/>
                </a:cubicBezTo>
                <a:cubicBezTo>
                  <a:pt x="586" y="89"/>
                  <a:pt x="586" y="89"/>
                  <a:pt x="586" y="89"/>
                </a:cubicBezTo>
                <a:cubicBezTo>
                  <a:pt x="586" y="89"/>
                  <a:pt x="586" y="89"/>
                  <a:pt x="586" y="89"/>
                </a:cubicBezTo>
                <a:cubicBezTo>
                  <a:pt x="587" y="86"/>
                  <a:pt x="587" y="86"/>
                  <a:pt x="587" y="86"/>
                </a:cubicBezTo>
                <a:cubicBezTo>
                  <a:pt x="587" y="86"/>
                  <a:pt x="587" y="86"/>
                  <a:pt x="587" y="86"/>
                </a:cubicBezTo>
                <a:cubicBezTo>
                  <a:pt x="587" y="82"/>
                  <a:pt x="587" y="82"/>
                  <a:pt x="587" y="82"/>
                </a:cubicBezTo>
                <a:cubicBezTo>
                  <a:pt x="587" y="82"/>
                  <a:pt x="587" y="82"/>
                  <a:pt x="587" y="82"/>
                </a:cubicBezTo>
                <a:cubicBezTo>
                  <a:pt x="589" y="76"/>
                  <a:pt x="589" y="76"/>
                  <a:pt x="589" y="76"/>
                </a:cubicBezTo>
                <a:cubicBezTo>
                  <a:pt x="589" y="76"/>
                  <a:pt x="589" y="76"/>
                  <a:pt x="589" y="76"/>
                </a:cubicBezTo>
                <a:cubicBezTo>
                  <a:pt x="592" y="71"/>
                  <a:pt x="592" y="71"/>
                  <a:pt x="592" y="71"/>
                </a:cubicBezTo>
                <a:cubicBezTo>
                  <a:pt x="592" y="71"/>
                  <a:pt x="592" y="71"/>
                  <a:pt x="592" y="71"/>
                </a:cubicBezTo>
                <a:cubicBezTo>
                  <a:pt x="593" y="64"/>
                  <a:pt x="593" y="64"/>
                  <a:pt x="593" y="64"/>
                </a:cubicBezTo>
                <a:cubicBezTo>
                  <a:pt x="593" y="64"/>
                  <a:pt x="593" y="64"/>
                  <a:pt x="593" y="64"/>
                </a:cubicBezTo>
                <a:cubicBezTo>
                  <a:pt x="593" y="59"/>
                  <a:pt x="593" y="59"/>
                  <a:pt x="593" y="59"/>
                </a:cubicBezTo>
                <a:cubicBezTo>
                  <a:pt x="593" y="59"/>
                  <a:pt x="593" y="59"/>
                  <a:pt x="593" y="59"/>
                </a:cubicBezTo>
                <a:cubicBezTo>
                  <a:pt x="595" y="52"/>
                  <a:pt x="595" y="52"/>
                  <a:pt x="595" y="52"/>
                </a:cubicBezTo>
                <a:cubicBezTo>
                  <a:pt x="595" y="52"/>
                  <a:pt x="595" y="52"/>
                  <a:pt x="595" y="52"/>
                </a:cubicBezTo>
                <a:cubicBezTo>
                  <a:pt x="595" y="47"/>
                  <a:pt x="595" y="47"/>
                  <a:pt x="595" y="47"/>
                </a:cubicBezTo>
                <a:cubicBezTo>
                  <a:pt x="595" y="47"/>
                  <a:pt x="595" y="47"/>
                  <a:pt x="595" y="47"/>
                </a:cubicBezTo>
                <a:cubicBezTo>
                  <a:pt x="593" y="40"/>
                  <a:pt x="593" y="40"/>
                  <a:pt x="593" y="40"/>
                </a:cubicBezTo>
                <a:cubicBezTo>
                  <a:pt x="593" y="40"/>
                  <a:pt x="593" y="40"/>
                  <a:pt x="593" y="40"/>
                </a:cubicBezTo>
                <a:cubicBezTo>
                  <a:pt x="566" y="20"/>
                  <a:pt x="566" y="20"/>
                  <a:pt x="566" y="20"/>
                </a:cubicBezTo>
                <a:cubicBezTo>
                  <a:pt x="561" y="19"/>
                  <a:pt x="561" y="19"/>
                  <a:pt x="561" y="19"/>
                </a:cubicBezTo>
                <a:cubicBezTo>
                  <a:pt x="562" y="33"/>
                  <a:pt x="562" y="33"/>
                  <a:pt x="562" y="33"/>
                </a:cubicBezTo>
                <a:cubicBezTo>
                  <a:pt x="562" y="33"/>
                  <a:pt x="562" y="33"/>
                  <a:pt x="562" y="33"/>
                </a:cubicBezTo>
                <a:cubicBezTo>
                  <a:pt x="564" y="45"/>
                  <a:pt x="564" y="45"/>
                  <a:pt x="564" y="45"/>
                </a:cubicBezTo>
                <a:cubicBezTo>
                  <a:pt x="564" y="45"/>
                  <a:pt x="564" y="45"/>
                  <a:pt x="564" y="45"/>
                </a:cubicBezTo>
                <a:cubicBezTo>
                  <a:pt x="565" y="58"/>
                  <a:pt x="565" y="58"/>
                  <a:pt x="565" y="58"/>
                </a:cubicBezTo>
                <a:cubicBezTo>
                  <a:pt x="565" y="58"/>
                  <a:pt x="565" y="58"/>
                  <a:pt x="565" y="58"/>
                </a:cubicBezTo>
                <a:cubicBezTo>
                  <a:pt x="567" y="70"/>
                  <a:pt x="567" y="70"/>
                  <a:pt x="567" y="70"/>
                </a:cubicBezTo>
                <a:cubicBezTo>
                  <a:pt x="567" y="70"/>
                  <a:pt x="567" y="70"/>
                  <a:pt x="567" y="70"/>
                </a:cubicBezTo>
                <a:cubicBezTo>
                  <a:pt x="567" y="83"/>
                  <a:pt x="567" y="83"/>
                  <a:pt x="567" y="83"/>
                </a:cubicBezTo>
                <a:cubicBezTo>
                  <a:pt x="567" y="83"/>
                  <a:pt x="567" y="83"/>
                  <a:pt x="567" y="83"/>
                </a:cubicBezTo>
                <a:cubicBezTo>
                  <a:pt x="567" y="96"/>
                  <a:pt x="567" y="96"/>
                  <a:pt x="567" y="96"/>
                </a:cubicBezTo>
                <a:cubicBezTo>
                  <a:pt x="567" y="96"/>
                  <a:pt x="567" y="96"/>
                  <a:pt x="567" y="96"/>
                </a:cubicBezTo>
                <a:cubicBezTo>
                  <a:pt x="565" y="109"/>
                  <a:pt x="565" y="109"/>
                  <a:pt x="565" y="109"/>
                </a:cubicBezTo>
                <a:cubicBezTo>
                  <a:pt x="565" y="109"/>
                  <a:pt x="565" y="109"/>
                  <a:pt x="565" y="109"/>
                </a:cubicBezTo>
                <a:cubicBezTo>
                  <a:pt x="564" y="120"/>
                  <a:pt x="564" y="120"/>
                  <a:pt x="564" y="120"/>
                </a:cubicBezTo>
                <a:cubicBezTo>
                  <a:pt x="564" y="120"/>
                  <a:pt x="564" y="120"/>
                  <a:pt x="564" y="120"/>
                </a:cubicBezTo>
                <a:cubicBezTo>
                  <a:pt x="501" y="146"/>
                  <a:pt x="501" y="146"/>
                  <a:pt x="501" y="146"/>
                </a:cubicBezTo>
                <a:cubicBezTo>
                  <a:pt x="501" y="146"/>
                  <a:pt x="501" y="146"/>
                  <a:pt x="501" y="146"/>
                </a:cubicBezTo>
                <a:cubicBezTo>
                  <a:pt x="466" y="159"/>
                  <a:pt x="466" y="159"/>
                  <a:pt x="466" y="159"/>
                </a:cubicBezTo>
                <a:cubicBezTo>
                  <a:pt x="466" y="159"/>
                  <a:pt x="466" y="159"/>
                  <a:pt x="466" y="159"/>
                </a:cubicBezTo>
                <a:cubicBezTo>
                  <a:pt x="467" y="163"/>
                  <a:pt x="467" y="163"/>
                  <a:pt x="467" y="163"/>
                </a:cubicBezTo>
                <a:cubicBezTo>
                  <a:pt x="467" y="163"/>
                  <a:pt x="467" y="163"/>
                  <a:pt x="467" y="163"/>
                </a:cubicBezTo>
                <a:cubicBezTo>
                  <a:pt x="471" y="165"/>
                  <a:pt x="471" y="165"/>
                  <a:pt x="471" y="165"/>
                </a:cubicBezTo>
                <a:cubicBezTo>
                  <a:pt x="471" y="165"/>
                  <a:pt x="471" y="165"/>
                  <a:pt x="471" y="165"/>
                </a:cubicBezTo>
                <a:cubicBezTo>
                  <a:pt x="474" y="167"/>
                  <a:pt x="474" y="167"/>
                  <a:pt x="474" y="167"/>
                </a:cubicBezTo>
                <a:cubicBezTo>
                  <a:pt x="474" y="167"/>
                  <a:pt x="474" y="167"/>
                  <a:pt x="474" y="167"/>
                </a:cubicBezTo>
                <a:cubicBezTo>
                  <a:pt x="478" y="168"/>
                  <a:pt x="478" y="168"/>
                  <a:pt x="478" y="168"/>
                </a:cubicBezTo>
                <a:cubicBezTo>
                  <a:pt x="478" y="168"/>
                  <a:pt x="478" y="168"/>
                  <a:pt x="478" y="168"/>
                </a:cubicBezTo>
                <a:cubicBezTo>
                  <a:pt x="481" y="169"/>
                  <a:pt x="481" y="169"/>
                  <a:pt x="481" y="169"/>
                </a:cubicBezTo>
                <a:cubicBezTo>
                  <a:pt x="481" y="169"/>
                  <a:pt x="481" y="169"/>
                  <a:pt x="481" y="169"/>
                </a:cubicBezTo>
                <a:cubicBezTo>
                  <a:pt x="485" y="169"/>
                  <a:pt x="485" y="169"/>
                  <a:pt x="485" y="169"/>
                </a:cubicBezTo>
                <a:cubicBezTo>
                  <a:pt x="485" y="169"/>
                  <a:pt x="485" y="169"/>
                  <a:pt x="485" y="169"/>
                </a:cubicBezTo>
                <a:cubicBezTo>
                  <a:pt x="489" y="170"/>
                  <a:pt x="489" y="170"/>
                  <a:pt x="489" y="170"/>
                </a:cubicBezTo>
                <a:cubicBezTo>
                  <a:pt x="489" y="170"/>
                  <a:pt x="489" y="170"/>
                  <a:pt x="489" y="170"/>
                </a:cubicBezTo>
                <a:cubicBezTo>
                  <a:pt x="493" y="170"/>
                  <a:pt x="493" y="170"/>
                  <a:pt x="493" y="170"/>
                </a:cubicBezTo>
                <a:cubicBezTo>
                  <a:pt x="493" y="170"/>
                  <a:pt x="493" y="170"/>
                  <a:pt x="493" y="170"/>
                </a:cubicBezTo>
                <a:cubicBezTo>
                  <a:pt x="499" y="171"/>
                  <a:pt x="499" y="171"/>
                  <a:pt x="499" y="171"/>
                </a:cubicBezTo>
                <a:cubicBezTo>
                  <a:pt x="499" y="171"/>
                  <a:pt x="499" y="171"/>
                  <a:pt x="499" y="171"/>
                </a:cubicBezTo>
                <a:cubicBezTo>
                  <a:pt x="506" y="170"/>
                  <a:pt x="506" y="170"/>
                  <a:pt x="506" y="170"/>
                </a:cubicBezTo>
                <a:cubicBezTo>
                  <a:pt x="506" y="170"/>
                  <a:pt x="506" y="170"/>
                  <a:pt x="506" y="170"/>
                </a:cubicBezTo>
                <a:cubicBezTo>
                  <a:pt x="513" y="168"/>
                  <a:pt x="513" y="168"/>
                  <a:pt x="513" y="168"/>
                </a:cubicBezTo>
                <a:cubicBezTo>
                  <a:pt x="513" y="168"/>
                  <a:pt x="513" y="168"/>
                  <a:pt x="513" y="168"/>
                </a:cubicBezTo>
                <a:cubicBezTo>
                  <a:pt x="519" y="164"/>
                  <a:pt x="519" y="164"/>
                  <a:pt x="519" y="164"/>
                </a:cubicBezTo>
                <a:cubicBezTo>
                  <a:pt x="519" y="164"/>
                  <a:pt x="519" y="164"/>
                  <a:pt x="519" y="164"/>
                </a:cubicBezTo>
                <a:cubicBezTo>
                  <a:pt x="523" y="161"/>
                  <a:pt x="523" y="161"/>
                  <a:pt x="523" y="161"/>
                </a:cubicBezTo>
                <a:cubicBezTo>
                  <a:pt x="523" y="161"/>
                  <a:pt x="523" y="161"/>
                  <a:pt x="523" y="161"/>
                </a:cubicBezTo>
                <a:cubicBezTo>
                  <a:pt x="528" y="157"/>
                  <a:pt x="528" y="157"/>
                  <a:pt x="528" y="157"/>
                </a:cubicBezTo>
                <a:cubicBezTo>
                  <a:pt x="528" y="157"/>
                  <a:pt x="528" y="157"/>
                  <a:pt x="528" y="157"/>
                </a:cubicBezTo>
                <a:cubicBezTo>
                  <a:pt x="534" y="154"/>
                  <a:pt x="534" y="154"/>
                  <a:pt x="534" y="154"/>
                </a:cubicBezTo>
                <a:cubicBezTo>
                  <a:pt x="534" y="154"/>
                  <a:pt x="534" y="154"/>
                  <a:pt x="534" y="154"/>
                </a:cubicBezTo>
                <a:cubicBezTo>
                  <a:pt x="539" y="149"/>
                  <a:pt x="539" y="149"/>
                  <a:pt x="539" y="149"/>
                </a:cubicBezTo>
                <a:cubicBezTo>
                  <a:pt x="539" y="149"/>
                  <a:pt x="539" y="149"/>
                  <a:pt x="539" y="149"/>
                </a:cubicBezTo>
                <a:cubicBezTo>
                  <a:pt x="563" y="131"/>
                  <a:pt x="563" y="131"/>
                  <a:pt x="563" y="131"/>
                </a:cubicBezTo>
                <a:cubicBezTo>
                  <a:pt x="563" y="131"/>
                  <a:pt x="563" y="131"/>
                  <a:pt x="563" y="131"/>
                </a:cubicBezTo>
                <a:cubicBezTo>
                  <a:pt x="566" y="133"/>
                  <a:pt x="566" y="133"/>
                  <a:pt x="566" y="133"/>
                </a:cubicBezTo>
                <a:cubicBezTo>
                  <a:pt x="566" y="133"/>
                  <a:pt x="566" y="133"/>
                  <a:pt x="566" y="133"/>
                </a:cubicBezTo>
                <a:cubicBezTo>
                  <a:pt x="566" y="136"/>
                  <a:pt x="566" y="136"/>
                  <a:pt x="566" y="136"/>
                </a:cubicBezTo>
                <a:cubicBezTo>
                  <a:pt x="566" y="136"/>
                  <a:pt x="566" y="136"/>
                  <a:pt x="566" y="136"/>
                </a:cubicBezTo>
                <a:cubicBezTo>
                  <a:pt x="566" y="139"/>
                  <a:pt x="566" y="139"/>
                  <a:pt x="566" y="139"/>
                </a:cubicBezTo>
                <a:cubicBezTo>
                  <a:pt x="566" y="139"/>
                  <a:pt x="566" y="139"/>
                  <a:pt x="566" y="139"/>
                </a:cubicBezTo>
                <a:cubicBezTo>
                  <a:pt x="566" y="142"/>
                  <a:pt x="566" y="142"/>
                  <a:pt x="566" y="142"/>
                </a:cubicBezTo>
                <a:cubicBezTo>
                  <a:pt x="566" y="142"/>
                  <a:pt x="566" y="142"/>
                  <a:pt x="566" y="142"/>
                </a:cubicBezTo>
                <a:cubicBezTo>
                  <a:pt x="566" y="143"/>
                  <a:pt x="566" y="143"/>
                  <a:pt x="566" y="143"/>
                </a:cubicBezTo>
                <a:cubicBezTo>
                  <a:pt x="566" y="143"/>
                  <a:pt x="566" y="143"/>
                  <a:pt x="566" y="143"/>
                </a:cubicBezTo>
                <a:cubicBezTo>
                  <a:pt x="565" y="146"/>
                  <a:pt x="565" y="146"/>
                  <a:pt x="565" y="146"/>
                </a:cubicBezTo>
                <a:cubicBezTo>
                  <a:pt x="565" y="146"/>
                  <a:pt x="565" y="146"/>
                  <a:pt x="565" y="146"/>
                </a:cubicBezTo>
                <a:cubicBezTo>
                  <a:pt x="564" y="148"/>
                  <a:pt x="564" y="148"/>
                  <a:pt x="564" y="148"/>
                </a:cubicBezTo>
                <a:cubicBezTo>
                  <a:pt x="564" y="148"/>
                  <a:pt x="564" y="148"/>
                  <a:pt x="564" y="148"/>
                </a:cubicBezTo>
                <a:cubicBezTo>
                  <a:pt x="564" y="150"/>
                  <a:pt x="564" y="150"/>
                  <a:pt x="564" y="150"/>
                </a:cubicBezTo>
                <a:cubicBezTo>
                  <a:pt x="564" y="150"/>
                  <a:pt x="564" y="150"/>
                  <a:pt x="564" y="150"/>
                </a:cubicBezTo>
                <a:cubicBezTo>
                  <a:pt x="564" y="152"/>
                  <a:pt x="564" y="152"/>
                  <a:pt x="564" y="152"/>
                </a:cubicBezTo>
                <a:cubicBezTo>
                  <a:pt x="564" y="152"/>
                  <a:pt x="564" y="152"/>
                  <a:pt x="564" y="152"/>
                </a:cubicBezTo>
                <a:cubicBezTo>
                  <a:pt x="538" y="171"/>
                  <a:pt x="538" y="171"/>
                  <a:pt x="538" y="171"/>
                </a:cubicBezTo>
                <a:cubicBezTo>
                  <a:pt x="538" y="171"/>
                  <a:pt x="538" y="171"/>
                  <a:pt x="538" y="171"/>
                </a:cubicBezTo>
                <a:cubicBezTo>
                  <a:pt x="562" y="163"/>
                  <a:pt x="562" y="163"/>
                  <a:pt x="562" y="163"/>
                </a:cubicBezTo>
                <a:cubicBezTo>
                  <a:pt x="562" y="163"/>
                  <a:pt x="562" y="163"/>
                  <a:pt x="562" y="163"/>
                </a:cubicBezTo>
                <a:cubicBezTo>
                  <a:pt x="565" y="166"/>
                  <a:pt x="565" y="166"/>
                  <a:pt x="565" y="166"/>
                </a:cubicBezTo>
                <a:cubicBezTo>
                  <a:pt x="565" y="166"/>
                  <a:pt x="565" y="166"/>
                  <a:pt x="565" y="166"/>
                </a:cubicBezTo>
                <a:cubicBezTo>
                  <a:pt x="564" y="169"/>
                  <a:pt x="564" y="169"/>
                  <a:pt x="564" y="169"/>
                </a:cubicBezTo>
                <a:cubicBezTo>
                  <a:pt x="564" y="169"/>
                  <a:pt x="564" y="169"/>
                  <a:pt x="564" y="169"/>
                </a:cubicBezTo>
                <a:cubicBezTo>
                  <a:pt x="564" y="171"/>
                  <a:pt x="564" y="171"/>
                  <a:pt x="564" y="171"/>
                </a:cubicBezTo>
                <a:cubicBezTo>
                  <a:pt x="564" y="171"/>
                  <a:pt x="564" y="171"/>
                  <a:pt x="564" y="171"/>
                </a:cubicBezTo>
                <a:cubicBezTo>
                  <a:pt x="563" y="174"/>
                  <a:pt x="563" y="174"/>
                  <a:pt x="563" y="174"/>
                </a:cubicBezTo>
                <a:cubicBezTo>
                  <a:pt x="563" y="174"/>
                  <a:pt x="563" y="174"/>
                  <a:pt x="563" y="174"/>
                </a:cubicBezTo>
                <a:cubicBezTo>
                  <a:pt x="563" y="176"/>
                  <a:pt x="563" y="176"/>
                  <a:pt x="563" y="176"/>
                </a:cubicBezTo>
                <a:cubicBezTo>
                  <a:pt x="563" y="176"/>
                  <a:pt x="563" y="176"/>
                  <a:pt x="563" y="176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60" y="180"/>
                  <a:pt x="560" y="180"/>
                  <a:pt x="560" y="180"/>
                </a:cubicBezTo>
                <a:cubicBezTo>
                  <a:pt x="560" y="180"/>
                  <a:pt x="560" y="180"/>
                  <a:pt x="560" y="180"/>
                </a:cubicBezTo>
                <a:cubicBezTo>
                  <a:pt x="558" y="182"/>
                  <a:pt x="558" y="182"/>
                  <a:pt x="558" y="182"/>
                </a:cubicBezTo>
                <a:cubicBezTo>
                  <a:pt x="558" y="182"/>
                  <a:pt x="558" y="182"/>
                  <a:pt x="558" y="182"/>
                </a:cubicBezTo>
                <a:cubicBezTo>
                  <a:pt x="556" y="182"/>
                  <a:pt x="556" y="182"/>
                  <a:pt x="556" y="182"/>
                </a:cubicBezTo>
                <a:cubicBezTo>
                  <a:pt x="556" y="182"/>
                  <a:pt x="556" y="182"/>
                  <a:pt x="556" y="182"/>
                </a:cubicBezTo>
                <a:cubicBezTo>
                  <a:pt x="539" y="198"/>
                  <a:pt x="539" y="198"/>
                  <a:pt x="539" y="198"/>
                </a:cubicBezTo>
                <a:cubicBezTo>
                  <a:pt x="539" y="198"/>
                  <a:pt x="539" y="198"/>
                  <a:pt x="539" y="198"/>
                </a:cubicBezTo>
                <a:cubicBezTo>
                  <a:pt x="535" y="201"/>
                  <a:pt x="535" y="201"/>
                  <a:pt x="535" y="201"/>
                </a:cubicBezTo>
                <a:cubicBezTo>
                  <a:pt x="535" y="201"/>
                  <a:pt x="535" y="201"/>
                  <a:pt x="535" y="201"/>
                </a:cubicBezTo>
                <a:cubicBezTo>
                  <a:pt x="532" y="205"/>
                  <a:pt x="532" y="205"/>
                  <a:pt x="532" y="205"/>
                </a:cubicBezTo>
                <a:cubicBezTo>
                  <a:pt x="532" y="205"/>
                  <a:pt x="532" y="205"/>
                  <a:pt x="532" y="205"/>
                </a:cubicBezTo>
                <a:cubicBezTo>
                  <a:pt x="527" y="209"/>
                  <a:pt x="527" y="209"/>
                  <a:pt x="527" y="209"/>
                </a:cubicBezTo>
                <a:cubicBezTo>
                  <a:pt x="527" y="209"/>
                  <a:pt x="527" y="209"/>
                  <a:pt x="527" y="209"/>
                </a:cubicBezTo>
                <a:cubicBezTo>
                  <a:pt x="524" y="213"/>
                  <a:pt x="524" y="213"/>
                  <a:pt x="524" y="213"/>
                </a:cubicBezTo>
                <a:cubicBezTo>
                  <a:pt x="524" y="213"/>
                  <a:pt x="524" y="213"/>
                  <a:pt x="524" y="213"/>
                </a:cubicBezTo>
                <a:cubicBezTo>
                  <a:pt x="520" y="216"/>
                  <a:pt x="520" y="216"/>
                  <a:pt x="520" y="216"/>
                </a:cubicBezTo>
                <a:cubicBezTo>
                  <a:pt x="520" y="216"/>
                  <a:pt x="520" y="216"/>
                  <a:pt x="520" y="216"/>
                </a:cubicBezTo>
                <a:cubicBezTo>
                  <a:pt x="517" y="219"/>
                  <a:pt x="517" y="219"/>
                  <a:pt x="517" y="219"/>
                </a:cubicBezTo>
                <a:cubicBezTo>
                  <a:pt x="517" y="219"/>
                  <a:pt x="517" y="219"/>
                  <a:pt x="517" y="219"/>
                </a:cubicBezTo>
                <a:cubicBezTo>
                  <a:pt x="513" y="221"/>
                  <a:pt x="513" y="221"/>
                  <a:pt x="513" y="221"/>
                </a:cubicBezTo>
                <a:cubicBezTo>
                  <a:pt x="513" y="221"/>
                  <a:pt x="513" y="221"/>
                  <a:pt x="513" y="221"/>
                </a:cubicBezTo>
                <a:cubicBezTo>
                  <a:pt x="509" y="221"/>
                  <a:pt x="509" y="221"/>
                  <a:pt x="509" y="221"/>
                </a:cubicBezTo>
                <a:cubicBezTo>
                  <a:pt x="509" y="221"/>
                  <a:pt x="509" y="221"/>
                  <a:pt x="509" y="221"/>
                </a:cubicBezTo>
                <a:cubicBezTo>
                  <a:pt x="507" y="219"/>
                  <a:pt x="507" y="219"/>
                  <a:pt x="507" y="219"/>
                </a:cubicBezTo>
                <a:cubicBezTo>
                  <a:pt x="507" y="219"/>
                  <a:pt x="507" y="219"/>
                  <a:pt x="507" y="219"/>
                </a:cubicBezTo>
                <a:cubicBezTo>
                  <a:pt x="507" y="217"/>
                  <a:pt x="507" y="217"/>
                  <a:pt x="507" y="217"/>
                </a:cubicBezTo>
                <a:cubicBezTo>
                  <a:pt x="507" y="217"/>
                  <a:pt x="507" y="217"/>
                  <a:pt x="507" y="217"/>
                </a:cubicBezTo>
                <a:cubicBezTo>
                  <a:pt x="508" y="215"/>
                  <a:pt x="508" y="215"/>
                  <a:pt x="508" y="215"/>
                </a:cubicBezTo>
                <a:cubicBezTo>
                  <a:pt x="508" y="215"/>
                  <a:pt x="508" y="215"/>
                  <a:pt x="508" y="215"/>
                </a:cubicBezTo>
                <a:cubicBezTo>
                  <a:pt x="509" y="214"/>
                  <a:pt x="509" y="214"/>
                  <a:pt x="509" y="214"/>
                </a:cubicBezTo>
                <a:cubicBezTo>
                  <a:pt x="509" y="214"/>
                  <a:pt x="509" y="214"/>
                  <a:pt x="509" y="214"/>
                </a:cubicBezTo>
                <a:cubicBezTo>
                  <a:pt x="509" y="212"/>
                  <a:pt x="509" y="212"/>
                  <a:pt x="509" y="212"/>
                </a:cubicBezTo>
                <a:cubicBezTo>
                  <a:pt x="509" y="212"/>
                  <a:pt x="509" y="212"/>
                  <a:pt x="509" y="212"/>
                </a:cubicBezTo>
                <a:cubicBezTo>
                  <a:pt x="510" y="210"/>
                  <a:pt x="510" y="210"/>
                  <a:pt x="510" y="210"/>
                </a:cubicBezTo>
                <a:cubicBezTo>
                  <a:pt x="510" y="210"/>
                  <a:pt x="510" y="210"/>
                  <a:pt x="510" y="210"/>
                </a:cubicBezTo>
                <a:cubicBezTo>
                  <a:pt x="510" y="208"/>
                  <a:pt x="510" y="208"/>
                  <a:pt x="510" y="208"/>
                </a:cubicBezTo>
                <a:cubicBezTo>
                  <a:pt x="510" y="208"/>
                  <a:pt x="510" y="208"/>
                  <a:pt x="510" y="208"/>
                </a:cubicBezTo>
                <a:cubicBezTo>
                  <a:pt x="512" y="205"/>
                  <a:pt x="512" y="205"/>
                  <a:pt x="512" y="205"/>
                </a:cubicBezTo>
                <a:cubicBezTo>
                  <a:pt x="512" y="205"/>
                  <a:pt x="512" y="205"/>
                  <a:pt x="512" y="205"/>
                </a:cubicBezTo>
                <a:cubicBezTo>
                  <a:pt x="509" y="208"/>
                  <a:pt x="509" y="208"/>
                  <a:pt x="509" y="208"/>
                </a:cubicBezTo>
                <a:cubicBezTo>
                  <a:pt x="509" y="208"/>
                  <a:pt x="509" y="208"/>
                  <a:pt x="509" y="208"/>
                </a:cubicBezTo>
                <a:cubicBezTo>
                  <a:pt x="508" y="210"/>
                  <a:pt x="508" y="210"/>
                  <a:pt x="508" y="210"/>
                </a:cubicBezTo>
                <a:cubicBezTo>
                  <a:pt x="508" y="210"/>
                  <a:pt x="508" y="210"/>
                  <a:pt x="508" y="210"/>
                </a:cubicBezTo>
                <a:cubicBezTo>
                  <a:pt x="507" y="212"/>
                  <a:pt x="507" y="212"/>
                  <a:pt x="507" y="212"/>
                </a:cubicBezTo>
                <a:cubicBezTo>
                  <a:pt x="507" y="212"/>
                  <a:pt x="507" y="212"/>
                  <a:pt x="507" y="212"/>
                </a:cubicBezTo>
                <a:cubicBezTo>
                  <a:pt x="507" y="213"/>
                  <a:pt x="507" y="213"/>
                  <a:pt x="507" y="213"/>
                </a:cubicBezTo>
                <a:cubicBezTo>
                  <a:pt x="507" y="213"/>
                  <a:pt x="507" y="213"/>
                  <a:pt x="507" y="213"/>
                </a:cubicBezTo>
                <a:cubicBezTo>
                  <a:pt x="505" y="214"/>
                  <a:pt x="505" y="214"/>
                  <a:pt x="505" y="214"/>
                </a:cubicBezTo>
                <a:cubicBezTo>
                  <a:pt x="505" y="214"/>
                  <a:pt x="505" y="214"/>
                  <a:pt x="505" y="214"/>
                </a:cubicBezTo>
                <a:cubicBezTo>
                  <a:pt x="504" y="215"/>
                  <a:pt x="504" y="215"/>
                  <a:pt x="504" y="215"/>
                </a:cubicBezTo>
                <a:cubicBezTo>
                  <a:pt x="504" y="215"/>
                  <a:pt x="504" y="215"/>
                  <a:pt x="504" y="215"/>
                </a:cubicBezTo>
                <a:cubicBezTo>
                  <a:pt x="503" y="216"/>
                  <a:pt x="503" y="216"/>
                  <a:pt x="503" y="216"/>
                </a:cubicBezTo>
                <a:cubicBezTo>
                  <a:pt x="503" y="216"/>
                  <a:pt x="503" y="216"/>
                  <a:pt x="503" y="216"/>
                </a:cubicBezTo>
                <a:cubicBezTo>
                  <a:pt x="503" y="217"/>
                  <a:pt x="503" y="217"/>
                  <a:pt x="503" y="217"/>
                </a:cubicBezTo>
                <a:cubicBezTo>
                  <a:pt x="503" y="217"/>
                  <a:pt x="503" y="217"/>
                  <a:pt x="503" y="217"/>
                </a:cubicBezTo>
                <a:cubicBezTo>
                  <a:pt x="500" y="223"/>
                  <a:pt x="500" y="223"/>
                  <a:pt x="500" y="223"/>
                </a:cubicBezTo>
                <a:cubicBezTo>
                  <a:pt x="500" y="223"/>
                  <a:pt x="500" y="223"/>
                  <a:pt x="500" y="223"/>
                </a:cubicBezTo>
                <a:cubicBezTo>
                  <a:pt x="497" y="228"/>
                  <a:pt x="497" y="228"/>
                  <a:pt x="497" y="228"/>
                </a:cubicBezTo>
                <a:cubicBezTo>
                  <a:pt x="497" y="228"/>
                  <a:pt x="497" y="228"/>
                  <a:pt x="497" y="228"/>
                </a:cubicBezTo>
                <a:cubicBezTo>
                  <a:pt x="494" y="233"/>
                  <a:pt x="494" y="233"/>
                  <a:pt x="494" y="233"/>
                </a:cubicBezTo>
                <a:cubicBezTo>
                  <a:pt x="494" y="233"/>
                  <a:pt x="494" y="233"/>
                  <a:pt x="494" y="233"/>
                </a:cubicBezTo>
                <a:cubicBezTo>
                  <a:pt x="490" y="237"/>
                  <a:pt x="490" y="237"/>
                  <a:pt x="490" y="237"/>
                </a:cubicBezTo>
                <a:cubicBezTo>
                  <a:pt x="490" y="237"/>
                  <a:pt x="490" y="237"/>
                  <a:pt x="490" y="237"/>
                </a:cubicBezTo>
                <a:cubicBezTo>
                  <a:pt x="487" y="243"/>
                  <a:pt x="487" y="243"/>
                  <a:pt x="487" y="243"/>
                </a:cubicBezTo>
                <a:cubicBezTo>
                  <a:pt x="487" y="243"/>
                  <a:pt x="487" y="243"/>
                  <a:pt x="487" y="243"/>
                </a:cubicBezTo>
                <a:cubicBezTo>
                  <a:pt x="486" y="247"/>
                  <a:pt x="486" y="247"/>
                  <a:pt x="486" y="247"/>
                </a:cubicBezTo>
                <a:cubicBezTo>
                  <a:pt x="486" y="247"/>
                  <a:pt x="486" y="247"/>
                  <a:pt x="486" y="247"/>
                </a:cubicBezTo>
                <a:cubicBezTo>
                  <a:pt x="485" y="252"/>
                  <a:pt x="485" y="252"/>
                  <a:pt x="485" y="252"/>
                </a:cubicBezTo>
                <a:cubicBezTo>
                  <a:pt x="485" y="252"/>
                  <a:pt x="485" y="252"/>
                  <a:pt x="485" y="252"/>
                </a:cubicBezTo>
                <a:cubicBezTo>
                  <a:pt x="489" y="256"/>
                  <a:pt x="489" y="256"/>
                  <a:pt x="489" y="256"/>
                </a:cubicBezTo>
                <a:cubicBezTo>
                  <a:pt x="489" y="256"/>
                  <a:pt x="489" y="256"/>
                  <a:pt x="489" y="256"/>
                </a:cubicBezTo>
                <a:cubicBezTo>
                  <a:pt x="489" y="257"/>
                  <a:pt x="489" y="257"/>
                  <a:pt x="489" y="257"/>
                </a:cubicBezTo>
                <a:cubicBezTo>
                  <a:pt x="489" y="257"/>
                  <a:pt x="489" y="257"/>
                  <a:pt x="489" y="257"/>
                </a:cubicBezTo>
                <a:cubicBezTo>
                  <a:pt x="490" y="258"/>
                  <a:pt x="490" y="258"/>
                  <a:pt x="490" y="258"/>
                </a:cubicBezTo>
                <a:cubicBezTo>
                  <a:pt x="490" y="258"/>
                  <a:pt x="490" y="258"/>
                  <a:pt x="490" y="258"/>
                </a:cubicBezTo>
                <a:cubicBezTo>
                  <a:pt x="490" y="258"/>
                  <a:pt x="490" y="258"/>
                  <a:pt x="490" y="258"/>
                </a:cubicBezTo>
                <a:cubicBezTo>
                  <a:pt x="490" y="258"/>
                  <a:pt x="490" y="258"/>
                  <a:pt x="490" y="258"/>
                </a:cubicBezTo>
                <a:cubicBezTo>
                  <a:pt x="493" y="258"/>
                  <a:pt x="493" y="258"/>
                  <a:pt x="493" y="258"/>
                </a:cubicBezTo>
                <a:cubicBezTo>
                  <a:pt x="493" y="258"/>
                  <a:pt x="493" y="258"/>
                  <a:pt x="493" y="258"/>
                </a:cubicBezTo>
                <a:cubicBezTo>
                  <a:pt x="494" y="258"/>
                  <a:pt x="494" y="258"/>
                  <a:pt x="494" y="258"/>
                </a:cubicBezTo>
                <a:cubicBezTo>
                  <a:pt x="494" y="258"/>
                  <a:pt x="494" y="258"/>
                  <a:pt x="494" y="258"/>
                </a:cubicBezTo>
                <a:cubicBezTo>
                  <a:pt x="496" y="258"/>
                  <a:pt x="496" y="258"/>
                  <a:pt x="496" y="258"/>
                </a:cubicBezTo>
                <a:cubicBezTo>
                  <a:pt x="496" y="258"/>
                  <a:pt x="496" y="258"/>
                  <a:pt x="496" y="258"/>
                </a:cubicBezTo>
                <a:cubicBezTo>
                  <a:pt x="497" y="258"/>
                  <a:pt x="497" y="258"/>
                  <a:pt x="497" y="258"/>
                </a:cubicBezTo>
                <a:cubicBezTo>
                  <a:pt x="497" y="258"/>
                  <a:pt x="497" y="258"/>
                  <a:pt x="497" y="258"/>
                </a:cubicBezTo>
                <a:cubicBezTo>
                  <a:pt x="499" y="257"/>
                  <a:pt x="499" y="257"/>
                  <a:pt x="499" y="257"/>
                </a:cubicBezTo>
                <a:cubicBezTo>
                  <a:pt x="499" y="257"/>
                  <a:pt x="499" y="257"/>
                  <a:pt x="499" y="257"/>
                </a:cubicBezTo>
                <a:cubicBezTo>
                  <a:pt x="506" y="250"/>
                  <a:pt x="506" y="250"/>
                  <a:pt x="506" y="250"/>
                </a:cubicBezTo>
                <a:cubicBezTo>
                  <a:pt x="506" y="250"/>
                  <a:pt x="506" y="250"/>
                  <a:pt x="506" y="250"/>
                </a:cubicBezTo>
                <a:cubicBezTo>
                  <a:pt x="514" y="242"/>
                  <a:pt x="514" y="242"/>
                  <a:pt x="514" y="242"/>
                </a:cubicBezTo>
                <a:cubicBezTo>
                  <a:pt x="514" y="242"/>
                  <a:pt x="514" y="242"/>
                  <a:pt x="514" y="242"/>
                </a:cubicBezTo>
                <a:cubicBezTo>
                  <a:pt x="519" y="233"/>
                  <a:pt x="519" y="233"/>
                  <a:pt x="519" y="233"/>
                </a:cubicBezTo>
                <a:cubicBezTo>
                  <a:pt x="519" y="233"/>
                  <a:pt x="519" y="233"/>
                  <a:pt x="519" y="233"/>
                </a:cubicBezTo>
                <a:cubicBezTo>
                  <a:pt x="525" y="223"/>
                  <a:pt x="525" y="223"/>
                  <a:pt x="525" y="223"/>
                </a:cubicBezTo>
                <a:cubicBezTo>
                  <a:pt x="525" y="223"/>
                  <a:pt x="525" y="223"/>
                  <a:pt x="525" y="223"/>
                </a:cubicBezTo>
                <a:cubicBezTo>
                  <a:pt x="531" y="214"/>
                  <a:pt x="531" y="214"/>
                  <a:pt x="531" y="214"/>
                </a:cubicBezTo>
                <a:cubicBezTo>
                  <a:pt x="531" y="214"/>
                  <a:pt x="531" y="214"/>
                  <a:pt x="531" y="214"/>
                </a:cubicBezTo>
                <a:cubicBezTo>
                  <a:pt x="537" y="205"/>
                  <a:pt x="537" y="205"/>
                  <a:pt x="537" y="205"/>
                </a:cubicBezTo>
                <a:cubicBezTo>
                  <a:pt x="537" y="205"/>
                  <a:pt x="537" y="205"/>
                  <a:pt x="537" y="205"/>
                </a:cubicBezTo>
                <a:cubicBezTo>
                  <a:pt x="544" y="198"/>
                  <a:pt x="544" y="198"/>
                  <a:pt x="544" y="198"/>
                </a:cubicBezTo>
                <a:cubicBezTo>
                  <a:pt x="544" y="198"/>
                  <a:pt x="544" y="198"/>
                  <a:pt x="544" y="198"/>
                </a:cubicBezTo>
                <a:cubicBezTo>
                  <a:pt x="554" y="190"/>
                  <a:pt x="554" y="190"/>
                  <a:pt x="554" y="190"/>
                </a:cubicBezTo>
                <a:cubicBezTo>
                  <a:pt x="554" y="190"/>
                  <a:pt x="554" y="190"/>
                  <a:pt x="554" y="190"/>
                </a:cubicBezTo>
                <a:cubicBezTo>
                  <a:pt x="554" y="190"/>
                  <a:pt x="554" y="190"/>
                  <a:pt x="554" y="190"/>
                </a:cubicBezTo>
                <a:cubicBezTo>
                  <a:pt x="554" y="190"/>
                  <a:pt x="554" y="190"/>
                  <a:pt x="554" y="190"/>
                </a:cubicBezTo>
                <a:cubicBezTo>
                  <a:pt x="555" y="190"/>
                  <a:pt x="555" y="190"/>
                  <a:pt x="555" y="190"/>
                </a:cubicBezTo>
                <a:cubicBezTo>
                  <a:pt x="555" y="190"/>
                  <a:pt x="555" y="190"/>
                  <a:pt x="555" y="190"/>
                </a:cubicBezTo>
                <a:cubicBezTo>
                  <a:pt x="556" y="190"/>
                  <a:pt x="556" y="190"/>
                  <a:pt x="556" y="190"/>
                </a:cubicBezTo>
                <a:cubicBezTo>
                  <a:pt x="556" y="190"/>
                  <a:pt x="556" y="190"/>
                  <a:pt x="556" y="190"/>
                </a:cubicBezTo>
                <a:cubicBezTo>
                  <a:pt x="557" y="189"/>
                  <a:pt x="557" y="189"/>
                  <a:pt x="557" y="189"/>
                </a:cubicBezTo>
                <a:cubicBezTo>
                  <a:pt x="557" y="189"/>
                  <a:pt x="557" y="189"/>
                  <a:pt x="557" y="189"/>
                </a:cubicBezTo>
                <a:cubicBezTo>
                  <a:pt x="558" y="189"/>
                  <a:pt x="558" y="189"/>
                  <a:pt x="558" y="189"/>
                </a:cubicBezTo>
                <a:cubicBezTo>
                  <a:pt x="558" y="189"/>
                  <a:pt x="558" y="189"/>
                  <a:pt x="558" y="189"/>
                </a:cubicBezTo>
                <a:cubicBezTo>
                  <a:pt x="559" y="189"/>
                  <a:pt x="559" y="189"/>
                  <a:pt x="559" y="189"/>
                </a:cubicBezTo>
                <a:cubicBezTo>
                  <a:pt x="559" y="189"/>
                  <a:pt x="559" y="189"/>
                  <a:pt x="559" y="189"/>
                </a:cubicBezTo>
                <a:cubicBezTo>
                  <a:pt x="560" y="189"/>
                  <a:pt x="560" y="189"/>
                  <a:pt x="560" y="189"/>
                </a:cubicBezTo>
                <a:cubicBezTo>
                  <a:pt x="560" y="189"/>
                  <a:pt x="560" y="189"/>
                  <a:pt x="560" y="189"/>
                </a:cubicBezTo>
                <a:cubicBezTo>
                  <a:pt x="561" y="189"/>
                  <a:pt x="561" y="189"/>
                  <a:pt x="561" y="189"/>
                </a:cubicBezTo>
                <a:cubicBezTo>
                  <a:pt x="561" y="189"/>
                  <a:pt x="561" y="189"/>
                  <a:pt x="561" y="189"/>
                </a:cubicBezTo>
                <a:cubicBezTo>
                  <a:pt x="561" y="192"/>
                  <a:pt x="561" y="192"/>
                  <a:pt x="561" y="192"/>
                </a:cubicBezTo>
                <a:cubicBezTo>
                  <a:pt x="561" y="192"/>
                  <a:pt x="561" y="192"/>
                  <a:pt x="561" y="192"/>
                </a:cubicBezTo>
                <a:cubicBezTo>
                  <a:pt x="561" y="195"/>
                  <a:pt x="561" y="195"/>
                  <a:pt x="561" y="195"/>
                </a:cubicBezTo>
                <a:cubicBezTo>
                  <a:pt x="561" y="195"/>
                  <a:pt x="561" y="195"/>
                  <a:pt x="561" y="195"/>
                </a:cubicBezTo>
                <a:cubicBezTo>
                  <a:pt x="561" y="198"/>
                  <a:pt x="561" y="198"/>
                  <a:pt x="561" y="198"/>
                </a:cubicBezTo>
                <a:cubicBezTo>
                  <a:pt x="561" y="198"/>
                  <a:pt x="561" y="198"/>
                  <a:pt x="561" y="198"/>
                </a:cubicBezTo>
                <a:cubicBezTo>
                  <a:pt x="562" y="200"/>
                  <a:pt x="562" y="200"/>
                  <a:pt x="562" y="200"/>
                </a:cubicBezTo>
                <a:cubicBezTo>
                  <a:pt x="562" y="200"/>
                  <a:pt x="562" y="200"/>
                  <a:pt x="562" y="200"/>
                </a:cubicBezTo>
                <a:cubicBezTo>
                  <a:pt x="561" y="203"/>
                  <a:pt x="561" y="203"/>
                  <a:pt x="561" y="203"/>
                </a:cubicBezTo>
                <a:cubicBezTo>
                  <a:pt x="561" y="203"/>
                  <a:pt x="561" y="203"/>
                  <a:pt x="561" y="203"/>
                </a:cubicBezTo>
                <a:cubicBezTo>
                  <a:pt x="561" y="205"/>
                  <a:pt x="561" y="205"/>
                  <a:pt x="561" y="205"/>
                </a:cubicBezTo>
                <a:cubicBezTo>
                  <a:pt x="561" y="205"/>
                  <a:pt x="561" y="205"/>
                  <a:pt x="561" y="205"/>
                </a:cubicBezTo>
                <a:cubicBezTo>
                  <a:pt x="561" y="208"/>
                  <a:pt x="561" y="208"/>
                  <a:pt x="561" y="208"/>
                </a:cubicBezTo>
                <a:cubicBezTo>
                  <a:pt x="561" y="208"/>
                  <a:pt x="561" y="208"/>
                  <a:pt x="561" y="208"/>
                </a:cubicBezTo>
                <a:cubicBezTo>
                  <a:pt x="561" y="210"/>
                  <a:pt x="561" y="210"/>
                  <a:pt x="561" y="210"/>
                </a:cubicBezTo>
                <a:cubicBezTo>
                  <a:pt x="561" y="210"/>
                  <a:pt x="561" y="210"/>
                  <a:pt x="561" y="210"/>
                </a:cubicBezTo>
                <a:cubicBezTo>
                  <a:pt x="559" y="211"/>
                  <a:pt x="559" y="211"/>
                  <a:pt x="559" y="211"/>
                </a:cubicBezTo>
                <a:cubicBezTo>
                  <a:pt x="559" y="211"/>
                  <a:pt x="559" y="211"/>
                  <a:pt x="559" y="211"/>
                </a:cubicBezTo>
                <a:cubicBezTo>
                  <a:pt x="558" y="212"/>
                  <a:pt x="558" y="212"/>
                  <a:pt x="558" y="212"/>
                </a:cubicBezTo>
                <a:cubicBezTo>
                  <a:pt x="558" y="212"/>
                  <a:pt x="558" y="212"/>
                  <a:pt x="558" y="212"/>
                </a:cubicBezTo>
                <a:cubicBezTo>
                  <a:pt x="557" y="213"/>
                  <a:pt x="557" y="213"/>
                  <a:pt x="557" y="213"/>
                </a:cubicBezTo>
                <a:cubicBezTo>
                  <a:pt x="557" y="213"/>
                  <a:pt x="557" y="213"/>
                  <a:pt x="557" y="213"/>
                </a:cubicBezTo>
                <a:cubicBezTo>
                  <a:pt x="556" y="213"/>
                  <a:pt x="556" y="213"/>
                  <a:pt x="556" y="213"/>
                </a:cubicBezTo>
                <a:cubicBezTo>
                  <a:pt x="556" y="213"/>
                  <a:pt x="556" y="213"/>
                  <a:pt x="556" y="213"/>
                </a:cubicBezTo>
                <a:cubicBezTo>
                  <a:pt x="555" y="214"/>
                  <a:pt x="555" y="214"/>
                  <a:pt x="555" y="214"/>
                </a:cubicBezTo>
                <a:cubicBezTo>
                  <a:pt x="555" y="214"/>
                  <a:pt x="555" y="214"/>
                  <a:pt x="555" y="214"/>
                </a:cubicBezTo>
                <a:cubicBezTo>
                  <a:pt x="555" y="214"/>
                  <a:pt x="555" y="214"/>
                  <a:pt x="555" y="214"/>
                </a:cubicBezTo>
                <a:cubicBezTo>
                  <a:pt x="555" y="214"/>
                  <a:pt x="555" y="214"/>
                  <a:pt x="555" y="214"/>
                </a:cubicBezTo>
                <a:cubicBezTo>
                  <a:pt x="555" y="214"/>
                  <a:pt x="555" y="214"/>
                  <a:pt x="555" y="214"/>
                </a:cubicBezTo>
                <a:cubicBezTo>
                  <a:pt x="555" y="214"/>
                  <a:pt x="555" y="214"/>
                  <a:pt x="555" y="214"/>
                </a:cubicBezTo>
                <a:cubicBezTo>
                  <a:pt x="553" y="215"/>
                  <a:pt x="553" y="215"/>
                  <a:pt x="553" y="215"/>
                </a:cubicBezTo>
                <a:cubicBezTo>
                  <a:pt x="553" y="215"/>
                  <a:pt x="553" y="215"/>
                  <a:pt x="553" y="215"/>
                </a:cubicBezTo>
                <a:cubicBezTo>
                  <a:pt x="553" y="217"/>
                  <a:pt x="553" y="217"/>
                  <a:pt x="553" y="217"/>
                </a:cubicBezTo>
                <a:cubicBezTo>
                  <a:pt x="553" y="217"/>
                  <a:pt x="553" y="217"/>
                  <a:pt x="553" y="217"/>
                </a:cubicBezTo>
                <a:cubicBezTo>
                  <a:pt x="553" y="219"/>
                  <a:pt x="553" y="219"/>
                  <a:pt x="553" y="219"/>
                </a:cubicBezTo>
                <a:cubicBezTo>
                  <a:pt x="553" y="219"/>
                  <a:pt x="553" y="219"/>
                  <a:pt x="553" y="219"/>
                </a:cubicBezTo>
                <a:cubicBezTo>
                  <a:pt x="553" y="220"/>
                  <a:pt x="553" y="220"/>
                  <a:pt x="553" y="220"/>
                </a:cubicBezTo>
                <a:cubicBezTo>
                  <a:pt x="553" y="220"/>
                  <a:pt x="553" y="220"/>
                  <a:pt x="553" y="220"/>
                </a:cubicBezTo>
                <a:cubicBezTo>
                  <a:pt x="553" y="222"/>
                  <a:pt x="553" y="222"/>
                  <a:pt x="553" y="222"/>
                </a:cubicBezTo>
                <a:cubicBezTo>
                  <a:pt x="553" y="222"/>
                  <a:pt x="553" y="222"/>
                  <a:pt x="553" y="222"/>
                </a:cubicBezTo>
                <a:cubicBezTo>
                  <a:pt x="554" y="223"/>
                  <a:pt x="554" y="223"/>
                  <a:pt x="554" y="223"/>
                </a:cubicBezTo>
                <a:cubicBezTo>
                  <a:pt x="554" y="223"/>
                  <a:pt x="554" y="223"/>
                  <a:pt x="554" y="223"/>
                </a:cubicBezTo>
                <a:cubicBezTo>
                  <a:pt x="555" y="225"/>
                  <a:pt x="555" y="225"/>
                  <a:pt x="555" y="225"/>
                </a:cubicBezTo>
                <a:cubicBezTo>
                  <a:pt x="555" y="225"/>
                  <a:pt x="555" y="225"/>
                  <a:pt x="555" y="225"/>
                </a:cubicBezTo>
                <a:cubicBezTo>
                  <a:pt x="556" y="225"/>
                  <a:pt x="556" y="225"/>
                  <a:pt x="556" y="225"/>
                </a:cubicBezTo>
                <a:cubicBezTo>
                  <a:pt x="556" y="225"/>
                  <a:pt x="556" y="225"/>
                  <a:pt x="556" y="225"/>
                </a:cubicBezTo>
                <a:cubicBezTo>
                  <a:pt x="562" y="227"/>
                  <a:pt x="562" y="227"/>
                  <a:pt x="562" y="227"/>
                </a:cubicBezTo>
                <a:cubicBezTo>
                  <a:pt x="562" y="227"/>
                  <a:pt x="562" y="227"/>
                  <a:pt x="562" y="227"/>
                </a:cubicBezTo>
                <a:cubicBezTo>
                  <a:pt x="558" y="268"/>
                  <a:pt x="558" y="268"/>
                  <a:pt x="558" y="268"/>
                </a:cubicBezTo>
                <a:cubicBezTo>
                  <a:pt x="558" y="268"/>
                  <a:pt x="558" y="268"/>
                  <a:pt x="558" y="268"/>
                </a:cubicBezTo>
                <a:cubicBezTo>
                  <a:pt x="555" y="269"/>
                  <a:pt x="555" y="269"/>
                  <a:pt x="555" y="269"/>
                </a:cubicBezTo>
                <a:cubicBezTo>
                  <a:pt x="555" y="269"/>
                  <a:pt x="555" y="269"/>
                  <a:pt x="555" y="269"/>
                </a:cubicBezTo>
                <a:cubicBezTo>
                  <a:pt x="551" y="270"/>
                  <a:pt x="551" y="270"/>
                  <a:pt x="551" y="270"/>
                </a:cubicBezTo>
                <a:cubicBezTo>
                  <a:pt x="551" y="270"/>
                  <a:pt x="551" y="270"/>
                  <a:pt x="551" y="270"/>
                </a:cubicBezTo>
                <a:cubicBezTo>
                  <a:pt x="548" y="272"/>
                  <a:pt x="548" y="272"/>
                  <a:pt x="548" y="272"/>
                </a:cubicBezTo>
                <a:cubicBezTo>
                  <a:pt x="548" y="272"/>
                  <a:pt x="548" y="272"/>
                  <a:pt x="548" y="272"/>
                </a:cubicBezTo>
                <a:cubicBezTo>
                  <a:pt x="546" y="272"/>
                  <a:pt x="546" y="272"/>
                  <a:pt x="546" y="272"/>
                </a:cubicBezTo>
                <a:cubicBezTo>
                  <a:pt x="546" y="272"/>
                  <a:pt x="546" y="272"/>
                  <a:pt x="546" y="272"/>
                </a:cubicBezTo>
                <a:cubicBezTo>
                  <a:pt x="543" y="274"/>
                  <a:pt x="543" y="274"/>
                  <a:pt x="543" y="274"/>
                </a:cubicBezTo>
                <a:cubicBezTo>
                  <a:pt x="543" y="274"/>
                  <a:pt x="543" y="274"/>
                  <a:pt x="543" y="274"/>
                </a:cubicBezTo>
                <a:cubicBezTo>
                  <a:pt x="541" y="275"/>
                  <a:pt x="541" y="275"/>
                  <a:pt x="541" y="275"/>
                </a:cubicBezTo>
                <a:cubicBezTo>
                  <a:pt x="541" y="275"/>
                  <a:pt x="541" y="275"/>
                  <a:pt x="541" y="275"/>
                </a:cubicBezTo>
                <a:cubicBezTo>
                  <a:pt x="539" y="276"/>
                  <a:pt x="539" y="276"/>
                  <a:pt x="539" y="276"/>
                </a:cubicBezTo>
                <a:cubicBezTo>
                  <a:pt x="539" y="276"/>
                  <a:pt x="539" y="276"/>
                  <a:pt x="539" y="276"/>
                </a:cubicBezTo>
                <a:cubicBezTo>
                  <a:pt x="538" y="277"/>
                  <a:pt x="538" y="277"/>
                  <a:pt x="538" y="277"/>
                </a:cubicBezTo>
                <a:cubicBezTo>
                  <a:pt x="538" y="277"/>
                  <a:pt x="538" y="277"/>
                  <a:pt x="538" y="277"/>
                </a:cubicBezTo>
                <a:cubicBezTo>
                  <a:pt x="538" y="279"/>
                  <a:pt x="538" y="279"/>
                  <a:pt x="538" y="279"/>
                </a:cubicBezTo>
                <a:cubicBezTo>
                  <a:pt x="538" y="279"/>
                  <a:pt x="538" y="279"/>
                  <a:pt x="538" y="279"/>
                </a:cubicBezTo>
                <a:cubicBezTo>
                  <a:pt x="539" y="280"/>
                  <a:pt x="539" y="280"/>
                  <a:pt x="539" y="280"/>
                </a:cubicBezTo>
                <a:cubicBezTo>
                  <a:pt x="539" y="280"/>
                  <a:pt x="539" y="280"/>
                  <a:pt x="539" y="280"/>
                </a:cubicBezTo>
                <a:cubicBezTo>
                  <a:pt x="539" y="281"/>
                  <a:pt x="539" y="281"/>
                  <a:pt x="539" y="281"/>
                </a:cubicBezTo>
                <a:cubicBezTo>
                  <a:pt x="539" y="281"/>
                  <a:pt x="539" y="281"/>
                  <a:pt x="539" y="281"/>
                </a:cubicBezTo>
                <a:cubicBezTo>
                  <a:pt x="540" y="282"/>
                  <a:pt x="540" y="282"/>
                  <a:pt x="540" y="282"/>
                </a:cubicBezTo>
                <a:cubicBezTo>
                  <a:pt x="540" y="282"/>
                  <a:pt x="540" y="282"/>
                  <a:pt x="540" y="282"/>
                </a:cubicBezTo>
                <a:cubicBezTo>
                  <a:pt x="540" y="282"/>
                  <a:pt x="540" y="282"/>
                  <a:pt x="540" y="282"/>
                </a:cubicBezTo>
                <a:cubicBezTo>
                  <a:pt x="540" y="282"/>
                  <a:pt x="540" y="282"/>
                  <a:pt x="540" y="282"/>
                </a:cubicBezTo>
                <a:cubicBezTo>
                  <a:pt x="541" y="283"/>
                  <a:pt x="541" y="283"/>
                  <a:pt x="541" y="283"/>
                </a:cubicBezTo>
                <a:cubicBezTo>
                  <a:pt x="541" y="283"/>
                  <a:pt x="541" y="283"/>
                  <a:pt x="541" y="283"/>
                </a:cubicBezTo>
                <a:cubicBezTo>
                  <a:pt x="541" y="284"/>
                  <a:pt x="541" y="284"/>
                  <a:pt x="541" y="284"/>
                </a:cubicBezTo>
                <a:cubicBezTo>
                  <a:pt x="541" y="284"/>
                  <a:pt x="541" y="284"/>
                  <a:pt x="541" y="284"/>
                </a:cubicBezTo>
                <a:cubicBezTo>
                  <a:pt x="542" y="284"/>
                  <a:pt x="542" y="284"/>
                  <a:pt x="542" y="284"/>
                </a:cubicBezTo>
                <a:cubicBezTo>
                  <a:pt x="542" y="284"/>
                  <a:pt x="542" y="284"/>
                  <a:pt x="542" y="284"/>
                </a:cubicBezTo>
                <a:cubicBezTo>
                  <a:pt x="543" y="285"/>
                  <a:pt x="543" y="285"/>
                  <a:pt x="543" y="285"/>
                </a:cubicBezTo>
                <a:cubicBezTo>
                  <a:pt x="543" y="285"/>
                  <a:pt x="543" y="285"/>
                  <a:pt x="543" y="285"/>
                </a:cubicBezTo>
                <a:cubicBezTo>
                  <a:pt x="545" y="286"/>
                  <a:pt x="545" y="286"/>
                  <a:pt x="545" y="286"/>
                </a:cubicBezTo>
                <a:cubicBezTo>
                  <a:pt x="545" y="286"/>
                  <a:pt x="545" y="286"/>
                  <a:pt x="545" y="286"/>
                </a:cubicBezTo>
                <a:cubicBezTo>
                  <a:pt x="547" y="287"/>
                  <a:pt x="547" y="287"/>
                  <a:pt x="547" y="287"/>
                </a:cubicBezTo>
                <a:cubicBezTo>
                  <a:pt x="547" y="287"/>
                  <a:pt x="547" y="287"/>
                  <a:pt x="547" y="287"/>
                </a:cubicBezTo>
                <a:cubicBezTo>
                  <a:pt x="549" y="287"/>
                  <a:pt x="549" y="287"/>
                  <a:pt x="549" y="287"/>
                </a:cubicBezTo>
                <a:cubicBezTo>
                  <a:pt x="549" y="287"/>
                  <a:pt x="549" y="287"/>
                  <a:pt x="549" y="287"/>
                </a:cubicBezTo>
                <a:cubicBezTo>
                  <a:pt x="550" y="288"/>
                  <a:pt x="550" y="288"/>
                  <a:pt x="550" y="288"/>
                </a:cubicBezTo>
                <a:cubicBezTo>
                  <a:pt x="550" y="288"/>
                  <a:pt x="550" y="288"/>
                  <a:pt x="550" y="288"/>
                </a:cubicBezTo>
                <a:cubicBezTo>
                  <a:pt x="553" y="288"/>
                  <a:pt x="553" y="288"/>
                  <a:pt x="553" y="288"/>
                </a:cubicBezTo>
                <a:cubicBezTo>
                  <a:pt x="553" y="288"/>
                  <a:pt x="553" y="288"/>
                  <a:pt x="553" y="288"/>
                </a:cubicBezTo>
                <a:cubicBezTo>
                  <a:pt x="554" y="289"/>
                  <a:pt x="554" y="289"/>
                  <a:pt x="554" y="289"/>
                </a:cubicBezTo>
                <a:cubicBezTo>
                  <a:pt x="554" y="289"/>
                  <a:pt x="554" y="289"/>
                  <a:pt x="554" y="289"/>
                </a:cubicBezTo>
                <a:cubicBezTo>
                  <a:pt x="556" y="289"/>
                  <a:pt x="556" y="289"/>
                  <a:pt x="556" y="289"/>
                </a:cubicBezTo>
                <a:cubicBezTo>
                  <a:pt x="556" y="289"/>
                  <a:pt x="556" y="289"/>
                  <a:pt x="556" y="289"/>
                </a:cubicBezTo>
                <a:cubicBezTo>
                  <a:pt x="554" y="375"/>
                  <a:pt x="554" y="375"/>
                  <a:pt x="554" y="375"/>
                </a:cubicBezTo>
                <a:cubicBezTo>
                  <a:pt x="554" y="375"/>
                  <a:pt x="554" y="375"/>
                  <a:pt x="554" y="375"/>
                </a:cubicBezTo>
                <a:cubicBezTo>
                  <a:pt x="550" y="378"/>
                  <a:pt x="550" y="378"/>
                  <a:pt x="550" y="378"/>
                </a:cubicBezTo>
                <a:cubicBezTo>
                  <a:pt x="550" y="378"/>
                  <a:pt x="550" y="378"/>
                  <a:pt x="550" y="378"/>
                </a:cubicBezTo>
                <a:cubicBezTo>
                  <a:pt x="545" y="379"/>
                  <a:pt x="545" y="379"/>
                  <a:pt x="545" y="379"/>
                </a:cubicBezTo>
                <a:cubicBezTo>
                  <a:pt x="545" y="379"/>
                  <a:pt x="545" y="379"/>
                  <a:pt x="545" y="379"/>
                </a:cubicBezTo>
                <a:cubicBezTo>
                  <a:pt x="541" y="379"/>
                  <a:pt x="541" y="379"/>
                  <a:pt x="541" y="379"/>
                </a:cubicBezTo>
                <a:cubicBezTo>
                  <a:pt x="541" y="379"/>
                  <a:pt x="541" y="379"/>
                  <a:pt x="541" y="379"/>
                </a:cubicBezTo>
                <a:cubicBezTo>
                  <a:pt x="536" y="379"/>
                  <a:pt x="536" y="379"/>
                  <a:pt x="536" y="379"/>
                </a:cubicBezTo>
                <a:cubicBezTo>
                  <a:pt x="536" y="379"/>
                  <a:pt x="536" y="379"/>
                  <a:pt x="536" y="379"/>
                </a:cubicBezTo>
                <a:cubicBezTo>
                  <a:pt x="532" y="378"/>
                  <a:pt x="532" y="378"/>
                  <a:pt x="532" y="378"/>
                </a:cubicBezTo>
                <a:cubicBezTo>
                  <a:pt x="532" y="378"/>
                  <a:pt x="532" y="378"/>
                  <a:pt x="532" y="378"/>
                </a:cubicBezTo>
                <a:cubicBezTo>
                  <a:pt x="526" y="378"/>
                  <a:pt x="526" y="378"/>
                  <a:pt x="526" y="378"/>
                </a:cubicBezTo>
                <a:cubicBezTo>
                  <a:pt x="526" y="378"/>
                  <a:pt x="526" y="378"/>
                  <a:pt x="526" y="378"/>
                </a:cubicBezTo>
                <a:cubicBezTo>
                  <a:pt x="523" y="378"/>
                  <a:pt x="523" y="378"/>
                  <a:pt x="523" y="378"/>
                </a:cubicBezTo>
                <a:cubicBezTo>
                  <a:pt x="523" y="378"/>
                  <a:pt x="523" y="378"/>
                  <a:pt x="523" y="378"/>
                </a:cubicBezTo>
                <a:cubicBezTo>
                  <a:pt x="518" y="378"/>
                  <a:pt x="518" y="378"/>
                  <a:pt x="518" y="378"/>
                </a:cubicBezTo>
                <a:cubicBezTo>
                  <a:pt x="518" y="378"/>
                  <a:pt x="518" y="378"/>
                  <a:pt x="518" y="378"/>
                </a:cubicBezTo>
                <a:cubicBezTo>
                  <a:pt x="515" y="378"/>
                  <a:pt x="515" y="378"/>
                  <a:pt x="515" y="378"/>
                </a:cubicBezTo>
                <a:cubicBezTo>
                  <a:pt x="515" y="378"/>
                  <a:pt x="515" y="378"/>
                  <a:pt x="515" y="378"/>
                </a:cubicBezTo>
                <a:cubicBezTo>
                  <a:pt x="514" y="381"/>
                  <a:pt x="514" y="381"/>
                  <a:pt x="514" y="381"/>
                </a:cubicBezTo>
                <a:cubicBezTo>
                  <a:pt x="514" y="381"/>
                  <a:pt x="514" y="381"/>
                  <a:pt x="514" y="381"/>
                </a:cubicBezTo>
                <a:cubicBezTo>
                  <a:pt x="522" y="383"/>
                  <a:pt x="522" y="383"/>
                  <a:pt x="522" y="383"/>
                </a:cubicBezTo>
                <a:cubicBezTo>
                  <a:pt x="522" y="383"/>
                  <a:pt x="522" y="383"/>
                  <a:pt x="522" y="383"/>
                </a:cubicBezTo>
                <a:cubicBezTo>
                  <a:pt x="531" y="386"/>
                  <a:pt x="531" y="386"/>
                  <a:pt x="531" y="386"/>
                </a:cubicBezTo>
                <a:cubicBezTo>
                  <a:pt x="531" y="386"/>
                  <a:pt x="531" y="386"/>
                  <a:pt x="531" y="386"/>
                </a:cubicBezTo>
                <a:cubicBezTo>
                  <a:pt x="538" y="390"/>
                  <a:pt x="538" y="390"/>
                  <a:pt x="538" y="390"/>
                </a:cubicBezTo>
                <a:cubicBezTo>
                  <a:pt x="538" y="390"/>
                  <a:pt x="538" y="390"/>
                  <a:pt x="538" y="390"/>
                </a:cubicBezTo>
                <a:cubicBezTo>
                  <a:pt x="546" y="393"/>
                  <a:pt x="546" y="393"/>
                  <a:pt x="546" y="393"/>
                </a:cubicBezTo>
                <a:cubicBezTo>
                  <a:pt x="546" y="393"/>
                  <a:pt x="546" y="393"/>
                  <a:pt x="546" y="393"/>
                </a:cubicBezTo>
                <a:cubicBezTo>
                  <a:pt x="553" y="397"/>
                  <a:pt x="553" y="397"/>
                  <a:pt x="553" y="397"/>
                </a:cubicBezTo>
                <a:cubicBezTo>
                  <a:pt x="553" y="397"/>
                  <a:pt x="553" y="397"/>
                  <a:pt x="553" y="397"/>
                </a:cubicBezTo>
                <a:cubicBezTo>
                  <a:pt x="559" y="402"/>
                  <a:pt x="559" y="402"/>
                  <a:pt x="559" y="402"/>
                </a:cubicBezTo>
                <a:cubicBezTo>
                  <a:pt x="559" y="402"/>
                  <a:pt x="559" y="402"/>
                  <a:pt x="559" y="402"/>
                </a:cubicBezTo>
                <a:cubicBezTo>
                  <a:pt x="565" y="408"/>
                  <a:pt x="565" y="408"/>
                  <a:pt x="565" y="408"/>
                </a:cubicBezTo>
                <a:cubicBezTo>
                  <a:pt x="565" y="408"/>
                  <a:pt x="565" y="408"/>
                  <a:pt x="565" y="408"/>
                </a:cubicBezTo>
                <a:cubicBezTo>
                  <a:pt x="571" y="412"/>
                  <a:pt x="571" y="412"/>
                  <a:pt x="571" y="412"/>
                </a:cubicBezTo>
                <a:lnTo>
                  <a:pt x="573" y="412"/>
                </a:lnTo>
                <a:close/>
                <a:moveTo>
                  <a:pt x="1446" y="406"/>
                </a:moveTo>
                <a:cubicBezTo>
                  <a:pt x="1469" y="399"/>
                  <a:pt x="1469" y="399"/>
                  <a:pt x="1469" y="399"/>
                </a:cubicBezTo>
                <a:cubicBezTo>
                  <a:pt x="1469" y="399"/>
                  <a:pt x="1469" y="399"/>
                  <a:pt x="1469" y="399"/>
                </a:cubicBezTo>
                <a:cubicBezTo>
                  <a:pt x="1469" y="398"/>
                  <a:pt x="1469" y="398"/>
                  <a:pt x="1469" y="398"/>
                </a:cubicBezTo>
                <a:cubicBezTo>
                  <a:pt x="1469" y="398"/>
                  <a:pt x="1469" y="398"/>
                  <a:pt x="1469" y="398"/>
                </a:cubicBezTo>
                <a:cubicBezTo>
                  <a:pt x="1472" y="397"/>
                  <a:pt x="1472" y="397"/>
                  <a:pt x="1472" y="397"/>
                </a:cubicBezTo>
                <a:cubicBezTo>
                  <a:pt x="1472" y="397"/>
                  <a:pt x="1472" y="397"/>
                  <a:pt x="1472" y="397"/>
                </a:cubicBezTo>
                <a:cubicBezTo>
                  <a:pt x="1473" y="396"/>
                  <a:pt x="1473" y="396"/>
                  <a:pt x="1473" y="396"/>
                </a:cubicBezTo>
                <a:cubicBezTo>
                  <a:pt x="1473" y="396"/>
                  <a:pt x="1473" y="396"/>
                  <a:pt x="1473" y="396"/>
                </a:cubicBezTo>
                <a:cubicBezTo>
                  <a:pt x="1476" y="396"/>
                  <a:pt x="1476" y="396"/>
                  <a:pt x="1476" y="396"/>
                </a:cubicBezTo>
                <a:cubicBezTo>
                  <a:pt x="1476" y="396"/>
                  <a:pt x="1476" y="396"/>
                  <a:pt x="1476" y="396"/>
                </a:cubicBezTo>
                <a:cubicBezTo>
                  <a:pt x="1477" y="396"/>
                  <a:pt x="1477" y="396"/>
                  <a:pt x="1477" y="396"/>
                </a:cubicBezTo>
                <a:cubicBezTo>
                  <a:pt x="1477" y="396"/>
                  <a:pt x="1477" y="396"/>
                  <a:pt x="1477" y="396"/>
                </a:cubicBezTo>
                <a:cubicBezTo>
                  <a:pt x="1479" y="396"/>
                  <a:pt x="1479" y="396"/>
                  <a:pt x="1479" y="396"/>
                </a:cubicBezTo>
                <a:cubicBezTo>
                  <a:pt x="1479" y="396"/>
                  <a:pt x="1479" y="396"/>
                  <a:pt x="1479" y="396"/>
                </a:cubicBezTo>
                <a:cubicBezTo>
                  <a:pt x="1480" y="395"/>
                  <a:pt x="1480" y="395"/>
                  <a:pt x="1480" y="395"/>
                </a:cubicBezTo>
                <a:cubicBezTo>
                  <a:pt x="1480" y="395"/>
                  <a:pt x="1480" y="395"/>
                  <a:pt x="1480" y="395"/>
                </a:cubicBezTo>
                <a:cubicBezTo>
                  <a:pt x="1482" y="393"/>
                  <a:pt x="1482" y="393"/>
                  <a:pt x="1482" y="393"/>
                </a:cubicBezTo>
                <a:cubicBezTo>
                  <a:pt x="1482" y="393"/>
                  <a:pt x="1482" y="393"/>
                  <a:pt x="1482" y="393"/>
                </a:cubicBezTo>
                <a:cubicBezTo>
                  <a:pt x="1509" y="378"/>
                  <a:pt x="1509" y="378"/>
                  <a:pt x="1509" y="378"/>
                </a:cubicBezTo>
                <a:cubicBezTo>
                  <a:pt x="1509" y="378"/>
                  <a:pt x="1509" y="378"/>
                  <a:pt x="1509" y="378"/>
                </a:cubicBezTo>
                <a:cubicBezTo>
                  <a:pt x="1517" y="377"/>
                  <a:pt x="1517" y="377"/>
                  <a:pt x="1517" y="377"/>
                </a:cubicBezTo>
                <a:cubicBezTo>
                  <a:pt x="1517" y="377"/>
                  <a:pt x="1517" y="377"/>
                  <a:pt x="1517" y="377"/>
                </a:cubicBezTo>
                <a:cubicBezTo>
                  <a:pt x="1523" y="374"/>
                  <a:pt x="1523" y="374"/>
                  <a:pt x="1523" y="374"/>
                </a:cubicBezTo>
                <a:cubicBezTo>
                  <a:pt x="1523" y="374"/>
                  <a:pt x="1523" y="374"/>
                  <a:pt x="1523" y="374"/>
                </a:cubicBezTo>
                <a:cubicBezTo>
                  <a:pt x="1528" y="370"/>
                  <a:pt x="1528" y="370"/>
                  <a:pt x="1528" y="370"/>
                </a:cubicBezTo>
                <a:cubicBezTo>
                  <a:pt x="1528" y="370"/>
                  <a:pt x="1528" y="370"/>
                  <a:pt x="1528" y="370"/>
                </a:cubicBezTo>
                <a:cubicBezTo>
                  <a:pt x="1533" y="366"/>
                  <a:pt x="1533" y="366"/>
                  <a:pt x="1533" y="366"/>
                </a:cubicBezTo>
                <a:cubicBezTo>
                  <a:pt x="1533" y="366"/>
                  <a:pt x="1533" y="366"/>
                  <a:pt x="1533" y="366"/>
                </a:cubicBezTo>
                <a:cubicBezTo>
                  <a:pt x="1538" y="362"/>
                  <a:pt x="1538" y="362"/>
                  <a:pt x="1538" y="362"/>
                </a:cubicBezTo>
                <a:cubicBezTo>
                  <a:pt x="1538" y="362"/>
                  <a:pt x="1538" y="362"/>
                  <a:pt x="1538" y="362"/>
                </a:cubicBezTo>
                <a:cubicBezTo>
                  <a:pt x="1542" y="357"/>
                  <a:pt x="1542" y="357"/>
                  <a:pt x="1542" y="357"/>
                </a:cubicBezTo>
                <a:cubicBezTo>
                  <a:pt x="1542" y="357"/>
                  <a:pt x="1542" y="357"/>
                  <a:pt x="1542" y="357"/>
                </a:cubicBezTo>
                <a:cubicBezTo>
                  <a:pt x="1545" y="353"/>
                  <a:pt x="1545" y="353"/>
                  <a:pt x="1545" y="353"/>
                </a:cubicBezTo>
                <a:cubicBezTo>
                  <a:pt x="1545" y="353"/>
                  <a:pt x="1545" y="353"/>
                  <a:pt x="1545" y="353"/>
                </a:cubicBezTo>
                <a:cubicBezTo>
                  <a:pt x="1550" y="348"/>
                  <a:pt x="1550" y="348"/>
                  <a:pt x="1550" y="348"/>
                </a:cubicBezTo>
                <a:cubicBezTo>
                  <a:pt x="1550" y="348"/>
                  <a:pt x="1550" y="348"/>
                  <a:pt x="1550" y="348"/>
                </a:cubicBezTo>
                <a:cubicBezTo>
                  <a:pt x="1568" y="312"/>
                  <a:pt x="1568" y="312"/>
                  <a:pt x="1568" y="312"/>
                </a:cubicBezTo>
                <a:cubicBezTo>
                  <a:pt x="1568" y="312"/>
                  <a:pt x="1568" y="312"/>
                  <a:pt x="1568" y="312"/>
                </a:cubicBezTo>
                <a:cubicBezTo>
                  <a:pt x="1583" y="269"/>
                  <a:pt x="1583" y="269"/>
                  <a:pt x="1583" y="269"/>
                </a:cubicBezTo>
                <a:cubicBezTo>
                  <a:pt x="1583" y="269"/>
                  <a:pt x="1583" y="269"/>
                  <a:pt x="1583" y="269"/>
                </a:cubicBezTo>
                <a:cubicBezTo>
                  <a:pt x="1584" y="269"/>
                  <a:pt x="1584" y="269"/>
                  <a:pt x="1584" y="269"/>
                </a:cubicBezTo>
                <a:cubicBezTo>
                  <a:pt x="1584" y="269"/>
                  <a:pt x="1584" y="269"/>
                  <a:pt x="1584" y="269"/>
                </a:cubicBezTo>
                <a:cubicBezTo>
                  <a:pt x="1586" y="267"/>
                  <a:pt x="1586" y="267"/>
                  <a:pt x="1586" y="267"/>
                </a:cubicBezTo>
                <a:cubicBezTo>
                  <a:pt x="1586" y="267"/>
                  <a:pt x="1586" y="267"/>
                  <a:pt x="1586" y="267"/>
                </a:cubicBezTo>
                <a:cubicBezTo>
                  <a:pt x="1588" y="266"/>
                  <a:pt x="1588" y="266"/>
                  <a:pt x="1588" y="266"/>
                </a:cubicBezTo>
                <a:cubicBezTo>
                  <a:pt x="1588" y="266"/>
                  <a:pt x="1588" y="266"/>
                  <a:pt x="1588" y="266"/>
                </a:cubicBezTo>
                <a:cubicBezTo>
                  <a:pt x="1591" y="264"/>
                  <a:pt x="1591" y="264"/>
                  <a:pt x="1591" y="264"/>
                </a:cubicBezTo>
                <a:cubicBezTo>
                  <a:pt x="1591" y="264"/>
                  <a:pt x="1591" y="264"/>
                  <a:pt x="1591" y="264"/>
                </a:cubicBezTo>
                <a:cubicBezTo>
                  <a:pt x="1593" y="263"/>
                  <a:pt x="1593" y="263"/>
                  <a:pt x="1593" y="263"/>
                </a:cubicBezTo>
                <a:cubicBezTo>
                  <a:pt x="1593" y="263"/>
                  <a:pt x="1593" y="263"/>
                  <a:pt x="1593" y="263"/>
                </a:cubicBezTo>
                <a:cubicBezTo>
                  <a:pt x="1597" y="262"/>
                  <a:pt x="1597" y="262"/>
                  <a:pt x="1597" y="262"/>
                </a:cubicBezTo>
                <a:cubicBezTo>
                  <a:pt x="1597" y="262"/>
                  <a:pt x="1597" y="262"/>
                  <a:pt x="1597" y="262"/>
                </a:cubicBezTo>
                <a:cubicBezTo>
                  <a:pt x="1599" y="262"/>
                  <a:pt x="1599" y="262"/>
                  <a:pt x="1599" y="262"/>
                </a:cubicBezTo>
                <a:cubicBezTo>
                  <a:pt x="1599" y="262"/>
                  <a:pt x="1599" y="262"/>
                  <a:pt x="1599" y="262"/>
                </a:cubicBezTo>
                <a:cubicBezTo>
                  <a:pt x="1602" y="261"/>
                  <a:pt x="1602" y="261"/>
                  <a:pt x="1602" y="261"/>
                </a:cubicBezTo>
                <a:cubicBezTo>
                  <a:pt x="1602" y="261"/>
                  <a:pt x="1602" y="261"/>
                  <a:pt x="1602" y="261"/>
                </a:cubicBezTo>
                <a:cubicBezTo>
                  <a:pt x="1602" y="260"/>
                  <a:pt x="1602" y="260"/>
                  <a:pt x="1602" y="260"/>
                </a:cubicBezTo>
                <a:cubicBezTo>
                  <a:pt x="1602" y="260"/>
                  <a:pt x="1602" y="260"/>
                  <a:pt x="1602" y="260"/>
                </a:cubicBezTo>
                <a:cubicBezTo>
                  <a:pt x="1604" y="258"/>
                  <a:pt x="1604" y="258"/>
                  <a:pt x="1604" y="258"/>
                </a:cubicBezTo>
                <a:cubicBezTo>
                  <a:pt x="1604" y="258"/>
                  <a:pt x="1604" y="258"/>
                  <a:pt x="1604" y="258"/>
                </a:cubicBezTo>
                <a:cubicBezTo>
                  <a:pt x="1606" y="257"/>
                  <a:pt x="1606" y="257"/>
                  <a:pt x="1606" y="257"/>
                </a:cubicBezTo>
                <a:cubicBezTo>
                  <a:pt x="1606" y="257"/>
                  <a:pt x="1606" y="257"/>
                  <a:pt x="1606" y="257"/>
                </a:cubicBezTo>
                <a:cubicBezTo>
                  <a:pt x="1609" y="256"/>
                  <a:pt x="1609" y="256"/>
                  <a:pt x="1609" y="256"/>
                </a:cubicBezTo>
                <a:cubicBezTo>
                  <a:pt x="1609" y="256"/>
                  <a:pt x="1609" y="256"/>
                  <a:pt x="1609" y="256"/>
                </a:cubicBezTo>
                <a:cubicBezTo>
                  <a:pt x="1611" y="256"/>
                  <a:pt x="1611" y="256"/>
                  <a:pt x="1611" y="256"/>
                </a:cubicBezTo>
                <a:cubicBezTo>
                  <a:pt x="1611" y="256"/>
                  <a:pt x="1611" y="256"/>
                  <a:pt x="1611" y="256"/>
                </a:cubicBezTo>
                <a:cubicBezTo>
                  <a:pt x="1613" y="255"/>
                  <a:pt x="1613" y="255"/>
                  <a:pt x="1613" y="255"/>
                </a:cubicBezTo>
                <a:cubicBezTo>
                  <a:pt x="1613" y="255"/>
                  <a:pt x="1613" y="255"/>
                  <a:pt x="1613" y="255"/>
                </a:cubicBezTo>
                <a:cubicBezTo>
                  <a:pt x="1616" y="255"/>
                  <a:pt x="1616" y="255"/>
                  <a:pt x="1616" y="255"/>
                </a:cubicBezTo>
                <a:cubicBezTo>
                  <a:pt x="1616" y="255"/>
                  <a:pt x="1616" y="255"/>
                  <a:pt x="1616" y="255"/>
                </a:cubicBezTo>
                <a:cubicBezTo>
                  <a:pt x="1619" y="254"/>
                  <a:pt x="1619" y="254"/>
                  <a:pt x="1619" y="254"/>
                </a:cubicBezTo>
                <a:cubicBezTo>
                  <a:pt x="1619" y="254"/>
                  <a:pt x="1619" y="254"/>
                  <a:pt x="1619" y="254"/>
                </a:cubicBezTo>
                <a:cubicBezTo>
                  <a:pt x="1697" y="217"/>
                  <a:pt x="1697" y="217"/>
                  <a:pt x="1697" y="217"/>
                </a:cubicBezTo>
                <a:cubicBezTo>
                  <a:pt x="1697" y="217"/>
                  <a:pt x="1697" y="217"/>
                  <a:pt x="1697" y="217"/>
                </a:cubicBezTo>
                <a:cubicBezTo>
                  <a:pt x="1695" y="215"/>
                  <a:pt x="1695" y="215"/>
                  <a:pt x="1695" y="215"/>
                </a:cubicBezTo>
                <a:cubicBezTo>
                  <a:pt x="1695" y="215"/>
                  <a:pt x="1695" y="215"/>
                  <a:pt x="1695" y="215"/>
                </a:cubicBezTo>
                <a:cubicBezTo>
                  <a:pt x="1691" y="214"/>
                  <a:pt x="1691" y="214"/>
                  <a:pt x="1691" y="214"/>
                </a:cubicBezTo>
                <a:cubicBezTo>
                  <a:pt x="1691" y="214"/>
                  <a:pt x="1691" y="214"/>
                  <a:pt x="1691" y="214"/>
                </a:cubicBezTo>
                <a:cubicBezTo>
                  <a:pt x="1688" y="212"/>
                  <a:pt x="1688" y="212"/>
                  <a:pt x="1688" y="212"/>
                </a:cubicBezTo>
                <a:cubicBezTo>
                  <a:pt x="1688" y="212"/>
                  <a:pt x="1688" y="212"/>
                  <a:pt x="1688" y="212"/>
                </a:cubicBezTo>
                <a:cubicBezTo>
                  <a:pt x="1685" y="210"/>
                  <a:pt x="1685" y="210"/>
                  <a:pt x="1685" y="210"/>
                </a:cubicBezTo>
                <a:cubicBezTo>
                  <a:pt x="1685" y="210"/>
                  <a:pt x="1685" y="210"/>
                  <a:pt x="1685" y="210"/>
                </a:cubicBezTo>
                <a:cubicBezTo>
                  <a:pt x="1682" y="209"/>
                  <a:pt x="1682" y="209"/>
                  <a:pt x="1682" y="209"/>
                </a:cubicBezTo>
                <a:cubicBezTo>
                  <a:pt x="1682" y="209"/>
                  <a:pt x="1682" y="209"/>
                  <a:pt x="1682" y="209"/>
                </a:cubicBezTo>
                <a:cubicBezTo>
                  <a:pt x="1679" y="207"/>
                  <a:pt x="1679" y="207"/>
                  <a:pt x="1679" y="207"/>
                </a:cubicBezTo>
                <a:cubicBezTo>
                  <a:pt x="1679" y="207"/>
                  <a:pt x="1679" y="207"/>
                  <a:pt x="1679" y="207"/>
                </a:cubicBezTo>
                <a:cubicBezTo>
                  <a:pt x="1675" y="206"/>
                  <a:pt x="1675" y="206"/>
                  <a:pt x="1675" y="206"/>
                </a:cubicBezTo>
                <a:cubicBezTo>
                  <a:pt x="1675" y="206"/>
                  <a:pt x="1675" y="206"/>
                  <a:pt x="1675" y="206"/>
                </a:cubicBezTo>
                <a:cubicBezTo>
                  <a:pt x="1673" y="205"/>
                  <a:pt x="1673" y="205"/>
                  <a:pt x="1673" y="205"/>
                </a:cubicBezTo>
                <a:cubicBezTo>
                  <a:pt x="1673" y="205"/>
                  <a:pt x="1673" y="205"/>
                  <a:pt x="1673" y="205"/>
                </a:cubicBezTo>
                <a:cubicBezTo>
                  <a:pt x="1664" y="214"/>
                  <a:pt x="1664" y="214"/>
                  <a:pt x="1664" y="214"/>
                </a:cubicBezTo>
                <a:cubicBezTo>
                  <a:pt x="1664" y="214"/>
                  <a:pt x="1664" y="214"/>
                  <a:pt x="1664" y="214"/>
                </a:cubicBezTo>
                <a:cubicBezTo>
                  <a:pt x="1654" y="221"/>
                  <a:pt x="1654" y="221"/>
                  <a:pt x="1654" y="221"/>
                </a:cubicBezTo>
                <a:cubicBezTo>
                  <a:pt x="1654" y="221"/>
                  <a:pt x="1654" y="221"/>
                  <a:pt x="1654" y="221"/>
                </a:cubicBezTo>
                <a:cubicBezTo>
                  <a:pt x="1645" y="229"/>
                  <a:pt x="1645" y="229"/>
                  <a:pt x="1645" y="229"/>
                </a:cubicBezTo>
                <a:cubicBezTo>
                  <a:pt x="1645" y="229"/>
                  <a:pt x="1645" y="229"/>
                  <a:pt x="1645" y="229"/>
                </a:cubicBezTo>
                <a:cubicBezTo>
                  <a:pt x="1636" y="234"/>
                  <a:pt x="1636" y="234"/>
                  <a:pt x="1636" y="234"/>
                </a:cubicBezTo>
                <a:cubicBezTo>
                  <a:pt x="1636" y="234"/>
                  <a:pt x="1636" y="234"/>
                  <a:pt x="1636" y="234"/>
                </a:cubicBezTo>
                <a:cubicBezTo>
                  <a:pt x="1624" y="240"/>
                  <a:pt x="1624" y="240"/>
                  <a:pt x="1624" y="240"/>
                </a:cubicBezTo>
                <a:cubicBezTo>
                  <a:pt x="1624" y="240"/>
                  <a:pt x="1624" y="240"/>
                  <a:pt x="1624" y="240"/>
                </a:cubicBezTo>
                <a:cubicBezTo>
                  <a:pt x="1613" y="244"/>
                  <a:pt x="1613" y="244"/>
                  <a:pt x="1613" y="244"/>
                </a:cubicBezTo>
                <a:cubicBezTo>
                  <a:pt x="1613" y="244"/>
                  <a:pt x="1613" y="244"/>
                  <a:pt x="1613" y="244"/>
                </a:cubicBezTo>
                <a:cubicBezTo>
                  <a:pt x="1602" y="248"/>
                  <a:pt x="1602" y="248"/>
                  <a:pt x="1602" y="248"/>
                </a:cubicBezTo>
                <a:cubicBezTo>
                  <a:pt x="1602" y="248"/>
                  <a:pt x="1602" y="248"/>
                  <a:pt x="1602" y="248"/>
                </a:cubicBezTo>
                <a:cubicBezTo>
                  <a:pt x="1590" y="251"/>
                  <a:pt x="1590" y="251"/>
                  <a:pt x="1590" y="251"/>
                </a:cubicBezTo>
                <a:cubicBezTo>
                  <a:pt x="1586" y="249"/>
                  <a:pt x="1586" y="249"/>
                  <a:pt x="1586" y="249"/>
                </a:cubicBezTo>
                <a:cubicBezTo>
                  <a:pt x="1606" y="141"/>
                  <a:pt x="1606" y="141"/>
                  <a:pt x="1606" y="141"/>
                </a:cubicBezTo>
                <a:cubicBezTo>
                  <a:pt x="1606" y="141"/>
                  <a:pt x="1606" y="141"/>
                  <a:pt x="1606" y="141"/>
                </a:cubicBezTo>
                <a:cubicBezTo>
                  <a:pt x="1606" y="138"/>
                  <a:pt x="1607" y="134"/>
                  <a:pt x="1607" y="131"/>
                </a:cubicBezTo>
                <a:cubicBezTo>
                  <a:pt x="1607" y="131"/>
                  <a:pt x="1607" y="131"/>
                  <a:pt x="1607" y="131"/>
                </a:cubicBezTo>
                <a:cubicBezTo>
                  <a:pt x="1605" y="123"/>
                  <a:pt x="1605" y="122"/>
                  <a:pt x="1601" y="114"/>
                </a:cubicBezTo>
                <a:cubicBezTo>
                  <a:pt x="1601" y="114"/>
                  <a:pt x="1601" y="114"/>
                  <a:pt x="1601" y="114"/>
                </a:cubicBezTo>
                <a:cubicBezTo>
                  <a:pt x="1599" y="112"/>
                  <a:pt x="1597" y="109"/>
                  <a:pt x="1595" y="106"/>
                </a:cubicBezTo>
                <a:cubicBezTo>
                  <a:pt x="1595" y="106"/>
                  <a:pt x="1595" y="106"/>
                  <a:pt x="1595" y="106"/>
                </a:cubicBezTo>
                <a:cubicBezTo>
                  <a:pt x="1588" y="100"/>
                  <a:pt x="1588" y="100"/>
                  <a:pt x="1588" y="100"/>
                </a:cubicBezTo>
                <a:cubicBezTo>
                  <a:pt x="1588" y="100"/>
                  <a:pt x="1588" y="100"/>
                  <a:pt x="1588" y="100"/>
                </a:cubicBezTo>
                <a:cubicBezTo>
                  <a:pt x="1580" y="94"/>
                  <a:pt x="1580" y="94"/>
                  <a:pt x="1580" y="94"/>
                </a:cubicBezTo>
                <a:cubicBezTo>
                  <a:pt x="1580" y="94"/>
                  <a:pt x="1580" y="94"/>
                  <a:pt x="1580" y="94"/>
                </a:cubicBezTo>
                <a:cubicBezTo>
                  <a:pt x="1571" y="87"/>
                  <a:pt x="1571" y="87"/>
                  <a:pt x="1571" y="87"/>
                </a:cubicBezTo>
                <a:cubicBezTo>
                  <a:pt x="1571" y="87"/>
                  <a:pt x="1571" y="87"/>
                  <a:pt x="1571" y="87"/>
                </a:cubicBezTo>
                <a:cubicBezTo>
                  <a:pt x="1564" y="81"/>
                  <a:pt x="1564" y="81"/>
                  <a:pt x="1564" y="81"/>
                </a:cubicBezTo>
                <a:cubicBezTo>
                  <a:pt x="1564" y="81"/>
                  <a:pt x="1564" y="81"/>
                  <a:pt x="1564" y="81"/>
                </a:cubicBezTo>
                <a:cubicBezTo>
                  <a:pt x="1562" y="81"/>
                  <a:pt x="1562" y="81"/>
                  <a:pt x="1562" y="81"/>
                </a:cubicBezTo>
                <a:cubicBezTo>
                  <a:pt x="1562" y="81"/>
                  <a:pt x="1562" y="81"/>
                  <a:pt x="1562" y="81"/>
                </a:cubicBezTo>
                <a:cubicBezTo>
                  <a:pt x="1560" y="81"/>
                  <a:pt x="1560" y="81"/>
                  <a:pt x="1560" y="81"/>
                </a:cubicBezTo>
                <a:cubicBezTo>
                  <a:pt x="1560" y="81"/>
                  <a:pt x="1560" y="81"/>
                  <a:pt x="1560" y="81"/>
                </a:cubicBezTo>
                <a:cubicBezTo>
                  <a:pt x="1558" y="80"/>
                  <a:pt x="1558" y="80"/>
                  <a:pt x="1558" y="80"/>
                </a:cubicBezTo>
                <a:cubicBezTo>
                  <a:pt x="1558" y="80"/>
                  <a:pt x="1558" y="80"/>
                  <a:pt x="1558" y="80"/>
                </a:cubicBezTo>
                <a:cubicBezTo>
                  <a:pt x="1557" y="79"/>
                  <a:pt x="1557" y="79"/>
                  <a:pt x="1557" y="79"/>
                </a:cubicBezTo>
                <a:cubicBezTo>
                  <a:pt x="1557" y="79"/>
                  <a:pt x="1557" y="79"/>
                  <a:pt x="1557" y="79"/>
                </a:cubicBezTo>
                <a:cubicBezTo>
                  <a:pt x="1554" y="80"/>
                  <a:pt x="1554" y="80"/>
                  <a:pt x="1551" y="80"/>
                </a:cubicBezTo>
                <a:cubicBezTo>
                  <a:pt x="1551" y="80"/>
                  <a:pt x="1551" y="80"/>
                  <a:pt x="1551" y="80"/>
                </a:cubicBezTo>
                <a:cubicBezTo>
                  <a:pt x="1551" y="80"/>
                  <a:pt x="1551" y="80"/>
                  <a:pt x="1551" y="80"/>
                </a:cubicBezTo>
                <a:cubicBezTo>
                  <a:pt x="1551" y="80"/>
                  <a:pt x="1551" y="80"/>
                  <a:pt x="1551" y="80"/>
                </a:cubicBezTo>
                <a:cubicBezTo>
                  <a:pt x="1550" y="82"/>
                  <a:pt x="1550" y="82"/>
                  <a:pt x="1550" y="82"/>
                </a:cubicBezTo>
                <a:cubicBezTo>
                  <a:pt x="1550" y="82"/>
                  <a:pt x="1550" y="82"/>
                  <a:pt x="1550" y="82"/>
                </a:cubicBezTo>
                <a:cubicBezTo>
                  <a:pt x="1556" y="90"/>
                  <a:pt x="1556" y="90"/>
                  <a:pt x="1556" y="90"/>
                </a:cubicBezTo>
                <a:cubicBezTo>
                  <a:pt x="1556" y="90"/>
                  <a:pt x="1556" y="90"/>
                  <a:pt x="1556" y="90"/>
                </a:cubicBezTo>
                <a:cubicBezTo>
                  <a:pt x="1560" y="99"/>
                  <a:pt x="1560" y="99"/>
                  <a:pt x="1560" y="99"/>
                </a:cubicBezTo>
                <a:cubicBezTo>
                  <a:pt x="1560" y="99"/>
                  <a:pt x="1560" y="99"/>
                  <a:pt x="1560" y="99"/>
                </a:cubicBezTo>
                <a:cubicBezTo>
                  <a:pt x="1562" y="107"/>
                  <a:pt x="1562" y="107"/>
                  <a:pt x="1562" y="107"/>
                </a:cubicBezTo>
                <a:cubicBezTo>
                  <a:pt x="1562" y="107"/>
                  <a:pt x="1562" y="107"/>
                  <a:pt x="1562" y="107"/>
                </a:cubicBezTo>
                <a:cubicBezTo>
                  <a:pt x="1565" y="114"/>
                  <a:pt x="1565" y="114"/>
                  <a:pt x="1565" y="114"/>
                </a:cubicBezTo>
                <a:cubicBezTo>
                  <a:pt x="1565" y="114"/>
                  <a:pt x="1565" y="114"/>
                  <a:pt x="1565" y="114"/>
                </a:cubicBezTo>
                <a:cubicBezTo>
                  <a:pt x="1566" y="120"/>
                  <a:pt x="1566" y="125"/>
                  <a:pt x="1567" y="130"/>
                </a:cubicBezTo>
                <a:cubicBezTo>
                  <a:pt x="1567" y="130"/>
                  <a:pt x="1567" y="130"/>
                  <a:pt x="1567" y="130"/>
                </a:cubicBezTo>
                <a:cubicBezTo>
                  <a:pt x="1571" y="145"/>
                  <a:pt x="1574" y="143"/>
                  <a:pt x="1572" y="160"/>
                </a:cubicBezTo>
                <a:cubicBezTo>
                  <a:pt x="1572" y="160"/>
                  <a:pt x="1572" y="160"/>
                  <a:pt x="1572" y="160"/>
                </a:cubicBezTo>
                <a:cubicBezTo>
                  <a:pt x="1572" y="175"/>
                  <a:pt x="1572" y="175"/>
                  <a:pt x="1572" y="175"/>
                </a:cubicBezTo>
                <a:cubicBezTo>
                  <a:pt x="1572" y="175"/>
                  <a:pt x="1572" y="175"/>
                  <a:pt x="1572" y="175"/>
                </a:cubicBezTo>
                <a:cubicBezTo>
                  <a:pt x="1572" y="190"/>
                  <a:pt x="1572" y="190"/>
                  <a:pt x="1572" y="190"/>
                </a:cubicBezTo>
                <a:cubicBezTo>
                  <a:pt x="1572" y="190"/>
                  <a:pt x="1572" y="190"/>
                  <a:pt x="1572" y="190"/>
                </a:cubicBezTo>
                <a:cubicBezTo>
                  <a:pt x="1574" y="205"/>
                  <a:pt x="1574" y="205"/>
                  <a:pt x="1574" y="205"/>
                </a:cubicBezTo>
                <a:cubicBezTo>
                  <a:pt x="1574" y="205"/>
                  <a:pt x="1574" y="205"/>
                  <a:pt x="1574" y="205"/>
                </a:cubicBezTo>
                <a:cubicBezTo>
                  <a:pt x="1572" y="220"/>
                  <a:pt x="1572" y="220"/>
                  <a:pt x="1572" y="220"/>
                </a:cubicBezTo>
                <a:cubicBezTo>
                  <a:pt x="1572" y="220"/>
                  <a:pt x="1572" y="220"/>
                  <a:pt x="1572" y="220"/>
                </a:cubicBezTo>
                <a:cubicBezTo>
                  <a:pt x="1570" y="234"/>
                  <a:pt x="1570" y="234"/>
                  <a:pt x="1570" y="234"/>
                </a:cubicBezTo>
                <a:cubicBezTo>
                  <a:pt x="1570" y="234"/>
                  <a:pt x="1570" y="234"/>
                  <a:pt x="1570" y="234"/>
                </a:cubicBezTo>
                <a:cubicBezTo>
                  <a:pt x="1565" y="248"/>
                  <a:pt x="1565" y="248"/>
                  <a:pt x="1565" y="248"/>
                </a:cubicBezTo>
                <a:cubicBezTo>
                  <a:pt x="1565" y="248"/>
                  <a:pt x="1565" y="248"/>
                  <a:pt x="1565" y="248"/>
                </a:cubicBezTo>
                <a:cubicBezTo>
                  <a:pt x="1558" y="259"/>
                  <a:pt x="1558" y="259"/>
                  <a:pt x="1558" y="259"/>
                </a:cubicBezTo>
                <a:cubicBezTo>
                  <a:pt x="1558" y="259"/>
                  <a:pt x="1558" y="259"/>
                  <a:pt x="1558" y="259"/>
                </a:cubicBezTo>
                <a:cubicBezTo>
                  <a:pt x="1511" y="269"/>
                  <a:pt x="1511" y="269"/>
                  <a:pt x="1511" y="269"/>
                </a:cubicBezTo>
                <a:cubicBezTo>
                  <a:pt x="1511" y="269"/>
                  <a:pt x="1511" y="269"/>
                  <a:pt x="1511" y="269"/>
                </a:cubicBezTo>
                <a:cubicBezTo>
                  <a:pt x="1469" y="282"/>
                  <a:pt x="1469" y="282"/>
                  <a:pt x="1469" y="282"/>
                </a:cubicBezTo>
                <a:cubicBezTo>
                  <a:pt x="1469" y="282"/>
                  <a:pt x="1469" y="282"/>
                  <a:pt x="1469" y="282"/>
                </a:cubicBezTo>
                <a:cubicBezTo>
                  <a:pt x="1455" y="286"/>
                  <a:pt x="1455" y="286"/>
                  <a:pt x="1455" y="286"/>
                </a:cubicBezTo>
                <a:cubicBezTo>
                  <a:pt x="1455" y="286"/>
                  <a:pt x="1455" y="286"/>
                  <a:pt x="1455" y="286"/>
                </a:cubicBezTo>
                <a:cubicBezTo>
                  <a:pt x="1442" y="290"/>
                  <a:pt x="1442" y="290"/>
                  <a:pt x="1442" y="290"/>
                </a:cubicBezTo>
                <a:cubicBezTo>
                  <a:pt x="1442" y="290"/>
                  <a:pt x="1442" y="290"/>
                  <a:pt x="1442" y="290"/>
                </a:cubicBezTo>
                <a:cubicBezTo>
                  <a:pt x="1427" y="295"/>
                  <a:pt x="1427" y="295"/>
                  <a:pt x="1427" y="295"/>
                </a:cubicBezTo>
                <a:cubicBezTo>
                  <a:pt x="1427" y="295"/>
                  <a:pt x="1427" y="295"/>
                  <a:pt x="1427" y="295"/>
                </a:cubicBezTo>
                <a:cubicBezTo>
                  <a:pt x="1415" y="299"/>
                  <a:pt x="1415" y="299"/>
                  <a:pt x="1415" y="299"/>
                </a:cubicBezTo>
                <a:cubicBezTo>
                  <a:pt x="1415" y="299"/>
                  <a:pt x="1415" y="299"/>
                  <a:pt x="1415" y="299"/>
                </a:cubicBezTo>
                <a:cubicBezTo>
                  <a:pt x="1401" y="305"/>
                  <a:pt x="1401" y="305"/>
                  <a:pt x="1401" y="305"/>
                </a:cubicBezTo>
                <a:cubicBezTo>
                  <a:pt x="1401" y="305"/>
                  <a:pt x="1401" y="305"/>
                  <a:pt x="1401" y="305"/>
                </a:cubicBezTo>
                <a:cubicBezTo>
                  <a:pt x="1387" y="310"/>
                  <a:pt x="1387" y="310"/>
                  <a:pt x="1387" y="310"/>
                </a:cubicBezTo>
                <a:cubicBezTo>
                  <a:pt x="1387" y="310"/>
                  <a:pt x="1387" y="310"/>
                  <a:pt x="1387" y="310"/>
                </a:cubicBezTo>
                <a:cubicBezTo>
                  <a:pt x="1374" y="313"/>
                  <a:pt x="1374" y="313"/>
                  <a:pt x="1374" y="313"/>
                </a:cubicBezTo>
                <a:cubicBezTo>
                  <a:pt x="1374" y="313"/>
                  <a:pt x="1374" y="313"/>
                  <a:pt x="1374" y="313"/>
                </a:cubicBezTo>
                <a:cubicBezTo>
                  <a:pt x="1361" y="316"/>
                  <a:pt x="1361" y="316"/>
                  <a:pt x="1361" y="316"/>
                </a:cubicBezTo>
                <a:cubicBezTo>
                  <a:pt x="1361" y="316"/>
                  <a:pt x="1361" y="316"/>
                  <a:pt x="1361" y="316"/>
                </a:cubicBezTo>
                <a:cubicBezTo>
                  <a:pt x="1393" y="337"/>
                  <a:pt x="1393" y="337"/>
                  <a:pt x="1393" y="337"/>
                </a:cubicBezTo>
                <a:cubicBezTo>
                  <a:pt x="1393" y="337"/>
                  <a:pt x="1393" y="337"/>
                  <a:pt x="1393" y="337"/>
                </a:cubicBezTo>
                <a:cubicBezTo>
                  <a:pt x="1396" y="338"/>
                  <a:pt x="1396" y="338"/>
                  <a:pt x="1396" y="338"/>
                </a:cubicBezTo>
                <a:cubicBezTo>
                  <a:pt x="1396" y="338"/>
                  <a:pt x="1396" y="338"/>
                  <a:pt x="1396" y="338"/>
                </a:cubicBezTo>
                <a:cubicBezTo>
                  <a:pt x="1400" y="338"/>
                  <a:pt x="1400" y="338"/>
                  <a:pt x="1400" y="338"/>
                </a:cubicBezTo>
                <a:cubicBezTo>
                  <a:pt x="1400" y="338"/>
                  <a:pt x="1400" y="338"/>
                  <a:pt x="1400" y="338"/>
                </a:cubicBezTo>
                <a:cubicBezTo>
                  <a:pt x="1403" y="338"/>
                  <a:pt x="1403" y="338"/>
                  <a:pt x="1403" y="338"/>
                </a:cubicBezTo>
                <a:cubicBezTo>
                  <a:pt x="1403" y="338"/>
                  <a:pt x="1403" y="338"/>
                  <a:pt x="1403" y="338"/>
                </a:cubicBezTo>
                <a:cubicBezTo>
                  <a:pt x="1407" y="338"/>
                  <a:pt x="1407" y="338"/>
                  <a:pt x="1407" y="338"/>
                </a:cubicBezTo>
                <a:cubicBezTo>
                  <a:pt x="1407" y="338"/>
                  <a:pt x="1407" y="338"/>
                  <a:pt x="1407" y="338"/>
                </a:cubicBezTo>
                <a:cubicBezTo>
                  <a:pt x="1411" y="337"/>
                  <a:pt x="1411" y="337"/>
                  <a:pt x="1411" y="337"/>
                </a:cubicBezTo>
                <a:cubicBezTo>
                  <a:pt x="1411" y="337"/>
                  <a:pt x="1411" y="337"/>
                  <a:pt x="1411" y="337"/>
                </a:cubicBezTo>
                <a:cubicBezTo>
                  <a:pt x="1415" y="335"/>
                  <a:pt x="1415" y="335"/>
                  <a:pt x="1415" y="335"/>
                </a:cubicBezTo>
                <a:cubicBezTo>
                  <a:pt x="1415" y="335"/>
                  <a:pt x="1415" y="335"/>
                  <a:pt x="1415" y="335"/>
                </a:cubicBezTo>
                <a:cubicBezTo>
                  <a:pt x="1417" y="333"/>
                  <a:pt x="1417" y="333"/>
                  <a:pt x="1417" y="333"/>
                </a:cubicBezTo>
                <a:cubicBezTo>
                  <a:pt x="1417" y="333"/>
                  <a:pt x="1417" y="333"/>
                  <a:pt x="1417" y="333"/>
                </a:cubicBezTo>
                <a:cubicBezTo>
                  <a:pt x="1420" y="330"/>
                  <a:pt x="1420" y="330"/>
                  <a:pt x="1420" y="330"/>
                </a:cubicBezTo>
                <a:cubicBezTo>
                  <a:pt x="1420" y="330"/>
                  <a:pt x="1420" y="330"/>
                  <a:pt x="1420" y="330"/>
                </a:cubicBezTo>
                <a:cubicBezTo>
                  <a:pt x="1450" y="315"/>
                  <a:pt x="1450" y="315"/>
                  <a:pt x="1450" y="315"/>
                </a:cubicBezTo>
                <a:cubicBezTo>
                  <a:pt x="1450" y="315"/>
                  <a:pt x="1450" y="315"/>
                  <a:pt x="1450" y="315"/>
                </a:cubicBezTo>
                <a:cubicBezTo>
                  <a:pt x="1463" y="310"/>
                  <a:pt x="1463" y="310"/>
                  <a:pt x="1463" y="310"/>
                </a:cubicBezTo>
                <a:cubicBezTo>
                  <a:pt x="1463" y="310"/>
                  <a:pt x="1463" y="310"/>
                  <a:pt x="1463" y="310"/>
                </a:cubicBezTo>
                <a:cubicBezTo>
                  <a:pt x="1476" y="305"/>
                  <a:pt x="1476" y="305"/>
                  <a:pt x="1476" y="305"/>
                </a:cubicBezTo>
                <a:cubicBezTo>
                  <a:pt x="1476" y="305"/>
                  <a:pt x="1476" y="305"/>
                  <a:pt x="1476" y="305"/>
                </a:cubicBezTo>
                <a:cubicBezTo>
                  <a:pt x="1489" y="299"/>
                  <a:pt x="1489" y="299"/>
                  <a:pt x="1489" y="299"/>
                </a:cubicBezTo>
                <a:cubicBezTo>
                  <a:pt x="1489" y="299"/>
                  <a:pt x="1489" y="299"/>
                  <a:pt x="1489" y="299"/>
                </a:cubicBezTo>
                <a:cubicBezTo>
                  <a:pt x="1503" y="292"/>
                  <a:pt x="1503" y="292"/>
                  <a:pt x="1503" y="292"/>
                </a:cubicBezTo>
                <a:cubicBezTo>
                  <a:pt x="1503" y="292"/>
                  <a:pt x="1503" y="292"/>
                  <a:pt x="1503" y="292"/>
                </a:cubicBezTo>
                <a:cubicBezTo>
                  <a:pt x="1516" y="287"/>
                  <a:pt x="1516" y="287"/>
                  <a:pt x="1516" y="287"/>
                </a:cubicBezTo>
                <a:cubicBezTo>
                  <a:pt x="1516" y="287"/>
                  <a:pt x="1516" y="287"/>
                  <a:pt x="1516" y="287"/>
                </a:cubicBezTo>
                <a:cubicBezTo>
                  <a:pt x="1528" y="282"/>
                  <a:pt x="1528" y="282"/>
                  <a:pt x="1528" y="282"/>
                </a:cubicBezTo>
                <a:cubicBezTo>
                  <a:pt x="1528" y="282"/>
                  <a:pt x="1528" y="282"/>
                  <a:pt x="1528" y="282"/>
                </a:cubicBezTo>
                <a:cubicBezTo>
                  <a:pt x="1542" y="279"/>
                  <a:pt x="1542" y="279"/>
                  <a:pt x="1542" y="279"/>
                </a:cubicBezTo>
                <a:cubicBezTo>
                  <a:pt x="1542" y="279"/>
                  <a:pt x="1542" y="279"/>
                  <a:pt x="1542" y="279"/>
                </a:cubicBezTo>
                <a:cubicBezTo>
                  <a:pt x="1556" y="277"/>
                  <a:pt x="1556" y="277"/>
                  <a:pt x="1556" y="277"/>
                </a:cubicBezTo>
                <a:cubicBezTo>
                  <a:pt x="1556" y="277"/>
                  <a:pt x="1556" y="277"/>
                  <a:pt x="1556" y="277"/>
                </a:cubicBezTo>
                <a:cubicBezTo>
                  <a:pt x="1556" y="279"/>
                  <a:pt x="1556" y="279"/>
                  <a:pt x="1556" y="279"/>
                </a:cubicBezTo>
                <a:cubicBezTo>
                  <a:pt x="1556" y="279"/>
                  <a:pt x="1556" y="279"/>
                  <a:pt x="1556" y="279"/>
                </a:cubicBezTo>
                <a:cubicBezTo>
                  <a:pt x="1557" y="280"/>
                  <a:pt x="1557" y="280"/>
                  <a:pt x="1557" y="280"/>
                </a:cubicBezTo>
                <a:cubicBezTo>
                  <a:pt x="1557" y="280"/>
                  <a:pt x="1557" y="280"/>
                  <a:pt x="1557" y="280"/>
                </a:cubicBezTo>
                <a:cubicBezTo>
                  <a:pt x="1557" y="282"/>
                  <a:pt x="1557" y="282"/>
                  <a:pt x="1557" y="282"/>
                </a:cubicBezTo>
                <a:cubicBezTo>
                  <a:pt x="1557" y="282"/>
                  <a:pt x="1557" y="282"/>
                  <a:pt x="1557" y="282"/>
                </a:cubicBezTo>
                <a:cubicBezTo>
                  <a:pt x="1558" y="282"/>
                  <a:pt x="1558" y="282"/>
                  <a:pt x="1558" y="282"/>
                </a:cubicBezTo>
                <a:cubicBezTo>
                  <a:pt x="1558" y="282"/>
                  <a:pt x="1558" y="282"/>
                  <a:pt x="1558" y="282"/>
                </a:cubicBezTo>
                <a:cubicBezTo>
                  <a:pt x="1558" y="284"/>
                  <a:pt x="1558" y="284"/>
                  <a:pt x="1558" y="284"/>
                </a:cubicBezTo>
                <a:cubicBezTo>
                  <a:pt x="1558" y="284"/>
                  <a:pt x="1558" y="284"/>
                  <a:pt x="1558" y="284"/>
                </a:cubicBezTo>
                <a:cubicBezTo>
                  <a:pt x="1558" y="284"/>
                  <a:pt x="1558" y="284"/>
                  <a:pt x="1558" y="284"/>
                </a:cubicBezTo>
                <a:cubicBezTo>
                  <a:pt x="1558" y="284"/>
                  <a:pt x="1558" y="284"/>
                  <a:pt x="1558" y="284"/>
                </a:cubicBezTo>
                <a:cubicBezTo>
                  <a:pt x="1558" y="286"/>
                  <a:pt x="1558" y="286"/>
                  <a:pt x="1558" y="286"/>
                </a:cubicBezTo>
                <a:cubicBezTo>
                  <a:pt x="1558" y="286"/>
                  <a:pt x="1558" y="286"/>
                  <a:pt x="1558" y="286"/>
                </a:cubicBezTo>
                <a:cubicBezTo>
                  <a:pt x="1559" y="286"/>
                  <a:pt x="1559" y="286"/>
                  <a:pt x="1559" y="286"/>
                </a:cubicBezTo>
                <a:cubicBezTo>
                  <a:pt x="1559" y="286"/>
                  <a:pt x="1559" y="286"/>
                  <a:pt x="1559" y="286"/>
                </a:cubicBezTo>
                <a:cubicBezTo>
                  <a:pt x="1552" y="301"/>
                  <a:pt x="1552" y="301"/>
                  <a:pt x="1552" y="301"/>
                </a:cubicBezTo>
                <a:cubicBezTo>
                  <a:pt x="1552" y="301"/>
                  <a:pt x="1552" y="301"/>
                  <a:pt x="1552" y="301"/>
                </a:cubicBezTo>
                <a:cubicBezTo>
                  <a:pt x="1547" y="314"/>
                  <a:pt x="1547" y="314"/>
                  <a:pt x="1547" y="314"/>
                </a:cubicBezTo>
                <a:cubicBezTo>
                  <a:pt x="1547" y="314"/>
                  <a:pt x="1547" y="314"/>
                  <a:pt x="1547" y="314"/>
                </a:cubicBezTo>
                <a:cubicBezTo>
                  <a:pt x="1540" y="328"/>
                  <a:pt x="1540" y="328"/>
                  <a:pt x="1540" y="328"/>
                </a:cubicBezTo>
                <a:cubicBezTo>
                  <a:pt x="1540" y="328"/>
                  <a:pt x="1540" y="328"/>
                  <a:pt x="1540" y="328"/>
                </a:cubicBezTo>
                <a:cubicBezTo>
                  <a:pt x="1533" y="339"/>
                  <a:pt x="1533" y="339"/>
                  <a:pt x="1533" y="339"/>
                </a:cubicBezTo>
                <a:cubicBezTo>
                  <a:pt x="1533" y="339"/>
                  <a:pt x="1533" y="339"/>
                  <a:pt x="1533" y="339"/>
                </a:cubicBezTo>
                <a:cubicBezTo>
                  <a:pt x="1523" y="351"/>
                  <a:pt x="1523" y="351"/>
                  <a:pt x="1523" y="351"/>
                </a:cubicBezTo>
                <a:cubicBezTo>
                  <a:pt x="1523" y="351"/>
                  <a:pt x="1523" y="351"/>
                  <a:pt x="1523" y="351"/>
                </a:cubicBezTo>
                <a:cubicBezTo>
                  <a:pt x="1514" y="361"/>
                  <a:pt x="1514" y="361"/>
                  <a:pt x="1514" y="361"/>
                </a:cubicBezTo>
                <a:cubicBezTo>
                  <a:pt x="1514" y="361"/>
                  <a:pt x="1514" y="361"/>
                  <a:pt x="1514" y="361"/>
                </a:cubicBezTo>
                <a:cubicBezTo>
                  <a:pt x="1502" y="370"/>
                  <a:pt x="1502" y="370"/>
                  <a:pt x="1502" y="370"/>
                </a:cubicBezTo>
                <a:cubicBezTo>
                  <a:pt x="1502" y="370"/>
                  <a:pt x="1502" y="370"/>
                  <a:pt x="1502" y="370"/>
                </a:cubicBezTo>
                <a:cubicBezTo>
                  <a:pt x="1490" y="378"/>
                  <a:pt x="1490" y="378"/>
                  <a:pt x="1490" y="378"/>
                </a:cubicBezTo>
                <a:cubicBezTo>
                  <a:pt x="1490" y="378"/>
                  <a:pt x="1490" y="378"/>
                  <a:pt x="1490" y="378"/>
                </a:cubicBezTo>
                <a:cubicBezTo>
                  <a:pt x="1484" y="382"/>
                  <a:pt x="1484" y="382"/>
                  <a:pt x="1484" y="382"/>
                </a:cubicBezTo>
                <a:cubicBezTo>
                  <a:pt x="1484" y="382"/>
                  <a:pt x="1484" y="382"/>
                  <a:pt x="1484" y="382"/>
                </a:cubicBezTo>
                <a:cubicBezTo>
                  <a:pt x="1478" y="386"/>
                  <a:pt x="1478" y="386"/>
                  <a:pt x="1478" y="386"/>
                </a:cubicBezTo>
                <a:cubicBezTo>
                  <a:pt x="1478" y="386"/>
                  <a:pt x="1478" y="386"/>
                  <a:pt x="1478" y="386"/>
                </a:cubicBezTo>
                <a:cubicBezTo>
                  <a:pt x="1470" y="389"/>
                  <a:pt x="1470" y="389"/>
                  <a:pt x="1470" y="389"/>
                </a:cubicBezTo>
                <a:cubicBezTo>
                  <a:pt x="1470" y="389"/>
                  <a:pt x="1470" y="389"/>
                  <a:pt x="1470" y="389"/>
                </a:cubicBezTo>
                <a:cubicBezTo>
                  <a:pt x="1463" y="391"/>
                  <a:pt x="1463" y="391"/>
                  <a:pt x="1463" y="391"/>
                </a:cubicBezTo>
                <a:cubicBezTo>
                  <a:pt x="1463" y="391"/>
                  <a:pt x="1463" y="391"/>
                  <a:pt x="1463" y="391"/>
                </a:cubicBezTo>
                <a:cubicBezTo>
                  <a:pt x="1456" y="395"/>
                  <a:pt x="1456" y="395"/>
                  <a:pt x="1456" y="395"/>
                </a:cubicBezTo>
                <a:cubicBezTo>
                  <a:pt x="1456" y="395"/>
                  <a:pt x="1456" y="395"/>
                  <a:pt x="1456" y="395"/>
                </a:cubicBezTo>
                <a:cubicBezTo>
                  <a:pt x="1449" y="397"/>
                  <a:pt x="1449" y="397"/>
                  <a:pt x="1449" y="397"/>
                </a:cubicBezTo>
                <a:cubicBezTo>
                  <a:pt x="1449" y="397"/>
                  <a:pt x="1449" y="397"/>
                  <a:pt x="1449" y="397"/>
                </a:cubicBezTo>
                <a:cubicBezTo>
                  <a:pt x="1444" y="401"/>
                  <a:pt x="1444" y="401"/>
                  <a:pt x="1444" y="401"/>
                </a:cubicBezTo>
                <a:cubicBezTo>
                  <a:pt x="1444" y="401"/>
                  <a:pt x="1444" y="401"/>
                  <a:pt x="1444" y="401"/>
                </a:cubicBezTo>
                <a:cubicBezTo>
                  <a:pt x="1442" y="406"/>
                  <a:pt x="1442" y="406"/>
                  <a:pt x="1442" y="406"/>
                </a:cubicBezTo>
                <a:lnTo>
                  <a:pt x="1446" y="406"/>
                </a:lnTo>
                <a:close/>
                <a:moveTo>
                  <a:pt x="303" y="401"/>
                </a:moveTo>
                <a:cubicBezTo>
                  <a:pt x="312" y="401"/>
                  <a:pt x="312" y="401"/>
                  <a:pt x="312" y="401"/>
                </a:cubicBezTo>
                <a:cubicBezTo>
                  <a:pt x="312" y="401"/>
                  <a:pt x="312" y="401"/>
                  <a:pt x="312" y="401"/>
                </a:cubicBezTo>
                <a:cubicBezTo>
                  <a:pt x="313" y="401"/>
                  <a:pt x="313" y="401"/>
                  <a:pt x="313" y="401"/>
                </a:cubicBezTo>
                <a:cubicBezTo>
                  <a:pt x="313" y="401"/>
                  <a:pt x="313" y="401"/>
                  <a:pt x="313" y="401"/>
                </a:cubicBezTo>
                <a:cubicBezTo>
                  <a:pt x="315" y="399"/>
                  <a:pt x="315" y="399"/>
                  <a:pt x="315" y="399"/>
                </a:cubicBezTo>
                <a:cubicBezTo>
                  <a:pt x="315" y="399"/>
                  <a:pt x="315" y="399"/>
                  <a:pt x="315" y="399"/>
                </a:cubicBezTo>
                <a:cubicBezTo>
                  <a:pt x="317" y="398"/>
                  <a:pt x="317" y="398"/>
                  <a:pt x="317" y="398"/>
                </a:cubicBezTo>
                <a:cubicBezTo>
                  <a:pt x="317" y="398"/>
                  <a:pt x="317" y="398"/>
                  <a:pt x="317" y="398"/>
                </a:cubicBezTo>
                <a:cubicBezTo>
                  <a:pt x="319" y="396"/>
                  <a:pt x="319" y="396"/>
                  <a:pt x="319" y="396"/>
                </a:cubicBezTo>
                <a:cubicBezTo>
                  <a:pt x="319" y="396"/>
                  <a:pt x="319" y="396"/>
                  <a:pt x="319" y="396"/>
                </a:cubicBezTo>
                <a:cubicBezTo>
                  <a:pt x="320" y="396"/>
                  <a:pt x="320" y="396"/>
                  <a:pt x="320" y="396"/>
                </a:cubicBezTo>
                <a:cubicBezTo>
                  <a:pt x="320" y="396"/>
                  <a:pt x="320" y="396"/>
                  <a:pt x="320" y="396"/>
                </a:cubicBezTo>
                <a:cubicBezTo>
                  <a:pt x="323" y="394"/>
                  <a:pt x="323" y="394"/>
                  <a:pt x="323" y="394"/>
                </a:cubicBezTo>
                <a:cubicBezTo>
                  <a:pt x="323" y="394"/>
                  <a:pt x="323" y="394"/>
                  <a:pt x="323" y="394"/>
                </a:cubicBezTo>
                <a:cubicBezTo>
                  <a:pt x="324" y="393"/>
                  <a:pt x="324" y="393"/>
                  <a:pt x="324" y="393"/>
                </a:cubicBezTo>
                <a:cubicBezTo>
                  <a:pt x="324" y="393"/>
                  <a:pt x="324" y="393"/>
                  <a:pt x="324" y="393"/>
                </a:cubicBezTo>
                <a:cubicBezTo>
                  <a:pt x="328" y="391"/>
                  <a:pt x="328" y="391"/>
                  <a:pt x="328" y="391"/>
                </a:cubicBezTo>
                <a:cubicBezTo>
                  <a:pt x="328" y="391"/>
                  <a:pt x="328" y="391"/>
                  <a:pt x="328" y="391"/>
                </a:cubicBezTo>
                <a:cubicBezTo>
                  <a:pt x="327" y="390"/>
                  <a:pt x="327" y="390"/>
                  <a:pt x="327" y="390"/>
                </a:cubicBezTo>
                <a:cubicBezTo>
                  <a:pt x="327" y="390"/>
                  <a:pt x="327" y="390"/>
                  <a:pt x="327" y="390"/>
                </a:cubicBezTo>
                <a:cubicBezTo>
                  <a:pt x="327" y="388"/>
                  <a:pt x="327" y="388"/>
                  <a:pt x="327" y="388"/>
                </a:cubicBezTo>
                <a:cubicBezTo>
                  <a:pt x="327" y="388"/>
                  <a:pt x="327" y="388"/>
                  <a:pt x="327" y="388"/>
                </a:cubicBezTo>
                <a:cubicBezTo>
                  <a:pt x="327" y="387"/>
                  <a:pt x="327" y="387"/>
                  <a:pt x="327" y="387"/>
                </a:cubicBezTo>
                <a:cubicBezTo>
                  <a:pt x="327" y="387"/>
                  <a:pt x="327" y="387"/>
                  <a:pt x="327" y="387"/>
                </a:cubicBezTo>
                <a:cubicBezTo>
                  <a:pt x="327" y="385"/>
                  <a:pt x="327" y="385"/>
                  <a:pt x="327" y="385"/>
                </a:cubicBezTo>
                <a:cubicBezTo>
                  <a:pt x="327" y="385"/>
                  <a:pt x="327" y="385"/>
                  <a:pt x="327" y="385"/>
                </a:cubicBezTo>
                <a:cubicBezTo>
                  <a:pt x="326" y="384"/>
                  <a:pt x="326" y="384"/>
                  <a:pt x="326" y="384"/>
                </a:cubicBezTo>
                <a:cubicBezTo>
                  <a:pt x="326" y="384"/>
                  <a:pt x="326" y="384"/>
                  <a:pt x="326" y="384"/>
                </a:cubicBezTo>
                <a:cubicBezTo>
                  <a:pt x="326" y="383"/>
                  <a:pt x="326" y="383"/>
                  <a:pt x="326" y="383"/>
                </a:cubicBezTo>
                <a:cubicBezTo>
                  <a:pt x="326" y="383"/>
                  <a:pt x="326" y="383"/>
                  <a:pt x="326" y="383"/>
                </a:cubicBezTo>
                <a:cubicBezTo>
                  <a:pt x="324" y="382"/>
                  <a:pt x="324" y="382"/>
                  <a:pt x="324" y="382"/>
                </a:cubicBezTo>
                <a:cubicBezTo>
                  <a:pt x="324" y="382"/>
                  <a:pt x="324" y="382"/>
                  <a:pt x="324" y="382"/>
                </a:cubicBezTo>
                <a:cubicBezTo>
                  <a:pt x="324" y="381"/>
                  <a:pt x="324" y="381"/>
                  <a:pt x="324" y="381"/>
                </a:cubicBezTo>
                <a:cubicBezTo>
                  <a:pt x="324" y="381"/>
                  <a:pt x="324" y="381"/>
                  <a:pt x="324" y="381"/>
                </a:cubicBezTo>
                <a:cubicBezTo>
                  <a:pt x="320" y="377"/>
                  <a:pt x="320" y="377"/>
                  <a:pt x="320" y="377"/>
                </a:cubicBezTo>
                <a:cubicBezTo>
                  <a:pt x="320" y="377"/>
                  <a:pt x="320" y="377"/>
                  <a:pt x="320" y="377"/>
                </a:cubicBezTo>
                <a:cubicBezTo>
                  <a:pt x="316" y="372"/>
                  <a:pt x="316" y="372"/>
                  <a:pt x="316" y="372"/>
                </a:cubicBezTo>
                <a:cubicBezTo>
                  <a:pt x="316" y="372"/>
                  <a:pt x="316" y="372"/>
                  <a:pt x="316" y="372"/>
                </a:cubicBezTo>
                <a:cubicBezTo>
                  <a:pt x="311" y="368"/>
                  <a:pt x="311" y="368"/>
                  <a:pt x="311" y="368"/>
                </a:cubicBezTo>
                <a:cubicBezTo>
                  <a:pt x="311" y="368"/>
                  <a:pt x="311" y="368"/>
                  <a:pt x="311" y="368"/>
                </a:cubicBezTo>
                <a:cubicBezTo>
                  <a:pt x="305" y="364"/>
                  <a:pt x="305" y="364"/>
                  <a:pt x="305" y="364"/>
                </a:cubicBezTo>
                <a:cubicBezTo>
                  <a:pt x="305" y="364"/>
                  <a:pt x="305" y="364"/>
                  <a:pt x="305" y="364"/>
                </a:cubicBezTo>
                <a:cubicBezTo>
                  <a:pt x="299" y="361"/>
                  <a:pt x="299" y="361"/>
                  <a:pt x="299" y="361"/>
                </a:cubicBezTo>
                <a:cubicBezTo>
                  <a:pt x="299" y="361"/>
                  <a:pt x="299" y="361"/>
                  <a:pt x="299" y="361"/>
                </a:cubicBezTo>
                <a:cubicBezTo>
                  <a:pt x="293" y="357"/>
                  <a:pt x="293" y="357"/>
                  <a:pt x="293" y="357"/>
                </a:cubicBezTo>
                <a:cubicBezTo>
                  <a:pt x="293" y="357"/>
                  <a:pt x="293" y="357"/>
                  <a:pt x="293" y="357"/>
                </a:cubicBezTo>
                <a:cubicBezTo>
                  <a:pt x="286" y="354"/>
                  <a:pt x="286" y="354"/>
                  <a:pt x="286" y="354"/>
                </a:cubicBezTo>
                <a:cubicBezTo>
                  <a:pt x="286" y="354"/>
                  <a:pt x="286" y="354"/>
                  <a:pt x="286" y="354"/>
                </a:cubicBezTo>
                <a:cubicBezTo>
                  <a:pt x="281" y="352"/>
                  <a:pt x="281" y="352"/>
                  <a:pt x="281" y="352"/>
                </a:cubicBezTo>
                <a:cubicBezTo>
                  <a:pt x="281" y="352"/>
                  <a:pt x="281" y="352"/>
                  <a:pt x="281" y="352"/>
                </a:cubicBezTo>
                <a:cubicBezTo>
                  <a:pt x="279" y="353"/>
                  <a:pt x="279" y="353"/>
                  <a:pt x="279" y="353"/>
                </a:cubicBezTo>
                <a:cubicBezTo>
                  <a:pt x="279" y="353"/>
                  <a:pt x="279" y="353"/>
                  <a:pt x="279" y="353"/>
                </a:cubicBezTo>
                <a:cubicBezTo>
                  <a:pt x="278" y="353"/>
                  <a:pt x="278" y="353"/>
                  <a:pt x="278" y="353"/>
                </a:cubicBezTo>
                <a:cubicBezTo>
                  <a:pt x="278" y="353"/>
                  <a:pt x="278" y="353"/>
                  <a:pt x="278" y="353"/>
                </a:cubicBezTo>
                <a:cubicBezTo>
                  <a:pt x="277" y="354"/>
                  <a:pt x="277" y="354"/>
                  <a:pt x="277" y="354"/>
                </a:cubicBezTo>
                <a:cubicBezTo>
                  <a:pt x="277" y="354"/>
                  <a:pt x="277" y="354"/>
                  <a:pt x="277" y="354"/>
                </a:cubicBezTo>
                <a:cubicBezTo>
                  <a:pt x="276" y="354"/>
                  <a:pt x="276" y="354"/>
                  <a:pt x="276" y="354"/>
                </a:cubicBezTo>
                <a:cubicBezTo>
                  <a:pt x="276" y="354"/>
                  <a:pt x="276" y="354"/>
                  <a:pt x="276" y="354"/>
                </a:cubicBezTo>
                <a:cubicBezTo>
                  <a:pt x="275" y="355"/>
                  <a:pt x="275" y="355"/>
                  <a:pt x="275" y="355"/>
                </a:cubicBezTo>
                <a:cubicBezTo>
                  <a:pt x="275" y="355"/>
                  <a:pt x="275" y="355"/>
                  <a:pt x="275" y="355"/>
                </a:cubicBezTo>
                <a:cubicBezTo>
                  <a:pt x="275" y="355"/>
                  <a:pt x="275" y="355"/>
                  <a:pt x="275" y="355"/>
                </a:cubicBezTo>
                <a:cubicBezTo>
                  <a:pt x="275" y="355"/>
                  <a:pt x="275" y="355"/>
                  <a:pt x="275" y="355"/>
                </a:cubicBezTo>
                <a:cubicBezTo>
                  <a:pt x="275" y="356"/>
                  <a:pt x="275" y="356"/>
                  <a:pt x="275" y="356"/>
                </a:cubicBezTo>
                <a:cubicBezTo>
                  <a:pt x="275" y="356"/>
                  <a:pt x="275" y="356"/>
                  <a:pt x="275" y="356"/>
                </a:cubicBezTo>
                <a:cubicBezTo>
                  <a:pt x="275" y="356"/>
                  <a:pt x="275" y="356"/>
                  <a:pt x="275" y="356"/>
                </a:cubicBezTo>
                <a:cubicBezTo>
                  <a:pt x="275" y="356"/>
                  <a:pt x="275" y="356"/>
                  <a:pt x="275" y="356"/>
                </a:cubicBezTo>
                <a:cubicBezTo>
                  <a:pt x="279" y="360"/>
                  <a:pt x="279" y="360"/>
                  <a:pt x="279" y="360"/>
                </a:cubicBezTo>
                <a:cubicBezTo>
                  <a:pt x="279" y="360"/>
                  <a:pt x="279" y="360"/>
                  <a:pt x="279" y="360"/>
                </a:cubicBezTo>
                <a:cubicBezTo>
                  <a:pt x="284" y="364"/>
                  <a:pt x="284" y="364"/>
                  <a:pt x="284" y="364"/>
                </a:cubicBezTo>
                <a:cubicBezTo>
                  <a:pt x="284" y="364"/>
                  <a:pt x="284" y="364"/>
                  <a:pt x="284" y="364"/>
                </a:cubicBezTo>
                <a:cubicBezTo>
                  <a:pt x="288" y="369"/>
                  <a:pt x="288" y="369"/>
                  <a:pt x="288" y="369"/>
                </a:cubicBezTo>
                <a:cubicBezTo>
                  <a:pt x="288" y="369"/>
                  <a:pt x="288" y="369"/>
                  <a:pt x="288" y="369"/>
                </a:cubicBezTo>
                <a:cubicBezTo>
                  <a:pt x="291" y="374"/>
                  <a:pt x="291" y="374"/>
                  <a:pt x="291" y="374"/>
                </a:cubicBezTo>
                <a:cubicBezTo>
                  <a:pt x="291" y="374"/>
                  <a:pt x="291" y="374"/>
                  <a:pt x="291" y="374"/>
                </a:cubicBezTo>
                <a:cubicBezTo>
                  <a:pt x="292" y="380"/>
                  <a:pt x="292" y="380"/>
                  <a:pt x="292" y="380"/>
                </a:cubicBezTo>
                <a:cubicBezTo>
                  <a:pt x="292" y="380"/>
                  <a:pt x="292" y="380"/>
                  <a:pt x="292" y="380"/>
                </a:cubicBezTo>
                <a:cubicBezTo>
                  <a:pt x="294" y="384"/>
                  <a:pt x="294" y="384"/>
                  <a:pt x="294" y="384"/>
                </a:cubicBezTo>
                <a:cubicBezTo>
                  <a:pt x="294" y="384"/>
                  <a:pt x="294" y="384"/>
                  <a:pt x="294" y="384"/>
                </a:cubicBezTo>
                <a:cubicBezTo>
                  <a:pt x="294" y="390"/>
                  <a:pt x="294" y="390"/>
                  <a:pt x="294" y="390"/>
                </a:cubicBezTo>
                <a:cubicBezTo>
                  <a:pt x="294" y="390"/>
                  <a:pt x="294" y="390"/>
                  <a:pt x="294" y="390"/>
                </a:cubicBezTo>
                <a:cubicBezTo>
                  <a:pt x="295" y="395"/>
                  <a:pt x="295" y="395"/>
                  <a:pt x="295" y="395"/>
                </a:cubicBezTo>
                <a:cubicBezTo>
                  <a:pt x="295" y="395"/>
                  <a:pt x="295" y="395"/>
                  <a:pt x="295" y="395"/>
                </a:cubicBezTo>
                <a:cubicBezTo>
                  <a:pt x="295" y="396"/>
                  <a:pt x="295" y="396"/>
                  <a:pt x="295" y="396"/>
                </a:cubicBezTo>
                <a:cubicBezTo>
                  <a:pt x="295" y="396"/>
                  <a:pt x="295" y="396"/>
                  <a:pt x="295" y="396"/>
                </a:cubicBezTo>
                <a:cubicBezTo>
                  <a:pt x="296" y="397"/>
                  <a:pt x="296" y="397"/>
                  <a:pt x="296" y="397"/>
                </a:cubicBezTo>
                <a:cubicBezTo>
                  <a:pt x="296" y="397"/>
                  <a:pt x="296" y="397"/>
                  <a:pt x="296" y="397"/>
                </a:cubicBezTo>
                <a:cubicBezTo>
                  <a:pt x="297" y="398"/>
                  <a:pt x="297" y="398"/>
                  <a:pt x="297" y="398"/>
                </a:cubicBezTo>
                <a:cubicBezTo>
                  <a:pt x="297" y="398"/>
                  <a:pt x="297" y="398"/>
                  <a:pt x="297" y="398"/>
                </a:cubicBezTo>
                <a:cubicBezTo>
                  <a:pt x="298" y="399"/>
                  <a:pt x="298" y="399"/>
                  <a:pt x="298" y="399"/>
                </a:cubicBezTo>
                <a:cubicBezTo>
                  <a:pt x="298" y="399"/>
                  <a:pt x="298" y="399"/>
                  <a:pt x="298" y="399"/>
                </a:cubicBezTo>
                <a:cubicBezTo>
                  <a:pt x="298" y="400"/>
                  <a:pt x="298" y="400"/>
                  <a:pt x="298" y="400"/>
                </a:cubicBezTo>
                <a:cubicBezTo>
                  <a:pt x="298" y="400"/>
                  <a:pt x="298" y="400"/>
                  <a:pt x="298" y="400"/>
                </a:cubicBezTo>
                <a:cubicBezTo>
                  <a:pt x="300" y="401"/>
                  <a:pt x="300" y="401"/>
                  <a:pt x="300" y="401"/>
                </a:cubicBezTo>
                <a:cubicBezTo>
                  <a:pt x="300" y="401"/>
                  <a:pt x="300" y="401"/>
                  <a:pt x="300" y="401"/>
                </a:cubicBezTo>
                <a:cubicBezTo>
                  <a:pt x="301" y="401"/>
                  <a:pt x="301" y="401"/>
                  <a:pt x="301" y="401"/>
                </a:cubicBezTo>
                <a:cubicBezTo>
                  <a:pt x="301" y="401"/>
                  <a:pt x="301" y="401"/>
                  <a:pt x="301" y="401"/>
                </a:cubicBezTo>
                <a:cubicBezTo>
                  <a:pt x="303" y="401"/>
                  <a:pt x="303" y="401"/>
                  <a:pt x="303" y="401"/>
                </a:cubicBezTo>
                <a:close/>
                <a:moveTo>
                  <a:pt x="1278" y="393"/>
                </a:moveTo>
                <a:cubicBezTo>
                  <a:pt x="1278" y="392"/>
                  <a:pt x="1278" y="392"/>
                  <a:pt x="1278" y="392"/>
                </a:cubicBezTo>
                <a:cubicBezTo>
                  <a:pt x="1278" y="392"/>
                  <a:pt x="1278" y="392"/>
                  <a:pt x="1278" y="392"/>
                </a:cubicBezTo>
                <a:cubicBezTo>
                  <a:pt x="1278" y="391"/>
                  <a:pt x="1278" y="391"/>
                  <a:pt x="1278" y="391"/>
                </a:cubicBezTo>
                <a:cubicBezTo>
                  <a:pt x="1278" y="391"/>
                  <a:pt x="1278" y="391"/>
                  <a:pt x="1278" y="391"/>
                </a:cubicBezTo>
                <a:cubicBezTo>
                  <a:pt x="1279" y="391"/>
                  <a:pt x="1279" y="391"/>
                  <a:pt x="1279" y="391"/>
                </a:cubicBezTo>
                <a:cubicBezTo>
                  <a:pt x="1279" y="391"/>
                  <a:pt x="1279" y="391"/>
                  <a:pt x="1279" y="391"/>
                </a:cubicBezTo>
                <a:cubicBezTo>
                  <a:pt x="1281" y="390"/>
                  <a:pt x="1281" y="390"/>
                  <a:pt x="1281" y="390"/>
                </a:cubicBezTo>
                <a:cubicBezTo>
                  <a:pt x="1281" y="390"/>
                  <a:pt x="1281" y="390"/>
                  <a:pt x="1281" y="390"/>
                </a:cubicBezTo>
                <a:cubicBezTo>
                  <a:pt x="1281" y="390"/>
                  <a:pt x="1281" y="390"/>
                  <a:pt x="1281" y="390"/>
                </a:cubicBezTo>
                <a:cubicBezTo>
                  <a:pt x="1281" y="390"/>
                  <a:pt x="1281" y="390"/>
                  <a:pt x="1281" y="390"/>
                </a:cubicBezTo>
                <a:cubicBezTo>
                  <a:pt x="1283" y="389"/>
                  <a:pt x="1283" y="389"/>
                  <a:pt x="1283" y="389"/>
                </a:cubicBezTo>
                <a:cubicBezTo>
                  <a:pt x="1283" y="389"/>
                  <a:pt x="1283" y="389"/>
                  <a:pt x="1283" y="389"/>
                </a:cubicBezTo>
                <a:cubicBezTo>
                  <a:pt x="1283" y="389"/>
                  <a:pt x="1283" y="389"/>
                  <a:pt x="1283" y="389"/>
                </a:cubicBezTo>
                <a:cubicBezTo>
                  <a:pt x="1283" y="389"/>
                  <a:pt x="1283" y="389"/>
                  <a:pt x="1283" y="389"/>
                </a:cubicBezTo>
                <a:cubicBezTo>
                  <a:pt x="1285" y="388"/>
                  <a:pt x="1285" y="388"/>
                  <a:pt x="1285" y="388"/>
                </a:cubicBezTo>
                <a:cubicBezTo>
                  <a:pt x="1285" y="388"/>
                  <a:pt x="1285" y="388"/>
                  <a:pt x="1285" y="388"/>
                </a:cubicBezTo>
                <a:cubicBezTo>
                  <a:pt x="1286" y="387"/>
                  <a:pt x="1286" y="387"/>
                  <a:pt x="1286" y="387"/>
                </a:cubicBezTo>
                <a:cubicBezTo>
                  <a:pt x="1286" y="387"/>
                  <a:pt x="1286" y="387"/>
                  <a:pt x="1286" y="387"/>
                </a:cubicBezTo>
                <a:cubicBezTo>
                  <a:pt x="1289" y="384"/>
                  <a:pt x="1289" y="384"/>
                  <a:pt x="1289" y="384"/>
                </a:cubicBezTo>
                <a:cubicBezTo>
                  <a:pt x="1289" y="384"/>
                  <a:pt x="1289" y="384"/>
                  <a:pt x="1289" y="384"/>
                </a:cubicBezTo>
                <a:cubicBezTo>
                  <a:pt x="1290" y="382"/>
                  <a:pt x="1290" y="382"/>
                  <a:pt x="1290" y="382"/>
                </a:cubicBezTo>
                <a:cubicBezTo>
                  <a:pt x="1290" y="382"/>
                  <a:pt x="1290" y="382"/>
                  <a:pt x="1290" y="382"/>
                </a:cubicBezTo>
                <a:cubicBezTo>
                  <a:pt x="1291" y="380"/>
                  <a:pt x="1291" y="380"/>
                  <a:pt x="1291" y="380"/>
                </a:cubicBezTo>
                <a:cubicBezTo>
                  <a:pt x="1291" y="380"/>
                  <a:pt x="1291" y="380"/>
                  <a:pt x="1291" y="380"/>
                </a:cubicBezTo>
                <a:cubicBezTo>
                  <a:pt x="1291" y="377"/>
                  <a:pt x="1291" y="377"/>
                  <a:pt x="1291" y="377"/>
                </a:cubicBezTo>
                <a:cubicBezTo>
                  <a:pt x="1291" y="377"/>
                  <a:pt x="1291" y="377"/>
                  <a:pt x="1291" y="377"/>
                </a:cubicBezTo>
                <a:cubicBezTo>
                  <a:pt x="1291" y="374"/>
                  <a:pt x="1291" y="374"/>
                  <a:pt x="1291" y="374"/>
                </a:cubicBezTo>
                <a:cubicBezTo>
                  <a:pt x="1291" y="374"/>
                  <a:pt x="1291" y="374"/>
                  <a:pt x="1291" y="374"/>
                </a:cubicBezTo>
                <a:cubicBezTo>
                  <a:pt x="1291" y="371"/>
                  <a:pt x="1291" y="371"/>
                  <a:pt x="1291" y="371"/>
                </a:cubicBezTo>
                <a:cubicBezTo>
                  <a:pt x="1291" y="371"/>
                  <a:pt x="1291" y="371"/>
                  <a:pt x="1291" y="371"/>
                </a:cubicBezTo>
                <a:cubicBezTo>
                  <a:pt x="1291" y="368"/>
                  <a:pt x="1291" y="368"/>
                  <a:pt x="1291" y="368"/>
                </a:cubicBezTo>
                <a:cubicBezTo>
                  <a:pt x="1291" y="368"/>
                  <a:pt x="1291" y="368"/>
                  <a:pt x="1291" y="368"/>
                </a:cubicBezTo>
                <a:cubicBezTo>
                  <a:pt x="1289" y="367"/>
                  <a:pt x="1289" y="367"/>
                  <a:pt x="1289" y="367"/>
                </a:cubicBezTo>
                <a:cubicBezTo>
                  <a:pt x="1289" y="367"/>
                  <a:pt x="1289" y="367"/>
                  <a:pt x="1289" y="367"/>
                </a:cubicBezTo>
                <a:cubicBezTo>
                  <a:pt x="1287" y="364"/>
                  <a:pt x="1287" y="364"/>
                  <a:pt x="1287" y="364"/>
                </a:cubicBezTo>
                <a:cubicBezTo>
                  <a:pt x="1287" y="364"/>
                  <a:pt x="1287" y="364"/>
                  <a:pt x="1287" y="364"/>
                </a:cubicBezTo>
                <a:cubicBezTo>
                  <a:pt x="1285" y="362"/>
                  <a:pt x="1285" y="362"/>
                  <a:pt x="1285" y="362"/>
                </a:cubicBezTo>
                <a:cubicBezTo>
                  <a:pt x="1285" y="362"/>
                  <a:pt x="1285" y="362"/>
                  <a:pt x="1285" y="362"/>
                </a:cubicBezTo>
                <a:cubicBezTo>
                  <a:pt x="1284" y="359"/>
                  <a:pt x="1284" y="359"/>
                  <a:pt x="1284" y="359"/>
                </a:cubicBezTo>
                <a:cubicBezTo>
                  <a:pt x="1284" y="359"/>
                  <a:pt x="1284" y="359"/>
                  <a:pt x="1284" y="359"/>
                </a:cubicBezTo>
                <a:cubicBezTo>
                  <a:pt x="1281" y="358"/>
                  <a:pt x="1281" y="358"/>
                  <a:pt x="1281" y="358"/>
                </a:cubicBezTo>
                <a:cubicBezTo>
                  <a:pt x="1281" y="358"/>
                  <a:pt x="1281" y="358"/>
                  <a:pt x="1281" y="358"/>
                </a:cubicBezTo>
                <a:cubicBezTo>
                  <a:pt x="1279" y="356"/>
                  <a:pt x="1279" y="356"/>
                  <a:pt x="1279" y="356"/>
                </a:cubicBezTo>
                <a:cubicBezTo>
                  <a:pt x="1279" y="356"/>
                  <a:pt x="1279" y="356"/>
                  <a:pt x="1279" y="356"/>
                </a:cubicBezTo>
                <a:cubicBezTo>
                  <a:pt x="1277" y="355"/>
                  <a:pt x="1277" y="355"/>
                  <a:pt x="1277" y="355"/>
                </a:cubicBezTo>
                <a:cubicBezTo>
                  <a:pt x="1277" y="355"/>
                  <a:pt x="1277" y="355"/>
                  <a:pt x="1277" y="355"/>
                </a:cubicBezTo>
                <a:cubicBezTo>
                  <a:pt x="1275" y="353"/>
                  <a:pt x="1275" y="353"/>
                  <a:pt x="1275" y="353"/>
                </a:cubicBezTo>
                <a:cubicBezTo>
                  <a:pt x="1275" y="353"/>
                  <a:pt x="1275" y="353"/>
                  <a:pt x="1275" y="353"/>
                </a:cubicBezTo>
                <a:cubicBezTo>
                  <a:pt x="1269" y="353"/>
                  <a:pt x="1269" y="353"/>
                  <a:pt x="1269" y="353"/>
                </a:cubicBezTo>
                <a:cubicBezTo>
                  <a:pt x="1269" y="353"/>
                  <a:pt x="1269" y="353"/>
                  <a:pt x="1269" y="353"/>
                </a:cubicBezTo>
                <a:cubicBezTo>
                  <a:pt x="1265" y="353"/>
                  <a:pt x="1265" y="353"/>
                  <a:pt x="1265" y="353"/>
                </a:cubicBezTo>
                <a:cubicBezTo>
                  <a:pt x="1265" y="353"/>
                  <a:pt x="1265" y="353"/>
                  <a:pt x="1265" y="353"/>
                </a:cubicBezTo>
                <a:cubicBezTo>
                  <a:pt x="1260" y="352"/>
                  <a:pt x="1260" y="352"/>
                  <a:pt x="1260" y="352"/>
                </a:cubicBezTo>
                <a:cubicBezTo>
                  <a:pt x="1260" y="352"/>
                  <a:pt x="1260" y="352"/>
                  <a:pt x="1260" y="352"/>
                </a:cubicBezTo>
                <a:cubicBezTo>
                  <a:pt x="1256" y="351"/>
                  <a:pt x="1256" y="351"/>
                  <a:pt x="1256" y="351"/>
                </a:cubicBezTo>
                <a:cubicBezTo>
                  <a:pt x="1256" y="351"/>
                  <a:pt x="1256" y="351"/>
                  <a:pt x="1256" y="351"/>
                </a:cubicBezTo>
                <a:cubicBezTo>
                  <a:pt x="1251" y="352"/>
                  <a:pt x="1251" y="352"/>
                  <a:pt x="1251" y="352"/>
                </a:cubicBezTo>
                <a:cubicBezTo>
                  <a:pt x="1251" y="352"/>
                  <a:pt x="1251" y="352"/>
                  <a:pt x="1251" y="352"/>
                </a:cubicBezTo>
                <a:cubicBezTo>
                  <a:pt x="1248" y="352"/>
                  <a:pt x="1248" y="352"/>
                  <a:pt x="1248" y="352"/>
                </a:cubicBezTo>
                <a:cubicBezTo>
                  <a:pt x="1248" y="352"/>
                  <a:pt x="1248" y="352"/>
                  <a:pt x="1248" y="352"/>
                </a:cubicBezTo>
                <a:cubicBezTo>
                  <a:pt x="1242" y="353"/>
                  <a:pt x="1242" y="353"/>
                  <a:pt x="1242" y="353"/>
                </a:cubicBezTo>
                <a:cubicBezTo>
                  <a:pt x="1242" y="353"/>
                  <a:pt x="1242" y="353"/>
                  <a:pt x="1242" y="353"/>
                </a:cubicBezTo>
                <a:cubicBezTo>
                  <a:pt x="1239" y="353"/>
                  <a:pt x="1239" y="353"/>
                  <a:pt x="1239" y="353"/>
                </a:cubicBezTo>
                <a:cubicBezTo>
                  <a:pt x="1239" y="353"/>
                  <a:pt x="1239" y="353"/>
                  <a:pt x="1239" y="353"/>
                </a:cubicBezTo>
                <a:cubicBezTo>
                  <a:pt x="1239" y="359"/>
                  <a:pt x="1239" y="359"/>
                  <a:pt x="1239" y="359"/>
                </a:cubicBezTo>
                <a:cubicBezTo>
                  <a:pt x="1239" y="359"/>
                  <a:pt x="1239" y="359"/>
                  <a:pt x="1239" y="359"/>
                </a:cubicBezTo>
                <a:cubicBezTo>
                  <a:pt x="1244" y="363"/>
                  <a:pt x="1244" y="363"/>
                  <a:pt x="1244" y="363"/>
                </a:cubicBezTo>
                <a:cubicBezTo>
                  <a:pt x="1244" y="363"/>
                  <a:pt x="1244" y="363"/>
                  <a:pt x="1244" y="363"/>
                </a:cubicBezTo>
                <a:cubicBezTo>
                  <a:pt x="1251" y="366"/>
                  <a:pt x="1251" y="366"/>
                  <a:pt x="1251" y="366"/>
                </a:cubicBezTo>
                <a:cubicBezTo>
                  <a:pt x="1251" y="366"/>
                  <a:pt x="1251" y="366"/>
                  <a:pt x="1251" y="366"/>
                </a:cubicBezTo>
                <a:cubicBezTo>
                  <a:pt x="1256" y="369"/>
                  <a:pt x="1256" y="369"/>
                  <a:pt x="1256" y="369"/>
                </a:cubicBezTo>
                <a:cubicBezTo>
                  <a:pt x="1256" y="369"/>
                  <a:pt x="1256" y="369"/>
                  <a:pt x="1256" y="369"/>
                </a:cubicBezTo>
                <a:cubicBezTo>
                  <a:pt x="1261" y="373"/>
                  <a:pt x="1261" y="373"/>
                  <a:pt x="1261" y="373"/>
                </a:cubicBezTo>
                <a:cubicBezTo>
                  <a:pt x="1261" y="373"/>
                  <a:pt x="1261" y="373"/>
                  <a:pt x="1261" y="373"/>
                </a:cubicBezTo>
                <a:cubicBezTo>
                  <a:pt x="1265" y="378"/>
                  <a:pt x="1265" y="378"/>
                  <a:pt x="1265" y="378"/>
                </a:cubicBezTo>
                <a:cubicBezTo>
                  <a:pt x="1265" y="378"/>
                  <a:pt x="1265" y="378"/>
                  <a:pt x="1265" y="378"/>
                </a:cubicBezTo>
                <a:cubicBezTo>
                  <a:pt x="1269" y="382"/>
                  <a:pt x="1269" y="382"/>
                  <a:pt x="1269" y="382"/>
                </a:cubicBezTo>
                <a:cubicBezTo>
                  <a:pt x="1269" y="382"/>
                  <a:pt x="1269" y="382"/>
                  <a:pt x="1269" y="382"/>
                </a:cubicBezTo>
                <a:cubicBezTo>
                  <a:pt x="1274" y="388"/>
                  <a:pt x="1274" y="388"/>
                  <a:pt x="1274" y="388"/>
                </a:cubicBezTo>
                <a:cubicBezTo>
                  <a:pt x="1274" y="388"/>
                  <a:pt x="1274" y="388"/>
                  <a:pt x="1274" y="388"/>
                </a:cubicBezTo>
                <a:cubicBezTo>
                  <a:pt x="1278" y="393"/>
                  <a:pt x="1278" y="393"/>
                  <a:pt x="1278" y="393"/>
                </a:cubicBezTo>
                <a:close/>
                <a:moveTo>
                  <a:pt x="1179" y="386"/>
                </a:moveTo>
                <a:cubicBezTo>
                  <a:pt x="1179" y="386"/>
                  <a:pt x="1179" y="386"/>
                  <a:pt x="1179" y="386"/>
                </a:cubicBezTo>
                <a:cubicBezTo>
                  <a:pt x="1179" y="386"/>
                  <a:pt x="1179" y="386"/>
                  <a:pt x="1179" y="386"/>
                </a:cubicBezTo>
                <a:cubicBezTo>
                  <a:pt x="1181" y="386"/>
                  <a:pt x="1181" y="386"/>
                  <a:pt x="1181" y="386"/>
                </a:cubicBezTo>
                <a:cubicBezTo>
                  <a:pt x="1181" y="386"/>
                  <a:pt x="1181" y="386"/>
                  <a:pt x="1181" y="386"/>
                </a:cubicBezTo>
                <a:cubicBezTo>
                  <a:pt x="1182" y="386"/>
                  <a:pt x="1182" y="386"/>
                  <a:pt x="1182" y="386"/>
                </a:cubicBezTo>
                <a:cubicBezTo>
                  <a:pt x="1182" y="386"/>
                  <a:pt x="1182" y="386"/>
                  <a:pt x="1182" y="386"/>
                </a:cubicBezTo>
                <a:cubicBezTo>
                  <a:pt x="1184" y="385"/>
                  <a:pt x="1184" y="385"/>
                  <a:pt x="1184" y="385"/>
                </a:cubicBezTo>
                <a:cubicBezTo>
                  <a:pt x="1184" y="385"/>
                  <a:pt x="1184" y="385"/>
                  <a:pt x="1184" y="385"/>
                </a:cubicBezTo>
                <a:cubicBezTo>
                  <a:pt x="1185" y="385"/>
                  <a:pt x="1185" y="385"/>
                  <a:pt x="1185" y="385"/>
                </a:cubicBezTo>
                <a:cubicBezTo>
                  <a:pt x="1185" y="385"/>
                  <a:pt x="1185" y="385"/>
                  <a:pt x="1185" y="385"/>
                </a:cubicBezTo>
                <a:cubicBezTo>
                  <a:pt x="1187" y="384"/>
                  <a:pt x="1187" y="384"/>
                  <a:pt x="1187" y="384"/>
                </a:cubicBezTo>
                <a:cubicBezTo>
                  <a:pt x="1187" y="384"/>
                  <a:pt x="1187" y="384"/>
                  <a:pt x="1187" y="384"/>
                </a:cubicBezTo>
                <a:cubicBezTo>
                  <a:pt x="1188" y="383"/>
                  <a:pt x="1188" y="383"/>
                  <a:pt x="1188" y="383"/>
                </a:cubicBezTo>
                <a:cubicBezTo>
                  <a:pt x="1188" y="383"/>
                  <a:pt x="1188" y="383"/>
                  <a:pt x="1188" y="383"/>
                </a:cubicBezTo>
                <a:cubicBezTo>
                  <a:pt x="1189" y="382"/>
                  <a:pt x="1189" y="382"/>
                  <a:pt x="1189" y="382"/>
                </a:cubicBezTo>
                <a:cubicBezTo>
                  <a:pt x="1189" y="382"/>
                  <a:pt x="1189" y="382"/>
                  <a:pt x="1189" y="382"/>
                </a:cubicBezTo>
                <a:cubicBezTo>
                  <a:pt x="1188" y="381"/>
                  <a:pt x="1188" y="381"/>
                  <a:pt x="1188" y="381"/>
                </a:cubicBezTo>
                <a:cubicBezTo>
                  <a:pt x="1188" y="381"/>
                  <a:pt x="1188" y="381"/>
                  <a:pt x="1188" y="381"/>
                </a:cubicBezTo>
                <a:cubicBezTo>
                  <a:pt x="1188" y="379"/>
                  <a:pt x="1188" y="379"/>
                  <a:pt x="1188" y="379"/>
                </a:cubicBezTo>
                <a:cubicBezTo>
                  <a:pt x="1188" y="379"/>
                  <a:pt x="1188" y="379"/>
                  <a:pt x="1188" y="379"/>
                </a:cubicBezTo>
                <a:cubicBezTo>
                  <a:pt x="1188" y="378"/>
                  <a:pt x="1188" y="378"/>
                  <a:pt x="1188" y="378"/>
                </a:cubicBezTo>
                <a:cubicBezTo>
                  <a:pt x="1188" y="378"/>
                  <a:pt x="1188" y="378"/>
                  <a:pt x="1188" y="378"/>
                </a:cubicBezTo>
                <a:cubicBezTo>
                  <a:pt x="1188" y="375"/>
                  <a:pt x="1188" y="375"/>
                  <a:pt x="1188" y="375"/>
                </a:cubicBezTo>
                <a:cubicBezTo>
                  <a:pt x="1188" y="375"/>
                  <a:pt x="1188" y="375"/>
                  <a:pt x="1188" y="375"/>
                </a:cubicBezTo>
                <a:cubicBezTo>
                  <a:pt x="1187" y="374"/>
                  <a:pt x="1187" y="374"/>
                  <a:pt x="1187" y="374"/>
                </a:cubicBezTo>
                <a:cubicBezTo>
                  <a:pt x="1187" y="374"/>
                  <a:pt x="1187" y="374"/>
                  <a:pt x="1187" y="374"/>
                </a:cubicBezTo>
                <a:cubicBezTo>
                  <a:pt x="1187" y="371"/>
                  <a:pt x="1187" y="371"/>
                  <a:pt x="1187" y="371"/>
                </a:cubicBezTo>
                <a:cubicBezTo>
                  <a:pt x="1187" y="371"/>
                  <a:pt x="1187" y="371"/>
                  <a:pt x="1187" y="371"/>
                </a:cubicBezTo>
                <a:cubicBezTo>
                  <a:pt x="1187" y="370"/>
                  <a:pt x="1187" y="370"/>
                  <a:pt x="1187" y="370"/>
                </a:cubicBezTo>
                <a:cubicBezTo>
                  <a:pt x="1187" y="370"/>
                  <a:pt x="1187" y="370"/>
                  <a:pt x="1187" y="370"/>
                </a:cubicBezTo>
                <a:cubicBezTo>
                  <a:pt x="1187" y="367"/>
                  <a:pt x="1187" y="367"/>
                  <a:pt x="1187" y="367"/>
                </a:cubicBezTo>
                <a:cubicBezTo>
                  <a:pt x="1187" y="367"/>
                  <a:pt x="1187" y="367"/>
                  <a:pt x="1187" y="367"/>
                </a:cubicBezTo>
                <a:cubicBezTo>
                  <a:pt x="1183" y="367"/>
                  <a:pt x="1183" y="367"/>
                  <a:pt x="1183" y="367"/>
                </a:cubicBezTo>
                <a:cubicBezTo>
                  <a:pt x="1183" y="367"/>
                  <a:pt x="1183" y="367"/>
                  <a:pt x="1183" y="367"/>
                </a:cubicBezTo>
                <a:cubicBezTo>
                  <a:pt x="1181" y="370"/>
                  <a:pt x="1181" y="370"/>
                  <a:pt x="1181" y="370"/>
                </a:cubicBezTo>
                <a:cubicBezTo>
                  <a:pt x="1181" y="370"/>
                  <a:pt x="1181" y="370"/>
                  <a:pt x="1181" y="370"/>
                </a:cubicBezTo>
                <a:cubicBezTo>
                  <a:pt x="1179" y="372"/>
                  <a:pt x="1179" y="372"/>
                  <a:pt x="1179" y="372"/>
                </a:cubicBezTo>
                <a:cubicBezTo>
                  <a:pt x="1179" y="372"/>
                  <a:pt x="1179" y="372"/>
                  <a:pt x="1179" y="372"/>
                </a:cubicBezTo>
                <a:cubicBezTo>
                  <a:pt x="1177" y="375"/>
                  <a:pt x="1177" y="375"/>
                  <a:pt x="1177" y="375"/>
                </a:cubicBezTo>
                <a:cubicBezTo>
                  <a:pt x="1177" y="375"/>
                  <a:pt x="1177" y="375"/>
                  <a:pt x="1177" y="375"/>
                </a:cubicBezTo>
                <a:cubicBezTo>
                  <a:pt x="1175" y="376"/>
                  <a:pt x="1175" y="376"/>
                  <a:pt x="1175" y="376"/>
                </a:cubicBezTo>
                <a:cubicBezTo>
                  <a:pt x="1175" y="376"/>
                  <a:pt x="1175" y="376"/>
                  <a:pt x="1175" y="376"/>
                </a:cubicBezTo>
                <a:cubicBezTo>
                  <a:pt x="1172" y="378"/>
                  <a:pt x="1172" y="378"/>
                  <a:pt x="1172" y="378"/>
                </a:cubicBezTo>
                <a:cubicBezTo>
                  <a:pt x="1172" y="378"/>
                  <a:pt x="1172" y="378"/>
                  <a:pt x="1172" y="378"/>
                </a:cubicBezTo>
                <a:cubicBezTo>
                  <a:pt x="1171" y="380"/>
                  <a:pt x="1171" y="380"/>
                  <a:pt x="1171" y="380"/>
                </a:cubicBezTo>
                <a:cubicBezTo>
                  <a:pt x="1171" y="380"/>
                  <a:pt x="1171" y="380"/>
                  <a:pt x="1171" y="380"/>
                </a:cubicBezTo>
                <a:cubicBezTo>
                  <a:pt x="1170" y="381"/>
                  <a:pt x="1170" y="381"/>
                  <a:pt x="1170" y="381"/>
                </a:cubicBezTo>
                <a:cubicBezTo>
                  <a:pt x="1170" y="381"/>
                  <a:pt x="1170" y="381"/>
                  <a:pt x="1170" y="381"/>
                </a:cubicBezTo>
                <a:cubicBezTo>
                  <a:pt x="1170" y="382"/>
                  <a:pt x="1170" y="382"/>
                  <a:pt x="1170" y="382"/>
                </a:cubicBezTo>
                <a:cubicBezTo>
                  <a:pt x="1170" y="382"/>
                  <a:pt x="1170" y="382"/>
                  <a:pt x="1170" y="382"/>
                </a:cubicBezTo>
                <a:cubicBezTo>
                  <a:pt x="1171" y="383"/>
                  <a:pt x="1171" y="383"/>
                  <a:pt x="1171" y="383"/>
                </a:cubicBezTo>
                <a:cubicBezTo>
                  <a:pt x="1171" y="383"/>
                  <a:pt x="1171" y="383"/>
                  <a:pt x="1171" y="383"/>
                </a:cubicBezTo>
                <a:cubicBezTo>
                  <a:pt x="1172" y="384"/>
                  <a:pt x="1172" y="384"/>
                  <a:pt x="1172" y="384"/>
                </a:cubicBezTo>
                <a:cubicBezTo>
                  <a:pt x="1172" y="384"/>
                  <a:pt x="1172" y="384"/>
                  <a:pt x="1172" y="384"/>
                </a:cubicBezTo>
                <a:cubicBezTo>
                  <a:pt x="1173" y="385"/>
                  <a:pt x="1173" y="385"/>
                  <a:pt x="1173" y="385"/>
                </a:cubicBezTo>
                <a:cubicBezTo>
                  <a:pt x="1173" y="385"/>
                  <a:pt x="1173" y="385"/>
                  <a:pt x="1173" y="385"/>
                </a:cubicBezTo>
                <a:cubicBezTo>
                  <a:pt x="1174" y="385"/>
                  <a:pt x="1174" y="385"/>
                  <a:pt x="1174" y="385"/>
                </a:cubicBezTo>
                <a:cubicBezTo>
                  <a:pt x="1174" y="385"/>
                  <a:pt x="1174" y="385"/>
                  <a:pt x="1174" y="385"/>
                </a:cubicBezTo>
                <a:cubicBezTo>
                  <a:pt x="1175" y="386"/>
                  <a:pt x="1175" y="386"/>
                  <a:pt x="1175" y="386"/>
                </a:cubicBezTo>
                <a:cubicBezTo>
                  <a:pt x="1175" y="386"/>
                  <a:pt x="1175" y="386"/>
                  <a:pt x="1175" y="386"/>
                </a:cubicBezTo>
                <a:cubicBezTo>
                  <a:pt x="1176" y="386"/>
                  <a:pt x="1176" y="386"/>
                  <a:pt x="1176" y="386"/>
                </a:cubicBezTo>
                <a:cubicBezTo>
                  <a:pt x="1176" y="386"/>
                  <a:pt x="1176" y="386"/>
                  <a:pt x="1176" y="386"/>
                </a:cubicBezTo>
                <a:cubicBezTo>
                  <a:pt x="1177" y="386"/>
                  <a:pt x="1177" y="386"/>
                  <a:pt x="1177" y="386"/>
                </a:cubicBezTo>
                <a:cubicBezTo>
                  <a:pt x="1177" y="386"/>
                  <a:pt x="1177" y="386"/>
                  <a:pt x="1177" y="386"/>
                </a:cubicBezTo>
                <a:cubicBezTo>
                  <a:pt x="1179" y="386"/>
                  <a:pt x="1179" y="386"/>
                  <a:pt x="1179" y="386"/>
                </a:cubicBezTo>
                <a:close/>
                <a:moveTo>
                  <a:pt x="778" y="381"/>
                </a:moveTo>
                <a:cubicBezTo>
                  <a:pt x="728" y="357"/>
                  <a:pt x="728" y="357"/>
                  <a:pt x="728" y="357"/>
                </a:cubicBezTo>
                <a:cubicBezTo>
                  <a:pt x="728" y="357"/>
                  <a:pt x="728" y="357"/>
                  <a:pt x="728" y="357"/>
                </a:cubicBezTo>
                <a:cubicBezTo>
                  <a:pt x="726" y="357"/>
                  <a:pt x="726" y="357"/>
                  <a:pt x="726" y="357"/>
                </a:cubicBezTo>
                <a:cubicBezTo>
                  <a:pt x="726" y="357"/>
                  <a:pt x="726" y="357"/>
                  <a:pt x="726" y="357"/>
                </a:cubicBezTo>
                <a:cubicBezTo>
                  <a:pt x="726" y="355"/>
                  <a:pt x="726" y="355"/>
                  <a:pt x="726" y="355"/>
                </a:cubicBezTo>
                <a:cubicBezTo>
                  <a:pt x="726" y="355"/>
                  <a:pt x="726" y="355"/>
                  <a:pt x="726" y="355"/>
                </a:cubicBezTo>
                <a:cubicBezTo>
                  <a:pt x="726" y="355"/>
                  <a:pt x="726" y="355"/>
                  <a:pt x="726" y="355"/>
                </a:cubicBezTo>
                <a:cubicBezTo>
                  <a:pt x="726" y="355"/>
                  <a:pt x="726" y="355"/>
                  <a:pt x="726" y="355"/>
                </a:cubicBezTo>
                <a:cubicBezTo>
                  <a:pt x="727" y="353"/>
                  <a:pt x="727" y="353"/>
                  <a:pt x="727" y="353"/>
                </a:cubicBezTo>
                <a:cubicBezTo>
                  <a:pt x="727" y="353"/>
                  <a:pt x="727" y="353"/>
                  <a:pt x="727" y="353"/>
                </a:cubicBezTo>
                <a:cubicBezTo>
                  <a:pt x="727" y="353"/>
                  <a:pt x="727" y="353"/>
                  <a:pt x="727" y="353"/>
                </a:cubicBezTo>
                <a:cubicBezTo>
                  <a:pt x="727" y="353"/>
                  <a:pt x="727" y="353"/>
                  <a:pt x="727" y="353"/>
                </a:cubicBezTo>
                <a:cubicBezTo>
                  <a:pt x="728" y="351"/>
                  <a:pt x="728" y="351"/>
                  <a:pt x="728" y="351"/>
                </a:cubicBezTo>
                <a:cubicBezTo>
                  <a:pt x="728" y="351"/>
                  <a:pt x="728" y="351"/>
                  <a:pt x="728" y="351"/>
                </a:cubicBezTo>
                <a:cubicBezTo>
                  <a:pt x="728" y="350"/>
                  <a:pt x="728" y="350"/>
                  <a:pt x="728" y="350"/>
                </a:cubicBezTo>
                <a:cubicBezTo>
                  <a:pt x="728" y="350"/>
                  <a:pt x="728" y="350"/>
                  <a:pt x="728" y="350"/>
                </a:cubicBezTo>
                <a:cubicBezTo>
                  <a:pt x="729" y="348"/>
                  <a:pt x="729" y="348"/>
                  <a:pt x="729" y="348"/>
                </a:cubicBezTo>
                <a:cubicBezTo>
                  <a:pt x="729" y="348"/>
                  <a:pt x="729" y="348"/>
                  <a:pt x="729" y="348"/>
                </a:cubicBezTo>
                <a:cubicBezTo>
                  <a:pt x="731" y="348"/>
                  <a:pt x="731" y="348"/>
                  <a:pt x="731" y="348"/>
                </a:cubicBezTo>
                <a:cubicBezTo>
                  <a:pt x="731" y="348"/>
                  <a:pt x="731" y="348"/>
                  <a:pt x="731" y="348"/>
                </a:cubicBezTo>
                <a:cubicBezTo>
                  <a:pt x="733" y="347"/>
                  <a:pt x="733" y="347"/>
                  <a:pt x="733" y="347"/>
                </a:cubicBezTo>
                <a:cubicBezTo>
                  <a:pt x="733" y="347"/>
                  <a:pt x="733" y="347"/>
                  <a:pt x="733" y="347"/>
                </a:cubicBezTo>
                <a:cubicBezTo>
                  <a:pt x="736" y="346"/>
                  <a:pt x="736" y="346"/>
                  <a:pt x="736" y="346"/>
                </a:cubicBezTo>
                <a:cubicBezTo>
                  <a:pt x="736" y="346"/>
                  <a:pt x="736" y="346"/>
                  <a:pt x="736" y="346"/>
                </a:cubicBezTo>
                <a:cubicBezTo>
                  <a:pt x="739" y="345"/>
                  <a:pt x="739" y="345"/>
                  <a:pt x="739" y="345"/>
                </a:cubicBezTo>
                <a:cubicBezTo>
                  <a:pt x="739" y="345"/>
                  <a:pt x="739" y="345"/>
                  <a:pt x="739" y="345"/>
                </a:cubicBezTo>
                <a:cubicBezTo>
                  <a:pt x="741" y="345"/>
                  <a:pt x="741" y="345"/>
                  <a:pt x="741" y="345"/>
                </a:cubicBezTo>
                <a:cubicBezTo>
                  <a:pt x="741" y="345"/>
                  <a:pt x="741" y="345"/>
                  <a:pt x="741" y="345"/>
                </a:cubicBezTo>
                <a:cubicBezTo>
                  <a:pt x="743" y="345"/>
                  <a:pt x="743" y="345"/>
                  <a:pt x="743" y="345"/>
                </a:cubicBezTo>
                <a:cubicBezTo>
                  <a:pt x="743" y="345"/>
                  <a:pt x="743" y="345"/>
                  <a:pt x="743" y="345"/>
                </a:cubicBezTo>
                <a:cubicBezTo>
                  <a:pt x="745" y="346"/>
                  <a:pt x="745" y="346"/>
                  <a:pt x="745" y="346"/>
                </a:cubicBezTo>
                <a:cubicBezTo>
                  <a:pt x="745" y="346"/>
                  <a:pt x="745" y="346"/>
                  <a:pt x="745" y="346"/>
                </a:cubicBezTo>
                <a:cubicBezTo>
                  <a:pt x="748" y="346"/>
                  <a:pt x="748" y="346"/>
                  <a:pt x="748" y="346"/>
                </a:cubicBezTo>
                <a:cubicBezTo>
                  <a:pt x="748" y="346"/>
                  <a:pt x="748" y="346"/>
                  <a:pt x="748" y="346"/>
                </a:cubicBezTo>
                <a:cubicBezTo>
                  <a:pt x="748" y="347"/>
                  <a:pt x="748" y="347"/>
                  <a:pt x="748" y="347"/>
                </a:cubicBezTo>
                <a:cubicBezTo>
                  <a:pt x="748" y="347"/>
                  <a:pt x="748" y="347"/>
                  <a:pt x="748" y="347"/>
                </a:cubicBezTo>
                <a:cubicBezTo>
                  <a:pt x="749" y="347"/>
                  <a:pt x="749" y="347"/>
                  <a:pt x="749" y="347"/>
                </a:cubicBezTo>
                <a:cubicBezTo>
                  <a:pt x="749" y="347"/>
                  <a:pt x="749" y="347"/>
                  <a:pt x="749" y="347"/>
                </a:cubicBezTo>
                <a:cubicBezTo>
                  <a:pt x="750" y="347"/>
                  <a:pt x="750" y="347"/>
                  <a:pt x="750" y="347"/>
                </a:cubicBezTo>
                <a:cubicBezTo>
                  <a:pt x="750" y="347"/>
                  <a:pt x="750" y="347"/>
                  <a:pt x="750" y="347"/>
                </a:cubicBezTo>
                <a:cubicBezTo>
                  <a:pt x="752" y="347"/>
                  <a:pt x="752" y="347"/>
                  <a:pt x="752" y="347"/>
                </a:cubicBezTo>
                <a:cubicBezTo>
                  <a:pt x="752" y="347"/>
                  <a:pt x="752" y="347"/>
                  <a:pt x="752" y="347"/>
                </a:cubicBezTo>
                <a:cubicBezTo>
                  <a:pt x="753" y="347"/>
                  <a:pt x="753" y="347"/>
                  <a:pt x="753" y="347"/>
                </a:cubicBezTo>
                <a:cubicBezTo>
                  <a:pt x="753" y="347"/>
                  <a:pt x="753" y="347"/>
                  <a:pt x="753" y="347"/>
                </a:cubicBezTo>
                <a:cubicBezTo>
                  <a:pt x="754" y="346"/>
                  <a:pt x="754" y="346"/>
                  <a:pt x="754" y="346"/>
                </a:cubicBezTo>
                <a:cubicBezTo>
                  <a:pt x="754" y="346"/>
                  <a:pt x="754" y="346"/>
                  <a:pt x="754" y="346"/>
                </a:cubicBezTo>
                <a:cubicBezTo>
                  <a:pt x="755" y="346"/>
                  <a:pt x="755" y="346"/>
                  <a:pt x="755" y="346"/>
                </a:cubicBezTo>
                <a:cubicBezTo>
                  <a:pt x="755" y="346"/>
                  <a:pt x="755" y="346"/>
                  <a:pt x="755" y="346"/>
                </a:cubicBezTo>
                <a:cubicBezTo>
                  <a:pt x="758" y="344"/>
                  <a:pt x="758" y="344"/>
                  <a:pt x="758" y="344"/>
                </a:cubicBezTo>
                <a:cubicBezTo>
                  <a:pt x="758" y="344"/>
                  <a:pt x="758" y="344"/>
                  <a:pt x="758" y="344"/>
                </a:cubicBezTo>
                <a:cubicBezTo>
                  <a:pt x="758" y="344"/>
                  <a:pt x="758" y="344"/>
                  <a:pt x="758" y="344"/>
                </a:cubicBezTo>
                <a:cubicBezTo>
                  <a:pt x="758" y="344"/>
                  <a:pt x="758" y="344"/>
                  <a:pt x="758" y="344"/>
                </a:cubicBezTo>
                <a:cubicBezTo>
                  <a:pt x="759" y="344"/>
                  <a:pt x="759" y="344"/>
                  <a:pt x="759" y="344"/>
                </a:cubicBezTo>
                <a:cubicBezTo>
                  <a:pt x="759" y="344"/>
                  <a:pt x="759" y="344"/>
                  <a:pt x="759" y="344"/>
                </a:cubicBezTo>
                <a:cubicBezTo>
                  <a:pt x="760" y="344"/>
                  <a:pt x="760" y="344"/>
                  <a:pt x="760" y="344"/>
                </a:cubicBezTo>
                <a:cubicBezTo>
                  <a:pt x="760" y="344"/>
                  <a:pt x="760" y="344"/>
                  <a:pt x="760" y="344"/>
                </a:cubicBezTo>
                <a:cubicBezTo>
                  <a:pt x="762" y="344"/>
                  <a:pt x="762" y="344"/>
                  <a:pt x="762" y="344"/>
                </a:cubicBezTo>
                <a:cubicBezTo>
                  <a:pt x="762" y="344"/>
                  <a:pt x="762" y="344"/>
                  <a:pt x="762" y="344"/>
                </a:cubicBezTo>
                <a:cubicBezTo>
                  <a:pt x="763" y="345"/>
                  <a:pt x="763" y="345"/>
                  <a:pt x="763" y="345"/>
                </a:cubicBezTo>
                <a:cubicBezTo>
                  <a:pt x="763" y="345"/>
                  <a:pt x="763" y="345"/>
                  <a:pt x="763" y="345"/>
                </a:cubicBezTo>
                <a:cubicBezTo>
                  <a:pt x="764" y="345"/>
                  <a:pt x="764" y="345"/>
                  <a:pt x="764" y="345"/>
                </a:cubicBezTo>
                <a:cubicBezTo>
                  <a:pt x="764" y="345"/>
                  <a:pt x="764" y="345"/>
                  <a:pt x="764" y="345"/>
                </a:cubicBezTo>
                <a:cubicBezTo>
                  <a:pt x="765" y="346"/>
                  <a:pt x="765" y="346"/>
                  <a:pt x="765" y="346"/>
                </a:cubicBezTo>
                <a:cubicBezTo>
                  <a:pt x="765" y="346"/>
                  <a:pt x="765" y="346"/>
                  <a:pt x="765" y="346"/>
                </a:cubicBezTo>
                <a:cubicBezTo>
                  <a:pt x="767" y="346"/>
                  <a:pt x="767" y="346"/>
                  <a:pt x="767" y="346"/>
                </a:cubicBezTo>
                <a:cubicBezTo>
                  <a:pt x="767" y="346"/>
                  <a:pt x="767" y="346"/>
                  <a:pt x="767" y="346"/>
                </a:cubicBezTo>
                <a:cubicBezTo>
                  <a:pt x="779" y="345"/>
                  <a:pt x="779" y="345"/>
                  <a:pt x="779" y="345"/>
                </a:cubicBezTo>
                <a:cubicBezTo>
                  <a:pt x="779" y="345"/>
                  <a:pt x="779" y="345"/>
                  <a:pt x="779" y="345"/>
                </a:cubicBezTo>
                <a:cubicBezTo>
                  <a:pt x="792" y="342"/>
                  <a:pt x="792" y="342"/>
                  <a:pt x="792" y="342"/>
                </a:cubicBezTo>
                <a:cubicBezTo>
                  <a:pt x="792" y="342"/>
                  <a:pt x="792" y="342"/>
                  <a:pt x="792" y="342"/>
                </a:cubicBezTo>
                <a:cubicBezTo>
                  <a:pt x="805" y="340"/>
                  <a:pt x="805" y="340"/>
                  <a:pt x="805" y="340"/>
                </a:cubicBezTo>
                <a:cubicBezTo>
                  <a:pt x="805" y="340"/>
                  <a:pt x="805" y="340"/>
                  <a:pt x="805" y="340"/>
                </a:cubicBezTo>
                <a:cubicBezTo>
                  <a:pt x="820" y="336"/>
                  <a:pt x="820" y="336"/>
                  <a:pt x="820" y="336"/>
                </a:cubicBezTo>
                <a:cubicBezTo>
                  <a:pt x="820" y="336"/>
                  <a:pt x="820" y="336"/>
                  <a:pt x="820" y="336"/>
                </a:cubicBezTo>
                <a:cubicBezTo>
                  <a:pt x="831" y="332"/>
                  <a:pt x="831" y="332"/>
                  <a:pt x="831" y="332"/>
                </a:cubicBezTo>
                <a:cubicBezTo>
                  <a:pt x="831" y="332"/>
                  <a:pt x="831" y="332"/>
                  <a:pt x="831" y="332"/>
                </a:cubicBezTo>
                <a:cubicBezTo>
                  <a:pt x="844" y="325"/>
                  <a:pt x="844" y="325"/>
                  <a:pt x="844" y="325"/>
                </a:cubicBezTo>
                <a:cubicBezTo>
                  <a:pt x="844" y="325"/>
                  <a:pt x="844" y="325"/>
                  <a:pt x="844" y="325"/>
                </a:cubicBezTo>
                <a:cubicBezTo>
                  <a:pt x="855" y="318"/>
                  <a:pt x="855" y="318"/>
                  <a:pt x="855" y="318"/>
                </a:cubicBezTo>
                <a:cubicBezTo>
                  <a:pt x="855" y="318"/>
                  <a:pt x="855" y="318"/>
                  <a:pt x="855" y="318"/>
                </a:cubicBezTo>
                <a:cubicBezTo>
                  <a:pt x="866" y="308"/>
                  <a:pt x="866" y="308"/>
                  <a:pt x="866" y="308"/>
                </a:cubicBezTo>
                <a:cubicBezTo>
                  <a:pt x="866" y="308"/>
                  <a:pt x="866" y="308"/>
                  <a:pt x="866" y="308"/>
                </a:cubicBezTo>
                <a:cubicBezTo>
                  <a:pt x="900" y="268"/>
                  <a:pt x="900" y="268"/>
                  <a:pt x="900" y="268"/>
                </a:cubicBezTo>
                <a:cubicBezTo>
                  <a:pt x="900" y="268"/>
                  <a:pt x="900" y="268"/>
                  <a:pt x="900" y="268"/>
                </a:cubicBezTo>
                <a:cubicBezTo>
                  <a:pt x="901" y="268"/>
                  <a:pt x="901" y="268"/>
                  <a:pt x="901" y="268"/>
                </a:cubicBezTo>
                <a:cubicBezTo>
                  <a:pt x="901" y="268"/>
                  <a:pt x="901" y="268"/>
                  <a:pt x="901" y="268"/>
                </a:cubicBezTo>
                <a:cubicBezTo>
                  <a:pt x="903" y="266"/>
                  <a:pt x="903" y="266"/>
                  <a:pt x="903" y="266"/>
                </a:cubicBezTo>
                <a:cubicBezTo>
                  <a:pt x="903" y="266"/>
                  <a:pt x="903" y="266"/>
                  <a:pt x="903" y="266"/>
                </a:cubicBezTo>
                <a:cubicBezTo>
                  <a:pt x="905" y="264"/>
                  <a:pt x="905" y="264"/>
                  <a:pt x="905" y="264"/>
                </a:cubicBezTo>
                <a:cubicBezTo>
                  <a:pt x="905" y="264"/>
                  <a:pt x="905" y="264"/>
                  <a:pt x="905" y="264"/>
                </a:cubicBezTo>
                <a:cubicBezTo>
                  <a:pt x="907" y="261"/>
                  <a:pt x="907" y="261"/>
                  <a:pt x="907" y="261"/>
                </a:cubicBezTo>
                <a:cubicBezTo>
                  <a:pt x="907" y="261"/>
                  <a:pt x="907" y="261"/>
                  <a:pt x="907" y="261"/>
                </a:cubicBezTo>
                <a:cubicBezTo>
                  <a:pt x="908" y="259"/>
                  <a:pt x="908" y="259"/>
                  <a:pt x="908" y="259"/>
                </a:cubicBezTo>
                <a:cubicBezTo>
                  <a:pt x="908" y="259"/>
                  <a:pt x="908" y="259"/>
                  <a:pt x="908" y="259"/>
                </a:cubicBezTo>
                <a:cubicBezTo>
                  <a:pt x="911" y="257"/>
                  <a:pt x="911" y="257"/>
                  <a:pt x="911" y="257"/>
                </a:cubicBezTo>
                <a:cubicBezTo>
                  <a:pt x="911" y="257"/>
                  <a:pt x="911" y="257"/>
                  <a:pt x="911" y="257"/>
                </a:cubicBezTo>
                <a:cubicBezTo>
                  <a:pt x="913" y="256"/>
                  <a:pt x="913" y="256"/>
                  <a:pt x="913" y="256"/>
                </a:cubicBezTo>
                <a:cubicBezTo>
                  <a:pt x="913" y="256"/>
                  <a:pt x="913" y="256"/>
                  <a:pt x="913" y="256"/>
                </a:cubicBezTo>
                <a:cubicBezTo>
                  <a:pt x="916" y="253"/>
                  <a:pt x="916" y="253"/>
                  <a:pt x="916" y="253"/>
                </a:cubicBezTo>
                <a:cubicBezTo>
                  <a:pt x="916" y="253"/>
                  <a:pt x="916" y="253"/>
                  <a:pt x="916" y="253"/>
                </a:cubicBezTo>
                <a:cubicBezTo>
                  <a:pt x="922" y="247"/>
                  <a:pt x="922" y="247"/>
                  <a:pt x="922" y="247"/>
                </a:cubicBezTo>
                <a:cubicBezTo>
                  <a:pt x="922" y="247"/>
                  <a:pt x="922" y="247"/>
                  <a:pt x="922" y="247"/>
                </a:cubicBezTo>
                <a:cubicBezTo>
                  <a:pt x="928" y="242"/>
                  <a:pt x="928" y="242"/>
                  <a:pt x="928" y="242"/>
                </a:cubicBezTo>
                <a:cubicBezTo>
                  <a:pt x="928" y="242"/>
                  <a:pt x="928" y="242"/>
                  <a:pt x="928" y="242"/>
                </a:cubicBezTo>
                <a:cubicBezTo>
                  <a:pt x="934" y="235"/>
                  <a:pt x="934" y="235"/>
                  <a:pt x="934" y="235"/>
                </a:cubicBezTo>
                <a:cubicBezTo>
                  <a:pt x="934" y="235"/>
                  <a:pt x="934" y="235"/>
                  <a:pt x="934" y="235"/>
                </a:cubicBezTo>
                <a:cubicBezTo>
                  <a:pt x="941" y="229"/>
                  <a:pt x="941" y="229"/>
                  <a:pt x="941" y="229"/>
                </a:cubicBezTo>
                <a:cubicBezTo>
                  <a:pt x="941" y="229"/>
                  <a:pt x="941" y="229"/>
                  <a:pt x="941" y="229"/>
                </a:cubicBezTo>
                <a:cubicBezTo>
                  <a:pt x="946" y="223"/>
                  <a:pt x="946" y="223"/>
                  <a:pt x="946" y="223"/>
                </a:cubicBezTo>
                <a:cubicBezTo>
                  <a:pt x="946" y="223"/>
                  <a:pt x="946" y="223"/>
                  <a:pt x="946" y="223"/>
                </a:cubicBezTo>
                <a:cubicBezTo>
                  <a:pt x="951" y="215"/>
                  <a:pt x="951" y="215"/>
                  <a:pt x="951" y="215"/>
                </a:cubicBezTo>
                <a:cubicBezTo>
                  <a:pt x="951" y="215"/>
                  <a:pt x="951" y="215"/>
                  <a:pt x="951" y="215"/>
                </a:cubicBezTo>
                <a:cubicBezTo>
                  <a:pt x="956" y="208"/>
                  <a:pt x="956" y="208"/>
                  <a:pt x="956" y="208"/>
                </a:cubicBezTo>
                <a:cubicBezTo>
                  <a:pt x="956" y="208"/>
                  <a:pt x="956" y="208"/>
                  <a:pt x="956" y="208"/>
                </a:cubicBezTo>
                <a:cubicBezTo>
                  <a:pt x="961" y="200"/>
                  <a:pt x="961" y="200"/>
                  <a:pt x="961" y="200"/>
                </a:cubicBezTo>
                <a:cubicBezTo>
                  <a:pt x="961" y="200"/>
                  <a:pt x="961" y="200"/>
                  <a:pt x="961" y="200"/>
                </a:cubicBezTo>
                <a:cubicBezTo>
                  <a:pt x="959" y="198"/>
                  <a:pt x="959" y="198"/>
                  <a:pt x="959" y="198"/>
                </a:cubicBezTo>
                <a:cubicBezTo>
                  <a:pt x="959" y="198"/>
                  <a:pt x="959" y="198"/>
                  <a:pt x="959" y="198"/>
                </a:cubicBezTo>
                <a:cubicBezTo>
                  <a:pt x="956" y="196"/>
                  <a:pt x="956" y="196"/>
                  <a:pt x="956" y="196"/>
                </a:cubicBezTo>
                <a:cubicBezTo>
                  <a:pt x="956" y="196"/>
                  <a:pt x="956" y="196"/>
                  <a:pt x="956" y="196"/>
                </a:cubicBezTo>
                <a:cubicBezTo>
                  <a:pt x="953" y="195"/>
                  <a:pt x="953" y="195"/>
                  <a:pt x="953" y="195"/>
                </a:cubicBezTo>
                <a:cubicBezTo>
                  <a:pt x="953" y="195"/>
                  <a:pt x="953" y="195"/>
                  <a:pt x="953" y="195"/>
                </a:cubicBezTo>
                <a:cubicBezTo>
                  <a:pt x="950" y="194"/>
                  <a:pt x="950" y="194"/>
                  <a:pt x="950" y="194"/>
                </a:cubicBezTo>
                <a:cubicBezTo>
                  <a:pt x="950" y="194"/>
                  <a:pt x="950" y="194"/>
                  <a:pt x="950" y="194"/>
                </a:cubicBezTo>
                <a:cubicBezTo>
                  <a:pt x="946" y="194"/>
                  <a:pt x="946" y="194"/>
                  <a:pt x="946" y="194"/>
                </a:cubicBezTo>
                <a:cubicBezTo>
                  <a:pt x="946" y="194"/>
                  <a:pt x="946" y="194"/>
                  <a:pt x="946" y="194"/>
                </a:cubicBezTo>
                <a:cubicBezTo>
                  <a:pt x="943" y="194"/>
                  <a:pt x="943" y="194"/>
                  <a:pt x="943" y="194"/>
                </a:cubicBezTo>
                <a:cubicBezTo>
                  <a:pt x="943" y="194"/>
                  <a:pt x="943" y="194"/>
                  <a:pt x="943" y="194"/>
                </a:cubicBezTo>
                <a:cubicBezTo>
                  <a:pt x="939" y="194"/>
                  <a:pt x="939" y="194"/>
                  <a:pt x="939" y="194"/>
                </a:cubicBezTo>
                <a:cubicBezTo>
                  <a:pt x="939" y="194"/>
                  <a:pt x="939" y="194"/>
                  <a:pt x="939" y="194"/>
                </a:cubicBezTo>
                <a:cubicBezTo>
                  <a:pt x="936" y="194"/>
                  <a:pt x="936" y="194"/>
                  <a:pt x="936" y="194"/>
                </a:cubicBezTo>
                <a:cubicBezTo>
                  <a:pt x="936" y="194"/>
                  <a:pt x="936" y="194"/>
                  <a:pt x="936" y="194"/>
                </a:cubicBezTo>
                <a:cubicBezTo>
                  <a:pt x="927" y="198"/>
                  <a:pt x="927" y="198"/>
                  <a:pt x="927" y="198"/>
                </a:cubicBezTo>
                <a:cubicBezTo>
                  <a:pt x="927" y="198"/>
                  <a:pt x="927" y="198"/>
                  <a:pt x="927" y="198"/>
                </a:cubicBezTo>
                <a:cubicBezTo>
                  <a:pt x="918" y="200"/>
                  <a:pt x="918" y="200"/>
                  <a:pt x="918" y="200"/>
                </a:cubicBezTo>
                <a:cubicBezTo>
                  <a:pt x="918" y="200"/>
                  <a:pt x="918" y="200"/>
                  <a:pt x="918" y="200"/>
                </a:cubicBezTo>
                <a:cubicBezTo>
                  <a:pt x="910" y="202"/>
                  <a:pt x="910" y="202"/>
                  <a:pt x="910" y="202"/>
                </a:cubicBezTo>
                <a:cubicBezTo>
                  <a:pt x="910" y="202"/>
                  <a:pt x="910" y="202"/>
                  <a:pt x="910" y="202"/>
                </a:cubicBezTo>
                <a:cubicBezTo>
                  <a:pt x="901" y="203"/>
                  <a:pt x="901" y="203"/>
                  <a:pt x="901" y="203"/>
                </a:cubicBezTo>
                <a:cubicBezTo>
                  <a:pt x="901" y="203"/>
                  <a:pt x="901" y="203"/>
                  <a:pt x="901" y="203"/>
                </a:cubicBezTo>
                <a:cubicBezTo>
                  <a:pt x="892" y="205"/>
                  <a:pt x="892" y="205"/>
                  <a:pt x="892" y="205"/>
                </a:cubicBezTo>
                <a:cubicBezTo>
                  <a:pt x="892" y="205"/>
                  <a:pt x="892" y="205"/>
                  <a:pt x="892" y="205"/>
                </a:cubicBezTo>
                <a:cubicBezTo>
                  <a:pt x="884" y="206"/>
                  <a:pt x="884" y="206"/>
                  <a:pt x="884" y="206"/>
                </a:cubicBezTo>
                <a:cubicBezTo>
                  <a:pt x="884" y="206"/>
                  <a:pt x="884" y="206"/>
                  <a:pt x="884" y="206"/>
                </a:cubicBezTo>
                <a:cubicBezTo>
                  <a:pt x="875" y="207"/>
                  <a:pt x="875" y="207"/>
                  <a:pt x="875" y="207"/>
                </a:cubicBezTo>
                <a:cubicBezTo>
                  <a:pt x="875" y="207"/>
                  <a:pt x="875" y="207"/>
                  <a:pt x="875" y="207"/>
                </a:cubicBezTo>
                <a:cubicBezTo>
                  <a:pt x="867" y="207"/>
                  <a:pt x="867" y="207"/>
                  <a:pt x="867" y="207"/>
                </a:cubicBezTo>
                <a:cubicBezTo>
                  <a:pt x="867" y="207"/>
                  <a:pt x="867" y="207"/>
                  <a:pt x="867" y="207"/>
                </a:cubicBezTo>
                <a:cubicBezTo>
                  <a:pt x="865" y="207"/>
                  <a:pt x="865" y="207"/>
                  <a:pt x="865" y="207"/>
                </a:cubicBezTo>
                <a:cubicBezTo>
                  <a:pt x="865" y="207"/>
                  <a:pt x="865" y="207"/>
                  <a:pt x="865" y="207"/>
                </a:cubicBezTo>
                <a:cubicBezTo>
                  <a:pt x="863" y="207"/>
                  <a:pt x="863" y="207"/>
                  <a:pt x="863" y="207"/>
                </a:cubicBezTo>
                <a:cubicBezTo>
                  <a:pt x="863" y="207"/>
                  <a:pt x="863" y="207"/>
                  <a:pt x="863" y="207"/>
                </a:cubicBezTo>
                <a:cubicBezTo>
                  <a:pt x="861" y="207"/>
                  <a:pt x="861" y="207"/>
                  <a:pt x="861" y="207"/>
                </a:cubicBezTo>
                <a:cubicBezTo>
                  <a:pt x="861" y="207"/>
                  <a:pt x="861" y="207"/>
                  <a:pt x="861" y="207"/>
                </a:cubicBezTo>
                <a:cubicBezTo>
                  <a:pt x="859" y="207"/>
                  <a:pt x="859" y="207"/>
                  <a:pt x="859" y="207"/>
                </a:cubicBezTo>
                <a:cubicBezTo>
                  <a:pt x="859" y="207"/>
                  <a:pt x="859" y="207"/>
                  <a:pt x="859" y="207"/>
                </a:cubicBezTo>
                <a:cubicBezTo>
                  <a:pt x="857" y="207"/>
                  <a:pt x="857" y="207"/>
                  <a:pt x="857" y="207"/>
                </a:cubicBezTo>
                <a:cubicBezTo>
                  <a:pt x="857" y="207"/>
                  <a:pt x="857" y="207"/>
                  <a:pt x="857" y="207"/>
                </a:cubicBezTo>
                <a:cubicBezTo>
                  <a:pt x="855" y="207"/>
                  <a:pt x="855" y="207"/>
                  <a:pt x="855" y="207"/>
                </a:cubicBezTo>
                <a:cubicBezTo>
                  <a:pt x="855" y="207"/>
                  <a:pt x="855" y="207"/>
                  <a:pt x="855" y="207"/>
                </a:cubicBezTo>
                <a:cubicBezTo>
                  <a:pt x="853" y="206"/>
                  <a:pt x="853" y="206"/>
                  <a:pt x="853" y="206"/>
                </a:cubicBezTo>
                <a:cubicBezTo>
                  <a:pt x="853" y="206"/>
                  <a:pt x="853" y="206"/>
                  <a:pt x="853" y="206"/>
                </a:cubicBezTo>
                <a:cubicBezTo>
                  <a:pt x="852" y="204"/>
                  <a:pt x="852" y="204"/>
                  <a:pt x="852" y="204"/>
                </a:cubicBezTo>
                <a:cubicBezTo>
                  <a:pt x="852" y="204"/>
                  <a:pt x="852" y="204"/>
                  <a:pt x="852" y="204"/>
                </a:cubicBezTo>
                <a:cubicBezTo>
                  <a:pt x="849" y="203"/>
                  <a:pt x="849" y="203"/>
                  <a:pt x="849" y="203"/>
                </a:cubicBezTo>
                <a:cubicBezTo>
                  <a:pt x="849" y="203"/>
                  <a:pt x="849" y="203"/>
                  <a:pt x="849" y="203"/>
                </a:cubicBezTo>
                <a:cubicBezTo>
                  <a:pt x="847" y="200"/>
                  <a:pt x="847" y="200"/>
                  <a:pt x="847" y="200"/>
                </a:cubicBezTo>
                <a:cubicBezTo>
                  <a:pt x="847" y="200"/>
                  <a:pt x="847" y="200"/>
                  <a:pt x="847" y="200"/>
                </a:cubicBezTo>
                <a:cubicBezTo>
                  <a:pt x="844" y="199"/>
                  <a:pt x="844" y="199"/>
                  <a:pt x="844" y="199"/>
                </a:cubicBezTo>
                <a:cubicBezTo>
                  <a:pt x="844" y="199"/>
                  <a:pt x="844" y="199"/>
                  <a:pt x="844" y="199"/>
                </a:cubicBezTo>
                <a:cubicBezTo>
                  <a:pt x="842" y="196"/>
                  <a:pt x="842" y="196"/>
                  <a:pt x="842" y="196"/>
                </a:cubicBezTo>
                <a:cubicBezTo>
                  <a:pt x="842" y="196"/>
                  <a:pt x="842" y="196"/>
                  <a:pt x="842" y="196"/>
                </a:cubicBezTo>
                <a:cubicBezTo>
                  <a:pt x="839" y="194"/>
                  <a:pt x="839" y="194"/>
                  <a:pt x="839" y="194"/>
                </a:cubicBezTo>
                <a:cubicBezTo>
                  <a:pt x="839" y="194"/>
                  <a:pt x="839" y="194"/>
                  <a:pt x="839" y="194"/>
                </a:cubicBezTo>
                <a:cubicBezTo>
                  <a:pt x="838" y="191"/>
                  <a:pt x="838" y="191"/>
                  <a:pt x="838" y="191"/>
                </a:cubicBezTo>
                <a:cubicBezTo>
                  <a:pt x="838" y="191"/>
                  <a:pt x="838" y="191"/>
                  <a:pt x="838" y="191"/>
                </a:cubicBezTo>
                <a:cubicBezTo>
                  <a:pt x="836" y="188"/>
                  <a:pt x="836" y="188"/>
                  <a:pt x="836" y="188"/>
                </a:cubicBezTo>
                <a:cubicBezTo>
                  <a:pt x="836" y="188"/>
                  <a:pt x="836" y="188"/>
                  <a:pt x="836" y="188"/>
                </a:cubicBezTo>
                <a:cubicBezTo>
                  <a:pt x="836" y="184"/>
                  <a:pt x="836" y="184"/>
                  <a:pt x="836" y="184"/>
                </a:cubicBezTo>
                <a:cubicBezTo>
                  <a:pt x="836" y="184"/>
                  <a:pt x="836" y="184"/>
                  <a:pt x="836" y="184"/>
                </a:cubicBezTo>
                <a:cubicBezTo>
                  <a:pt x="836" y="183"/>
                  <a:pt x="836" y="183"/>
                  <a:pt x="836" y="183"/>
                </a:cubicBezTo>
                <a:cubicBezTo>
                  <a:pt x="836" y="183"/>
                  <a:pt x="836" y="183"/>
                  <a:pt x="836" y="183"/>
                </a:cubicBezTo>
                <a:cubicBezTo>
                  <a:pt x="838" y="182"/>
                  <a:pt x="838" y="182"/>
                  <a:pt x="838" y="182"/>
                </a:cubicBezTo>
                <a:cubicBezTo>
                  <a:pt x="838" y="182"/>
                  <a:pt x="838" y="182"/>
                  <a:pt x="838" y="182"/>
                </a:cubicBezTo>
                <a:cubicBezTo>
                  <a:pt x="839" y="181"/>
                  <a:pt x="839" y="181"/>
                  <a:pt x="839" y="181"/>
                </a:cubicBezTo>
                <a:cubicBezTo>
                  <a:pt x="839" y="181"/>
                  <a:pt x="839" y="181"/>
                  <a:pt x="839" y="181"/>
                </a:cubicBezTo>
                <a:cubicBezTo>
                  <a:pt x="840" y="179"/>
                  <a:pt x="840" y="179"/>
                  <a:pt x="840" y="179"/>
                </a:cubicBezTo>
                <a:cubicBezTo>
                  <a:pt x="840" y="179"/>
                  <a:pt x="840" y="179"/>
                  <a:pt x="840" y="179"/>
                </a:cubicBezTo>
                <a:cubicBezTo>
                  <a:pt x="840" y="178"/>
                  <a:pt x="840" y="178"/>
                  <a:pt x="840" y="178"/>
                </a:cubicBezTo>
                <a:cubicBezTo>
                  <a:pt x="840" y="178"/>
                  <a:pt x="840" y="178"/>
                  <a:pt x="840" y="178"/>
                </a:cubicBezTo>
                <a:cubicBezTo>
                  <a:pt x="842" y="177"/>
                  <a:pt x="842" y="177"/>
                  <a:pt x="842" y="177"/>
                </a:cubicBezTo>
                <a:cubicBezTo>
                  <a:pt x="842" y="177"/>
                  <a:pt x="842" y="177"/>
                  <a:pt x="842" y="177"/>
                </a:cubicBezTo>
                <a:cubicBezTo>
                  <a:pt x="843" y="176"/>
                  <a:pt x="843" y="176"/>
                  <a:pt x="843" y="176"/>
                </a:cubicBezTo>
                <a:cubicBezTo>
                  <a:pt x="843" y="176"/>
                  <a:pt x="843" y="176"/>
                  <a:pt x="843" y="176"/>
                </a:cubicBezTo>
                <a:cubicBezTo>
                  <a:pt x="845" y="174"/>
                  <a:pt x="845" y="174"/>
                  <a:pt x="845" y="174"/>
                </a:cubicBezTo>
                <a:cubicBezTo>
                  <a:pt x="845" y="174"/>
                  <a:pt x="845" y="174"/>
                  <a:pt x="845" y="174"/>
                </a:cubicBezTo>
                <a:cubicBezTo>
                  <a:pt x="847" y="177"/>
                  <a:pt x="847" y="177"/>
                  <a:pt x="847" y="177"/>
                </a:cubicBezTo>
                <a:cubicBezTo>
                  <a:pt x="847" y="177"/>
                  <a:pt x="847" y="177"/>
                  <a:pt x="847" y="177"/>
                </a:cubicBezTo>
                <a:cubicBezTo>
                  <a:pt x="850" y="178"/>
                  <a:pt x="850" y="178"/>
                  <a:pt x="850" y="178"/>
                </a:cubicBezTo>
                <a:cubicBezTo>
                  <a:pt x="850" y="178"/>
                  <a:pt x="850" y="178"/>
                  <a:pt x="850" y="178"/>
                </a:cubicBezTo>
                <a:cubicBezTo>
                  <a:pt x="854" y="179"/>
                  <a:pt x="854" y="179"/>
                  <a:pt x="854" y="179"/>
                </a:cubicBezTo>
                <a:cubicBezTo>
                  <a:pt x="854" y="179"/>
                  <a:pt x="854" y="179"/>
                  <a:pt x="854" y="179"/>
                </a:cubicBezTo>
                <a:cubicBezTo>
                  <a:pt x="858" y="179"/>
                  <a:pt x="858" y="179"/>
                  <a:pt x="858" y="179"/>
                </a:cubicBezTo>
                <a:cubicBezTo>
                  <a:pt x="858" y="179"/>
                  <a:pt x="858" y="179"/>
                  <a:pt x="858" y="179"/>
                </a:cubicBezTo>
                <a:cubicBezTo>
                  <a:pt x="862" y="180"/>
                  <a:pt x="862" y="180"/>
                  <a:pt x="862" y="180"/>
                </a:cubicBezTo>
                <a:cubicBezTo>
                  <a:pt x="862" y="180"/>
                  <a:pt x="862" y="180"/>
                  <a:pt x="862" y="180"/>
                </a:cubicBezTo>
                <a:cubicBezTo>
                  <a:pt x="866" y="180"/>
                  <a:pt x="866" y="180"/>
                  <a:pt x="866" y="180"/>
                </a:cubicBezTo>
                <a:cubicBezTo>
                  <a:pt x="866" y="180"/>
                  <a:pt x="866" y="180"/>
                  <a:pt x="866" y="180"/>
                </a:cubicBezTo>
                <a:cubicBezTo>
                  <a:pt x="870" y="181"/>
                  <a:pt x="870" y="181"/>
                  <a:pt x="870" y="181"/>
                </a:cubicBezTo>
                <a:cubicBezTo>
                  <a:pt x="870" y="181"/>
                  <a:pt x="870" y="181"/>
                  <a:pt x="870" y="181"/>
                </a:cubicBezTo>
                <a:cubicBezTo>
                  <a:pt x="874" y="181"/>
                  <a:pt x="874" y="181"/>
                  <a:pt x="874" y="181"/>
                </a:cubicBezTo>
                <a:cubicBezTo>
                  <a:pt x="874" y="181"/>
                  <a:pt x="874" y="181"/>
                  <a:pt x="874" y="181"/>
                </a:cubicBezTo>
                <a:cubicBezTo>
                  <a:pt x="941" y="179"/>
                  <a:pt x="941" y="179"/>
                  <a:pt x="941" y="179"/>
                </a:cubicBezTo>
                <a:cubicBezTo>
                  <a:pt x="941" y="179"/>
                  <a:pt x="941" y="179"/>
                  <a:pt x="941" y="179"/>
                </a:cubicBezTo>
                <a:cubicBezTo>
                  <a:pt x="976" y="176"/>
                  <a:pt x="976" y="176"/>
                  <a:pt x="976" y="176"/>
                </a:cubicBezTo>
                <a:cubicBezTo>
                  <a:pt x="976" y="176"/>
                  <a:pt x="976" y="176"/>
                  <a:pt x="976" y="176"/>
                </a:cubicBezTo>
                <a:cubicBezTo>
                  <a:pt x="979" y="180"/>
                  <a:pt x="979" y="180"/>
                  <a:pt x="979" y="180"/>
                </a:cubicBezTo>
                <a:cubicBezTo>
                  <a:pt x="979" y="180"/>
                  <a:pt x="979" y="180"/>
                  <a:pt x="979" y="180"/>
                </a:cubicBezTo>
                <a:cubicBezTo>
                  <a:pt x="983" y="183"/>
                  <a:pt x="983" y="183"/>
                  <a:pt x="983" y="183"/>
                </a:cubicBezTo>
                <a:cubicBezTo>
                  <a:pt x="983" y="183"/>
                  <a:pt x="983" y="183"/>
                  <a:pt x="983" y="183"/>
                </a:cubicBezTo>
                <a:cubicBezTo>
                  <a:pt x="985" y="186"/>
                  <a:pt x="985" y="186"/>
                  <a:pt x="985" y="186"/>
                </a:cubicBezTo>
                <a:cubicBezTo>
                  <a:pt x="985" y="186"/>
                  <a:pt x="985" y="186"/>
                  <a:pt x="985" y="186"/>
                </a:cubicBezTo>
                <a:cubicBezTo>
                  <a:pt x="988" y="190"/>
                  <a:pt x="988" y="190"/>
                  <a:pt x="988" y="190"/>
                </a:cubicBezTo>
                <a:cubicBezTo>
                  <a:pt x="988" y="190"/>
                  <a:pt x="988" y="190"/>
                  <a:pt x="988" y="190"/>
                </a:cubicBezTo>
                <a:cubicBezTo>
                  <a:pt x="988" y="195"/>
                  <a:pt x="988" y="195"/>
                  <a:pt x="988" y="195"/>
                </a:cubicBezTo>
                <a:cubicBezTo>
                  <a:pt x="988" y="195"/>
                  <a:pt x="988" y="195"/>
                  <a:pt x="988" y="195"/>
                </a:cubicBezTo>
                <a:cubicBezTo>
                  <a:pt x="989" y="200"/>
                  <a:pt x="989" y="200"/>
                  <a:pt x="989" y="200"/>
                </a:cubicBezTo>
                <a:cubicBezTo>
                  <a:pt x="989" y="200"/>
                  <a:pt x="989" y="200"/>
                  <a:pt x="989" y="200"/>
                </a:cubicBezTo>
                <a:cubicBezTo>
                  <a:pt x="989" y="204"/>
                  <a:pt x="989" y="204"/>
                  <a:pt x="989" y="204"/>
                </a:cubicBezTo>
                <a:cubicBezTo>
                  <a:pt x="989" y="204"/>
                  <a:pt x="989" y="204"/>
                  <a:pt x="989" y="204"/>
                </a:cubicBezTo>
                <a:cubicBezTo>
                  <a:pt x="989" y="208"/>
                  <a:pt x="989" y="208"/>
                  <a:pt x="989" y="208"/>
                </a:cubicBezTo>
                <a:cubicBezTo>
                  <a:pt x="989" y="208"/>
                  <a:pt x="989" y="208"/>
                  <a:pt x="989" y="208"/>
                </a:cubicBezTo>
                <a:cubicBezTo>
                  <a:pt x="987" y="212"/>
                  <a:pt x="987" y="212"/>
                  <a:pt x="987" y="212"/>
                </a:cubicBezTo>
                <a:cubicBezTo>
                  <a:pt x="987" y="212"/>
                  <a:pt x="987" y="212"/>
                  <a:pt x="987" y="212"/>
                </a:cubicBezTo>
                <a:cubicBezTo>
                  <a:pt x="986" y="214"/>
                  <a:pt x="986" y="214"/>
                  <a:pt x="986" y="214"/>
                </a:cubicBezTo>
                <a:cubicBezTo>
                  <a:pt x="986" y="214"/>
                  <a:pt x="986" y="214"/>
                  <a:pt x="986" y="214"/>
                </a:cubicBezTo>
                <a:cubicBezTo>
                  <a:pt x="984" y="215"/>
                  <a:pt x="984" y="215"/>
                  <a:pt x="984" y="215"/>
                </a:cubicBezTo>
                <a:cubicBezTo>
                  <a:pt x="984" y="215"/>
                  <a:pt x="984" y="215"/>
                  <a:pt x="984" y="215"/>
                </a:cubicBezTo>
                <a:cubicBezTo>
                  <a:pt x="983" y="216"/>
                  <a:pt x="983" y="216"/>
                  <a:pt x="983" y="216"/>
                </a:cubicBezTo>
                <a:cubicBezTo>
                  <a:pt x="983" y="216"/>
                  <a:pt x="983" y="216"/>
                  <a:pt x="983" y="216"/>
                </a:cubicBezTo>
                <a:cubicBezTo>
                  <a:pt x="979" y="219"/>
                  <a:pt x="979" y="219"/>
                  <a:pt x="979" y="219"/>
                </a:cubicBezTo>
                <a:cubicBezTo>
                  <a:pt x="979" y="219"/>
                  <a:pt x="979" y="219"/>
                  <a:pt x="979" y="219"/>
                </a:cubicBezTo>
                <a:cubicBezTo>
                  <a:pt x="977" y="221"/>
                  <a:pt x="977" y="221"/>
                  <a:pt x="977" y="221"/>
                </a:cubicBezTo>
                <a:cubicBezTo>
                  <a:pt x="977" y="221"/>
                  <a:pt x="977" y="221"/>
                  <a:pt x="977" y="221"/>
                </a:cubicBezTo>
                <a:cubicBezTo>
                  <a:pt x="975" y="223"/>
                  <a:pt x="975" y="223"/>
                  <a:pt x="975" y="223"/>
                </a:cubicBezTo>
                <a:cubicBezTo>
                  <a:pt x="975" y="223"/>
                  <a:pt x="975" y="223"/>
                  <a:pt x="975" y="223"/>
                </a:cubicBezTo>
                <a:cubicBezTo>
                  <a:pt x="975" y="225"/>
                  <a:pt x="975" y="225"/>
                  <a:pt x="975" y="225"/>
                </a:cubicBezTo>
                <a:cubicBezTo>
                  <a:pt x="975" y="225"/>
                  <a:pt x="975" y="225"/>
                  <a:pt x="975" y="225"/>
                </a:cubicBezTo>
                <a:cubicBezTo>
                  <a:pt x="969" y="231"/>
                  <a:pt x="969" y="231"/>
                  <a:pt x="969" y="231"/>
                </a:cubicBezTo>
                <a:cubicBezTo>
                  <a:pt x="969" y="231"/>
                  <a:pt x="969" y="231"/>
                  <a:pt x="969" y="231"/>
                </a:cubicBezTo>
                <a:cubicBezTo>
                  <a:pt x="964" y="237"/>
                  <a:pt x="964" y="237"/>
                  <a:pt x="964" y="237"/>
                </a:cubicBezTo>
                <a:cubicBezTo>
                  <a:pt x="964" y="237"/>
                  <a:pt x="964" y="237"/>
                  <a:pt x="964" y="237"/>
                </a:cubicBezTo>
                <a:cubicBezTo>
                  <a:pt x="957" y="243"/>
                  <a:pt x="957" y="243"/>
                  <a:pt x="957" y="243"/>
                </a:cubicBezTo>
                <a:cubicBezTo>
                  <a:pt x="957" y="243"/>
                  <a:pt x="957" y="243"/>
                  <a:pt x="957" y="243"/>
                </a:cubicBezTo>
                <a:cubicBezTo>
                  <a:pt x="953" y="249"/>
                  <a:pt x="953" y="249"/>
                  <a:pt x="953" y="249"/>
                </a:cubicBezTo>
                <a:cubicBezTo>
                  <a:pt x="953" y="249"/>
                  <a:pt x="953" y="249"/>
                  <a:pt x="953" y="249"/>
                </a:cubicBezTo>
                <a:cubicBezTo>
                  <a:pt x="947" y="256"/>
                  <a:pt x="947" y="256"/>
                  <a:pt x="947" y="256"/>
                </a:cubicBezTo>
                <a:cubicBezTo>
                  <a:pt x="947" y="256"/>
                  <a:pt x="947" y="256"/>
                  <a:pt x="947" y="256"/>
                </a:cubicBezTo>
                <a:cubicBezTo>
                  <a:pt x="942" y="261"/>
                  <a:pt x="942" y="261"/>
                  <a:pt x="942" y="261"/>
                </a:cubicBezTo>
                <a:cubicBezTo>
                  <a:pt x="942" y="261"/>
                  <a:pt x="942" y="261"/>
                  <a:pt x="942" y="261"/>
                </a:cubicBezTo>
                <a:cubicBezTo>
                  <a:pt x="935" y="266"/>
                  <a:pt x="935" y="266"/>
                  <a:pt x="935" y="266"/>
                </a:cubicBezTo>
                <a:cubicBezTo>
                  <a:pt x="935" y="266"/>
                  <a:pt x="935" y="266"/>
                  <a:pt x="935" y="266"/>
                </a:cubicBezTo>
                <a:cubicBezTo>
                  <a:pt x="929" y="269"/>
                  <a:pt x="929" y="269"/>
                  <a:pt x="929" y="269"/>
                </a:cubicBezTo>
                <a:cubicBezTo>
                  <a:pt x="929" y="269"/>
                  <a:pt x="929" y="269"/>
                  <a:pt x="929" y="269"/>
                </a:cubicBezTo>
                <a:cubicBezTo>
                  <a:pt x="906" y="308"/>
                  <a:pt x="906" y="308"/>
                  <a:pt x="906" y="308"/>
                </a:cubicBezTo>
                <a:cubicBezTo>
                  <a:pt x="906" y="308"/>
                  <a:pt x="906" y="308"/>
                  <a:pt x="906" y="308"/>
                </a:cubicBezTo>
                <a:cubicBezTo>
                  <a:pt x="908" y="313"/>
                  <a:pt x="908" y="313"/>
                  <a:pt x="908" y="313"/>
                </a:cubicBezTo>
                <a:cubicBezTo>
                  <a:pt x="908" y="313"/>
                  <a:pt x="908" y="313"/>
                  <a:pt x="908" y="313"/>
                </a:cubicBezTo>
                <a:cubicBezTo>
                  <a:pt x="914" y="315"/>
                  <a:pt x="914" y="315"/>
                  <a:pt x="914" y="315"/>
                </a:cubicBezTo>
                <a:cubicBezTo>
                  <a:pt x="914" y="315"/>
                  <a:pt x="914" y="315"/>
                  <a:pt x="914" y="315"/>
                </a:cubicBezTo>
                <a:cubicBezTo>
                  <a:pt x="921" y="314"/>
                  <a:pt x="921" y="314"/>
                  <a:pt x="921" y="314"/>
                </a:cubicBezTo>
                <a:cubicBezTo>
                  <a:pt x="921" y="314"/>
                  <a:pt x="921" y="314"/>
                  <a:pt x="921" y="314"/>
                </a:cubicBezTo>
                <a:cubicBezTo>
                  <a:pt x="927" y="312"/>
                  <a:pt x="927" y="312"/>
                  <a:pt x="927" y="312"/>
                </a:cubicBezTo>
                <a:cubicBezTo>
                  <a:pt x="927" y="312"/>
                  <a:pt x="927" y="312"/>
                  <a:pt x="927" y="312"/>
                </a:cubicBezTo>
                <a:cubicBezTo>
                  <a:pt x="934" y="310"/>
                  <a:pt x="934" y="310"/>
                  <a:pt x="934" y="310"/>
                </a:cubicBezTo>
                <a:cubicBezTo>
                  <a:pt x="934" y="310"/>
                  <a:pt x="934" y="310"/>
                  <a:pt x="934" y="310"/>
                </a:cubicBezTo>
                <a:cubicBezTo>
                  <a:pt x="941" y="307"/>
                  <a:pt x="941" y="307"/>
                  <a:pt x="941" y="307"/>
                </a:cubicBezTo>
                <a:cubicBezTo>
                  <a:pt x="941" y="307"/>
                  <a:pt x="941" y="307"/>
                  <a:pt x="941" y="307"/>
                </a:cubicBezTo>
                <a:cubicBezTo>
                  <a:pt x="947" y="304"/>
                  <a:pt x="947" y="304"/>
                  <a:pt x="947" y="304"/>
                </a:cubicBezTo>
                <a:cubicBezTo>
                  <a:pt x="947" y="304"/>
                  <a:pt x="947" y="304"/>
                  <a:pt x="947" y="304"/>
                </a:cubicBezTo>
                <a:cubicBezTo>
                  <a:pt x="953" y="302"/>
                  <a:pt x="953" y="302"/>
                  <a:pt x="953" y="302"/>
                </a:cubicBezTo>
                <a:cubicBezTo>
                  <a:pt x="953" y="302"/>
                  <a:pt x="953" y="302"/>
                  <a:pt x="953" y="302"/>
                </a:cubicBezTo>
                <a:cubicBezTo>
                  <a:pt x="960" y="299"/>
                  <a:pt x="960" y="299"/>
                  <a:pt x="960" y="299"/>
                </a:cubicBezTo>
                <a:cubicBezTo>
                  <a:pt x="960" y="299"/>
                  <a:pt x="960" y="299"/>
                  <a:pt x="960" y="299"/>
                </a:cubicBezTo>
                <a:cubicBezTo>
                  <a:pt x="960" y="301"/>
                  <a:pt x="960" y="301"/>
                  <a:pt x="960" y="301"/>
                </a:cubicBezTo>
                <a:cubicBezTo>
                  <a:pt x="960" y="301"/>
                  <a:pt x="960" y="301"/>
                  <a:pt x="960" y="301"/>
                </a:cubicBezTo>
                <a:cubicBezTo>
                  <a:pt x="963" y="303"/>
                  <a:pt x="963" y="303"/>
                  <a:pt x="963" y="303"/>
                </a:cubicBezTo>
                <a:cubicBezTo>
                  <a:pt x="963" y="303"/>
                  <a:pt x="963" y="303"/>
                  <a:pt x="963" y="303"/>
                </a:cubicBezTo>
                <a:cubicBezTo>
                  <a:pt x="963" y="305"/>
                  <a:pt x="963" y="305"/>
                  <a:pt x="963" y="305"/>
                </a:cubicBezTo>
                <a:cubicBezTo>
                  <a:pt x="963" y="305"/>
                  <a:pt x="963" y="305"/>
                  <a:pt x="963" y="305"/>
                </a:cubicBezTo>
                <a:cubicBezTo>
                  <a:pt x="965" y="307"/>
                  <a:pt x="965" y="307"/>
                  <a:pt x="965" y="307"/>
                </a:cubicBezTo>
                <a:cubicBezTo>
                  <a:pt x="965" y="307"/>
                  <a:pt x="965" y="307"/>
                  <a:pt x="965" y="307"/>
                </a:cubicBezTo>
                <a:cubicBezTo>
                  <a:pt x="965" y="310"/>
                  <a:pt x="965" y="310"/>
                  <a:pt x="965" y="310"/>
                </a:cubicBezTo>
                <a:cubicBezTo>
                  <a:pt x="965" y="310"/>
                  <a:pt x="965" y="310"/>
                  <a:pt x="965" y="310"/>
                </a:cubicBezTo>
                <a:cubicBezTo>
                  <a:pt x="965" y="311"/>
                  <a:pt x="965" y="311"/>
                  <a:pt x="965" y="311"/>
                </a:cubicBezTo>
                <a:cubicBezTo>
                  <a:pt x="965" y="311"/>
                  <a:pt x="965" y="311"/>
                  <a:pt x="965" y="311"/>
                </a:cubicBezTo>
                <a:cubicBezTo>
                  <a:pt x="965" y="313"/>
                  <a:pt x="965" y="313"/>
                  <a:pt x="965" y="313"/>
                </a:cubicBezTo>
                <a:cubicBezTo>
                  <a:pt x="965" y="313"/>
                  <a:pt x="965" y="313"/>
                  <a:pt x="965" y="313"/>
                </a:cubicBezTo>
                <a:cubicBezTo>
                  <a:pt x="966" y="315"/>
                  <a:pt x="966" y="315"/>
                  <a:pt x="966" y="315"/>
                </a:cubicBezTo>
                <a:cubicBezTo>
                  <a:pt x="966" y="315"/>
                  <a:pt x="966" y="315"/>
                  <a:pt x="966" y="315"/>
                </a:cubicBezTo>
                <a:cubicBezTo>
                  <a:pt x="964" y="317"/>
                  <a:pt x="964" y="317"/>
                  <a:pt x="964" y="317"/>
                </a:cubicBezTo>
                <a:cubicBezTo>
                  <a:pt x="964" y="317"/>
                  <a:pt x="964" y="317"/>
                  <a:pt x="964" y="317"/>
                </a:cubicBezTo>
                <a:cubicBezTo>
                  <a:pt x="961" y="318"/>
                  <a:pt x="961" y="318"/>
                  <a:pt x="961" y="318"/>
                </a:cubicBezTo>
                <a:cubicBezTo>
                  <a:pt x="961" y="318"/>
                  <a:pt x="961" y="318"/>
                  <a:pt x="961" y="318"/>
                </a:cubicBezTo>
                <a:cubicBezTo>
                  <a:pt x="960" y="318"/>
                  <a:pt x="960" y="318"/>
                  <a:pt x="960" y="318"/>
                </a:cubicBezTo>
                <a:cubicBezTo>
                  <a:pt x="960" y="318"/>
                  <a:pt x="960" y="318"/>
                  <a:pt x="960" y="318"/>
                </a:cubicBezTo>
                <a:cubicBezTo>
                  <a:pt x="959" y="318"/>
                  <a:pt x="959" y="318"/>
                  <a:pt x="959" y="318"/>
                </a:cubicBezTo>
                <a:cubicBezTo>
                  <a:pt x="959" y="318"/>
                  <a:pt x="959" y="318"/>
                  <a:pt x="959" y="318"/>
                </a:cubicBezTo>
                <a:cubicBezTo>
                  <a:pt x="956" y="319"/>
                  <a:pt x="956" y="319"/>
                  <a:pt x="956" y="319"/>
                </a:cubicBezTo>
                <a:cubicBezTo>
                  <a:pt x="956" y="319"/>
                  <a:pt x="956" y="319"/>
                  <a:pt x="956" y="319"/>
                </a:cubicBezTo>
                <a:cubicBezTo>
                  <a:pt x="955" y="319"/>
                  <a:pt x="955" y="319"/>
                  <a:pt x="955" y="319"/>
                </a:cubicBezTo>
                <a:cubicBezTo>
                  <a:pt x="955" y="319"/>
                  <a:pt x="955" y="319"/>
                  <a:pt x="955" y="319"/>
                </a:cubicBezTo>
                <a:cubicBezTo>
                  <a:pt x="953" y="320"/>
                  <a:pt x="953" y="320"/>
                  <a:pt x="953" y="320"/>
                </a:cubicBezTo>
                <a:cubicBezTo>
                  <a:pt x="953" y="320"/>
                  <a:pt x="953" y="320"/>
                  <a:pt x="953" y="320"/>
                </a:cubicBezTo>
                <a:cubicBezTo>
                  <a:pt x="953" y="321"/>
                  <a:pt x="953" y="321"/>
                  <a:pt x="953" y="321"/>
                </a:cubicBezTo>
                <a:cubicBezTo>
                  <a:pt x="953" y="321"/>
                  <a:pt x="953" y="321"/>
                  <a:pt x="953" y="321"/>
                </a:cubicBezTo>
                <a:cubicBezTo>
                  <a:pt x="882" y="341"/>
                  <a:pt x="882" y="341"/>
                  <a:pt x="882" y="341"/>
                </a:cubicBezTo>
                <a:cubicBezTo>
                  <a:pt x="882" y="341"/>
                  <a:pt x="882" y="341"/>
                  <a:pt x="882" y="341"/>
                </a:cubicBezTo>
                <a:cubicBezTo>
                  <a:pt x="881" y="342"/>
                  <a:pt x="881" y="342"/>
                  <a:pt x="881" y="342"/>
                </a:cubicBezTo>
                <a:cubicBezTo>
                  <a:pt x="881" y="342"/>
                  <a:pt x="881" y="342"/>
                  <a:pt x="881" y="342"/>
                </a:cubicBezTo>
                <a:cubicBezTo>
                  <a:pt x="880" y="343"/>
                  <a:pt x="880" y="343"/>
                  <a:pt x="880" y="343"/>
                </a:cubicBezTo>
                <a:cubicBezTo>
                  <a:pt x="880" y="343"/>
                  <a:pt x="880" y="343"/>
                  <a:pt x="880" y="343"/>
                </a:cubicBezTo>
                <a:cubicBezTo>
                  <a:pt x="878" y="344"/>
                  <a:pt x="878" y="344"/>
                  <a:pt x="878" y="344"/>
                </a:cubicBezTo>
                <a:cubicBezTo>
                  <a:pt x="878" y="344"/>
                  <a:pt x="878" y="344"/>
                  <a:pt x="878" y="344"/>
                </a:cubicBezTo>
                <a:cubicBezTo>
                  <a:pt x="878" y="344"/>
                  <a:pt x="878" y="344"/>
                  <a:pt x="878" y="344"/>
                </a:cubicBezTo>
                <a:cubicBezTo>
                  <a:pt x="878" y="344"/>
                  <a:pt x="878" y="344"/>
                  <a:pt x="878" y="344"/>
                </a:cubicBezTo>
                <a:cubicBezTo>
                  <a:pt x="877" y="345"/>
                  <a:pt x="877" y="345"/>
                  <a:pt x="877" y="345"/>
                </a:cubicBezTo>
                <a:cubicBezTo>
                  <a:pt x="877" y="345"/>
                  <a:pt x="877" y="345"/>
                  <a:pt x="877" y="345"/>
                </a:cubicBezTo>
                <a:cubicBezTo>
                  <a:pt x="876" y="346"/>
                  <a:pt x="876" y="346"/>
                  <a:pt x="876" y="346"/>
                </a:cubicBezTo>
                <a:cubicBezTo>
                  <a:pt x="876" y="346"/>
                  <a:pt x="876" y="346"/>
                  <a:pt x="876" y="346"/>
                </a:cubicBezTo>
                <a:cubicBezTo>
                  <a:pt x="875" y="347"/>
                  <a:pt x="875" y="347"/>
                  <a:pt x="875" y="347"/>
                </a:cubicBezTo>
                <a:cubicBezTo>
                  <a:pt x="875" y="347"/>
                  <a:pt x="875" y="347"/>
                  <a:pt x="875" y="347"/>
                </a:cubicBezTo>
                <a:cubicBezTo>
                  <a:pt x="875" y="347"/>
                  <a:pt x="875" y="347"/>
                  <a:pt x="875" y="347"/>
                </a:cubicBezTo>
                <a:cubicBezTo>
                  <a:pt x="875" y="347"/>
                  <a:pt x="875" y="347"/>
                  <a:pt x="875" y="347"/>
                </a:cubicBezTo>
                <a:cubicBezTo>
                  <a:pt x="871" y="348"/>
                  <a:pt x="871" y="348"/>
                  <a:pt x="871" y="348"/>
                </a:cubicBezTo>
                <a:cubicBezTo>
                  <a:pt x="871" y="348"/>
                  <a:pt x="871" y="348"/>
                  <a:pt x="871" y="348"/>
                </a:cubicBezTo>
                <a:cubicBezTo>
                  <a:pt x="868" y="348"/>
                  <a:pt x="868" y="348"/>
                  <a:pt x="868" y="348"/>
                </a:cubicBezTo>
                <a:cubicBezTo>
                  <a:pt x="868" y="348"/>
                  <a:pt x="868" y="348"/>
                  <a:pt x="868" y="348"/>
                </a:cubicBezTo>
                <a:cubicBezTo>
                  <a:pt x="866" y="349"/>
                  <a:pt x="866" y="349"/>
                  <a:pt x="866" y="349"/>
                </a:cubicBezTo>
                <a:cubicBezTo>
                  <a:pt x="866" y="349"/>
                  <a:pt x="866" y="349"/>
                  <a:pt x="866" y="349"/>
                </a:cubicBezTo>
                <a:cubicBezTo>
                  <a:pt x="865" y="349"/>
                  <a:pt x="864" y="349"/>
                  <a:pt x="864" y="350"/>
                </a:cubicBezTo>
                <a:cubicBezTo>
                  <a:pt x="864" y="350"/>
                  <a:pt x="864" y="350"/>
                  <a:pt x="864" y="350"/>
                </a:cubicBezTo>
                <a:cubicBezTo>
                  <a:pt x="860" y="352"/>
                  <a:pt x="859" y="351"/>
                  <a:pt x="855" y="353"/>
                </a:cubicBezTo>
                <a:cubicBezTo>
                  <a:pt x="855" y="353"/>
                  <a:pt x="855" y="353"/>
                  <a:pt x="855" y="353"/>
                </a:cubicBezTo>
                <a:cubicBezTo>
                  <a:pt x="855" y="353"/>
                  <a:pt x="854" y="353"/>
                  <a:pt x="853" y="353"/>
                </a:cubicBezTo>
                <a:cubicBezTo>
                  <a:pt x="853" y="354"/>
                  <a:pt x="852" y="355"/>
                  <a:pt x="851" y="355"/>
                </a:cubicBezTo>
                <a:cubicBezTo>
                  <a:pt x="850" y="356"/>
                  <a:pt x="850" y="357"/>
                  <a:pt x="849" y="358"/>
                </a:cubicBezTo>
                <a:cubicBezTo>
                  <a:pt x="849" y="358"/>
                  <a:pt x="849" y="358"/>
                  <a:pt x="849" y="358"/>
                </a:cubicBezTo>
                <a:cubicBezTo>
                  <a:pt x="848" y="358"/>
                  <a:pt x="848" y="358"/>
                  <a:pt x="847" y="358"/>
                </a:cubicBezTo>
                <a:cubicBezTo>
                  <a:pt x="847" y="358"/>
                  <a:pt x="847" y="358"/>
                  <a:pt x="847" y="358"/>
                </a:cubicBezTo>
                <a:cubicBezTo>
                  <a:pt x="844" y="359"/>
                  <a:pt x="842" y="359"/>
                  <a:pt x="839" y="360"/>
                </a:cubicBezTo>
                <a:cubicBezTo>
                  <a:pt x="839" y="360"/>
                  <a:pt x="839" y="360"/>
                  <a:pt x="839" y="360"/>
                </a:cubicBezTo>
                <a:cubicBezTo>
                  <a:pt x="838" y="360"/>
                  <a:pt x="836" y="360"/>
                  <a:pt x="835" y="360"/>
                </a:cubicBezTo>
                <a:cubicBezTo>
                  <a:pt x="835" y="360"/>
                  <a:pt x="835" y="360"/>
                  <a:pt x="835" y="360"/>
                </a:cubicBezTo>
                <a:cubicBezTo>
                  <a:pt x="835" y="360"/>
                  <a:pt x="834" y="361"/>
                  <a:pt x="833" y="361"/>
                </a:cubicBezTo>
                <a:cubicBezTo>
                  <a:pt x="833" y="361"/>
                  <a:pt x="833" y="361"/>
                  <a:pt x="833" y="361"/>
                </a:cubicBezTo>
                <a:cubicBezTo>
                  <a:pt x="833" y="361"/>
                  <a:pt x="833" y="361"/>
                  <a:pt x="832" y="362"/>
                </a:cubicBezTo>
                <a:cubicBezTo>
                  <a:pt x="832" y="362"/>
                  <a:pt x="832" y="362"/>
                  <a:pt x="832" y="362"/>
                </a:cubicBezTo>
                <a:cubicBezTo>
                  <a:pt x="831" y="362"/>
                  <a:pt x="830" y="363"/>
                  <a:pt x="829" y="364"/>
                </a:cubicBezTo>
                <a:cubicBezTo>
                  <a:pt x="829" y="364"/>
                  <a:pt x="829" y="364"/>
                  <a:pt x="829" y="364"/>
                </a:cubicBezTo>
                <a:cubicBezTo>
                  <a:pt x="829" y="364"/>
                  <a:pt x="828" y="364"/>
                  <a:pt x="828" y="364"/>
                </a:cubicBezTo>
                <a:cubicBezTo>
                  <a:pt x="828" y="364"/>
                  <a:pt x="828" y="364"/>
                  <a:pt x="828" y="364"/>
                </a:cubicBezTo>
                <a:cubicBezTo>
                  <a:pt x="825" y="364"/>
                  <a:pt x="822" y="365"/>
                  <a:pt x="820" y="365"/>
                </a:cubicBezTo>
                <a:cubicBezTo>
                  <a:pt x="820" y="365"/>
                  <a:pt x="820" y="365"/>
                  <a:pt x="820" y="365"/>
                </a:cubicBezTo>
                <a:cubicBezTo>
                  <a:pt x="816" y="366"/>
                  <a:pt x="816" y="366"/>
                  <a:pt x="816" y="366"/>
                </a:cubicBezTo>
                <a:cubicBezTo>
                  <a:pt x="816" y="366"/>
                  <a:pt x="816" y="366"/>
                  <a:pt x="816" y="366"/>
                </a:cubicBezTo>
                <a:cubicBezTo>
                  <a:pt x="815" y="366"/>
                  <a:pt x="815" y="366"/>
                  <a:pt x="815" y="366"/>
                </a:cubicBezTo>
                <a:cubicBezTo>
                  <a:pt x="815" y="366"/>
                  <a:pt x="815" y="366"/>
                  <a:pt x="815" y="366"/>
                </a:cubicBezTo>
                <a:cubicBezTo>
                  <a:pt x="811" y="369"/>
                  <a:pt x="811" y="369"/>
                  <a:pt x="811" y="369"/>
                </a:cubicBezTo>
                <a:cubicBezTo>
                  <a:pt x="811" y="369"/>
                  <a:pt x="811" y="369"/>
                  <a:pt x="811" y="369"/>
                </a:cubicBezTo>
                <a:cubicBezTo>
                  <a:pt x="808" y="372"/>
                  <a:pt x="808" y="372"/>
                  <a:pt x="808" y="372"/>
                </a:cubicBezTo>
                <a:cubicBezTo>
                  <a:pt x="808" y="372"/>
                  <a:pt x="808" y="372"/>
                  <a:pt x="808" y="372"/>
                </a:cubicBezTo>
                <a:cubicBezTo>
                  <a:pt x="804" y="375"/>
                  <a:pt x="804" y="375"/>
                  <a:pt x="804" y="375"/>
                </a:cubicBezTo>
                <a:cubicBezTo>
                  <a:pt x="804" y="375"/>
                  <a:pt x="804" y="375"/>
                  <a:pt x="804" y="375"/>
                </a:cubicBezTo>
                <a:cubicBezTo>
                  <a:pt x="800" y="377"/>
                  <a:pt x="800" y="377"/>
                  <a:pt x="800" y="377"/>
                </a:cubicBezTo>
                <a:cubicBezTo>
                  <a:pt x="800" y="377"/>
                  <a:pt x="800" y="377"/>
                  <a:pt x="800" y="377"/>
                </a:cubicBezTo>
                <a:cubicBezTo>
                  <a:pt x="794" y="380"/>
                  <a:pt x="794" y="380"/>
                  <a:pt x="794" y="380"/>
                </a:cubicBezTo>
                <a:cubicBezTo>
                  <a:pt x="794" y="380"/>
                  <a:pt x="794" y="380"/>
                  <a:pt x="794" y="380"/>
                </a:cubicBezTo>
                <a:cubicBezTo>
                  <a:pt x="790" y="381"/>
                  <a:pt x="790" y="381"/>
                  <a:pt x="790" y="381"/>
                </a:cubicBezTo>
                <a:cubicBezTo>
                  <a:pt x="790" y="381"/>
                  <a:pt x="790" y="381"/>
                  <a:pt x="790" y="381"/>
                </a:cubicBezTo>
                <a:cubicBezTo>
                  <a:pt x="785" y="381"/>
                  <a:pt x="785" y="381"/>
                  <a:pt x="785" y="381"/>
                </a:cubicBezTo>
                <a:cubicBezTo>
                  <a:pt x="785" y="381"/>
                  <a:pt x="785" y="381"/>
                  <a:pt x="785" y="381"/>
                </a:cubicBezTo>
                <a:cubicBezTo>
                  <a:pt x="781" y="381"/>
                  <a:pt x="781" y="381"/>
                  <a:pt x="781" y="381"/>
                </a:cubicBezTo>
                <a:lnTo>
                  <a:pt x="778" y="381"/>
                </a:lnTo>
                <a:close/>
                <a:moveTo>
                  <a:pt x="200" y="359"/>
                </a:moveTo>
                <a:cubicBezTo>
                  <a:pt x="204" y="360"/>
                  <a:pt x="204" y="360"/>
                  <a:pt x="204" y="360"/>
                </a:cubicBezTo>
                <a:cubicBezTo>
                  <a:pt x="204" y="360"/>
                  <a:pt x="204" y="360"/>
                  <a:pt x="204" y="360"/>
                </a:cubicBezTo>
                <a:cubicBezTo>
                  <a:pt x="208" y="359"/>
                  <a:pt x="208" y="359"/>
                  <a:pt x="208" y="359"/>
                </a:cubicBezTo>
                <a:cubicBezTo>
                  <a:pt x="208" y="359"/>
                  <a:pt x="208" y="359"/>
                  <a:pt x="208" y="359"/>
                </a:cubicBezTo>
                <a:cubicBezTo>
                  <a:pt x="211" y="358"/>
                  <a:pt x="211" y="358"/>
                  <a:pt x="211" y="358"/>
                </a:cubicBezTo>
                <a:cubicBezTo>
                  <a:pt x="211" y="358"/>
                  <a:pt x="211" y="358"/>
                  <a:pt x="211" y="358"/>
                </a:cubicBezTo>
                <a:cubicBezTo>
                  <a:pt x="215" y="355"/>
                  <a:pt x="215" y="355"/>
                  <a:pt x="215" y="355"/>
                </a:cubicBezTo>
                <a:cubicBezTo>
                  <a:pt x="215" y="355"/>
                  <a:pt x="215" y="355"/>
                  <a:pt x="215" y="355"/>
                </a:cubicBezTo>
                <a:cubicBezTo>
                  <a:pt x="217" y="353"/>
                  <a:pt x="217" y="353"/>
                  <a:pt x="217" y="353"/>
                </a:cubicBezTo>
                <a:cubicBezTo>
                  <a:pt x="217" y="353"/>
                  <a:pt x="217" y="353"/>
                  <a:pt x="217" y="353"/>
                </a:cubicBezTo>
                <a:cubicBezTo>
                  <a:pt x="220" y="351"/>
                  <a:pt x="220" y="351"/>
                  <a:pt x="220" y="351"/>
                </a:cubicBezTo>
                <a:cubicBezTo>
                  <a:pt x="220" y="351"/>
                  <a:pt x="220" y="351"/>
                  <a:pt x="220" y="351"/>
                </a:cubicBezTo>
                <a:cubicBezTo>
                  <a:pt x="224" y="348"/>
                  <a:pt x="224" y="348"/>
                  <a:pt x="224" y="348"/>
                </a:cubicBezTo>
                <a:cubicBezTo>
                  <a:pt x="224" y="348"/>
                  <a:pt x="224" y="348"/>
                  <a:pt x="224" y="348"/>
                </a:cubicBezTo>
                <a:cubicBezTo>
                  <a:pt x="225" y="347"/>
                  <a:pt x="226" y="346"/>
                  <a:pt x="227" y="345"/>
                </a:cubicBezTo>
                <a:cubicBezTo>
                  <a:pt x="227" y="345"/>
                  <a:pt x="227" y="345"/>
                  <a:pt x="227" y="345"/>
                </a:cubicBezTo>
                <a:cubicBezTo>
                  <a:pt x="227" y="344"/>
                  <a:pt x="227" y="343"/>
                  <a:pt x="227" y="342"/>
                </a:cubicBezTo>
                <a:cubicBezTo>
                  <a:pt x="227" y="342"/>
                  <a:pt x="227" y="342"/>
                  <a:pt x="227" y="342"/>
                </a:cubicBezTo>
                <a:cubicBezTo>
                  <a:pt x="227" y="341"/>
                  <a:pt x="227" y="340"/>
                  <a:pt x="227" y="339"/>
                </a:cubicBezTo>
                <a:cubicBezTo>
                  <a:pt x="227" y="339"/>
                  <a:pt x="227" y="339"/>
                  <a:pt x="227" y="339"/>
                </a:cubicBezTo>
                <a:cubicBezTo>
                  <a:pt x="227" y="338"/>
                  <a:pt x="227" y="338"/>
                  <a:pt x="228" y="337"/>
                </a:cubicBezTo>
                <a:cubicBezTo>
                  <a:pt x="228" y="337"/>
                  <a:pt x="228" y="337"/>
                  <a:pt x="228" y="337"/>
                </a:cubicBezTo>
                <a:cubicBezTo>
                  <a:pt x="228" y="336"/>
                  <a:pt x="228" y="335"/>
                  <a:pt x="229" y="334"/>
                </a:cubicBezTo>
                <a:cubicBezTo>
                  <a:pt x="229" y="334"/>
                  <a:pt x="229" y="334"/>
                  <a:pt x="229" y="334"/>
                </a:cubicBezTo>
                <a:cubicBezTo>
                  <a:pt x="229" y="333"/>
                  <a:pt x="229" y="332"/>
                  <a:pt x="229" y="331"/>
                </a:cubicBezTo>
                <a:cubicBezTo>
                  <a:pt x="229" y="331"/>
                  <a:pt x="229" y="331"/>
                  <a:pt x="229" y="331"/>
                </a:cubicBezTo>
                <a:cubicBezTo>
                  <a:pt x="229" y="330"/>
                  <a:pt x="229" y="329"/>
                  <a:pt x="230" y="328"/>
                </a:cubicBezTo>
                <a:cubicBezTo>
                  <a:pt x="230" y="328"/>
                  <a:pt x="230" y="328"/>
                  <a:pt x="230" y="328"/>
                </a:cubicBezTo>
                <a:cubicBezTo>
                  <a:pt x="229" y="325"/>
                  <a:pt x="229" y="325"/>
                  <a:pt x="229" y="325"/>
                </a:cubicBezTo>
                <a:cubicBezTo>
                  <a:pt x="229" y="325"/>
                  <a:pt x="229" y="325"/>
                  <a:pt x="229" y="325"/>
                </a:cubicBezTo>
                <a:cubicBezTo>
                  <a:pt x="229" y="324"/>
                  <a:pt x="229" y="324"/>
                  <a:pt x="229" y="323"/>
                </a:cubicBezTo>
                <a:cubicBezTo>
                  <a:pt x="229" y="323"/>
                  <a:pt x="229" y="323"/>
                  <a:pt x="229" y="323"/>
                </a:cubicBezTo>
                <a:cubicBezTo>
                  <a:pt x="228" y="323"/>
                  <a:pt x="227" y="323"/>
                  <a:pt x="225" y="324"/>
                </a:cubicBezTo>
                <a:cubicBezTo>
                  <a:pt x="225" y="324"/>
                  <a:pt x="225" y="324"/>
                  <a:pt x="225" y="324"/>
                </a:cubicBezTo>
                <a:cubicBezTo>
                  <a:pt x="225" y="324"/>
                  <a:pt x="224" y="324"/>
                  <a:pt x="224" y="324"/>
                </a:cubicBezTo>
                <a:cubicBezTo>
                  <a:pt x="224" y="324"/>
                  <a:pt x="224" y="324"/>
                  <a:pt x="224" y="324"/>
                </a:cubicBezTo>
                <a:cubicBezTo>
                  <a:pt x="223" y="324"/>
                  <a:pt x="221" y="324"/>
                  <a:pt x="220" y="324"/>
                </a:cubicBezTo>
                <a:cubicBezTo>
                  <a:pt x="220" y="324"/>
                  <a:pt x="220" y="324"/>
                  <a:pt x="220" y="324"/>
                </a:cubicBezTo>
                <a:cubicBezTo>
                  <a:pt x="220" y="324"/>
                  <a:pt x="219" y="324"/>
                  <a:pt x="218" y="324"/>
                </a:cubicBezTo>
                <a:cubicBezTo>
                  <a:pt x="218" y="324"/>
                  <a:pt x="218" y="324"/>
                  <a:pt x="218" y="324"/>
                </a:cubicBezTo>
                <a:cubicBezTo>
                  <a:pt x="217" y="325"/>
                  <a:pt x="216" y="325"/>
                  <a:pt x="215" y="325"/>
                </a:cubicBezTo>
                <a:cubicBezTo>
                  <a:pt x="215" y="325"/>
                  <a:pt x="215" y="325"/>
                  <a:pt x="215" y="325"/>
                </a:cubicBezTo>
                <a:cubicBezTo>
                  <a:pt x="214" y="325"/>
                  <a:pt x="214" y="325"/>
                  <a:pt x="213" y="325"/>
                </a:cubicBezTo>
                <a:cubicBezTo>
                  <a:pt x="213" y="325"/>
                  <a:pt x="213" y="325"/>
                  <a:pt x="213" y="325"/>
                </a:cubicBezTo>
                <a:cubicBezTo>
                  <a:pt x="212" y="325"/>
                  <a:pt x="211" y="325"/>
                  <a:pt x="211" y="325"/>
                </a:cubicBezTo>
                <a:cubicBezTo>
                  <a:pt x="211" y="325"/>
                  <a:pt x="211" y="325"/>
                  <a:pt x="211" y="325"/>
                </a:cubicBezTo>
                <a:cubicBezTo>
                  <a:pt x="210" y="325"/>
                  <a:pt x="210" y="325"/>
                  <a:pt x="210" y="325"/>
                </a:cubicBezTo>
                <a:cubicBezTo>
                  <a:pt x="210" y="325"/>
                  <a:pt x="210" y="325"/>
                  <a:pt x="210" y="325"/>
                </a:cubicBezTo>
                <a:cubicBezTo>
                  <a:pt x="210" y="324"/>
                  <a:pt x="209" y="323"/>
                  <a:pt x="209" y="322"/>
                </a:cubicBezTo>
                <a:cubicBezTo>
                  <a:pt x="209" y="322"/>
                  <a:pt x="209" y="322"/>
                  <a:pt x="209" y="322"/>
                </a:cubicBezTo>
                <a:cubicBezTo>
                  <a:pt x="209" y="322"/>
                  <a:pt x="209" y="322"/>
                  <a:pt x="209" y="322"/>
                </a:cubicBezTo>
                <a:cubicBezTo>
                  <a:pt x="209" y="322"/>
                  <a:pt x="209" y="322"/>
                  <a:pt x="209" y="322"/>
                </a:cubicBezTo>
                <a:cubicBezTo>
                  <a:pt x="209" y="321"/>
                  <a:pt x="210" y="321"/>
                  <a:pt x="210" y="320"/>
                </a:cubicBezTo>
                <a:cubicBezTo>
                  <a:pt x="210" y="320"/>
                  <a:pt x="210" y="320"/>
                  <a:pt x="210" y="320"/>
                </a:cubicBezTo>
                <a:cubicBezTo>
                  <a:pt x="210" y="320"/>
                  <a:pt x="210" y="320"/>
                  <a:pt x="210" y="320"/>
                </a:cubicBezTo>
                <a:cubicBezTo>
                  <a:pt x="210" y="320"/>
                  <a:pt x="210" y="320"/>
                  <a:pt x="210" y="320"/>
                </a:cubicBezTo>
                <a:cubicBezTo>
                  <a:pt x="210" y="319"/>
                  <a:pt x="210" y="319"/>
                  <a:pt x="211" y="318"/>
                </a:cubicBezTo>
                <a:cubicBezTo>
                  <a:pt x="211" y="318"/>
                  <a:pt x="211" y="318"/>
                  <a:pt x="211" y="318"/>
                </a:cubicBezTo>
                <a:cubicBezTo>
                  <a:pt x="211" y="318"/>
                  <a:pt x="211" y="318"/>
                  <a:pt x="211" y="318"/>
                </a:cubicBezTo>
                <a:cubicBezTo>
                  <a:pt x="211" y="318"/>
                  <a:pt x="211" y="318"/>
                  <a:pt x="211" y="318"/>
                </a:cubicBezTo>
                <a:cubicBezTo>
                  <a:pt x="211" y="318"/>
                  <a:pt x="211" y="317"/>
                  <a:pt x="212" y="317"/>
                </a:cubicBezTo>
                <a:cubicBezTo>
                  <a:pt x="212" y="317"/>
                  <a:pt x="212" y="317"/>
                  <a:pt x="212" y="317"/>
                </a:cubicBezTo>
                <a:cubicBezTo>
                  <a:pt x="212" y="317"/>
                  <a:pt x="212" y="317"/>
                  <a:pt x="212" y="317"/>
                </a:cubicBezTo>
                <a:cubicBezTo>
                  <a:pt x="212" y="317"/>
                  <a:pt x="212" y="317"/>
                  <a:pt x="212" y="317"/>
                </a:cubicBezTo>
                <a:cubicBezTo>
                  <a:pt x="212" y="317"/>
                  <a:pt x="213" y="316"/>
                  <a:pt x="213" y="316"/>
                </a:cubicBezTo>
                <a:cubicBezTo>
                  <a:pt x="213" y="316"/>
                  <a:pt x="213" y="316"/>
                  <a:pt x="213" y="316"/>
                </a:cubicBezTo>
                <a:cubicBezTo>
                  <a:pt x="213" y="316"/>
                  <a:pt x="214" y="316"/>
                  <a:pt x="214" y="316"/>
                </a:cubicBezTo>
                <a:cubicBezTo>
                  <a:pt x="214" y="316"/>
                  <a:pt x="214" y="316"/>
                  <a:pt x="214" y="316"/>
                </a:cubicBezTo>
                <a:cubicBezTo>
                  <a:pt x="215" y="316"/>
                  <a:pt x="215" y="316"/>
                  <a:pt x="216" y="315"/>
                </a:cubicBezTo>
                <a:cubicBezTo>
                  <a:pt x="216" y="315"/>
                  <a:pt x="216" y="315"/>
                  <a:pt x="216" y="315"/>
                </a:cubicBezTo>
                <a:cubicBezTo>
                  <a:pt x="217" y="315"/>
                  <a:pt x="218" y="315"/>
                  <a:pt x="218" y="315"/>
                </a:cubicBezTo>
                <a:cubicBezTo>
                  <a:pt x="218" y="315"/>
                  <a:pt x="218" y="315"/>
                  <a:pt x="218" y="315"/>
                </a:cubicBezTo>
                <a:cubicBezTo>
                  <a:pt x="219" y="315"/>
                  <a:pt x="220" y="314"/>
                  <a:pt x="220" y="313"/>
                </a:cubicBezTo>
                <a:cubicBezTo>
                  <a:pt x="220" y="313"/>
                  <a:pt x="220" y="313"/>
                  <a:pt x="220" y="313"/>
                </a:cubicBezTo>
                <a:cubicBezTo>
                  <a:pt x="221" y="313"/>
                  <a:pt x="221" y="313"/>
                  <a:pt x="221" y="312"/>
                </a:cubicBezTo>
                <a:cubicBezTo>
                  <a:pt x="221" y="312"/>
                  <a:pt x="221" y="312"/>
                  <a:pt x="221" y="312"/>
                </a:cubicBezTo>
                <a:cubicBezTo>
                  <a:pt x="223" y="312"/>
                  <a:pt x="224" y="312"/>
                  <a:pt x="225" y="311"/>
                </a:cubicBezTo>
                <a:cubicBezTo>
                  <a:pt x="225" y="311"/>
                  <a:pt x="225" y="311"/>
                  <a:pt x="225" y="311"/>
                </a:cubicBezTo>
                <a:cubicBezTo>
                  <a:pt x="225" y="311"/>
                  <a:pt x="225" y="311"/>
                  <a:pt x="225" y="310"/>
                </a:cubicBezTo>
                <a:cubicBezTo>
                  <a:pt x="225" y="310"/>
                  <a:pt x="225" y="310"/>
                  <a:pt x="225" y="310"/>
                </a:cubicBezTo>
                <a:cubicBezTo>
                  <a:pt x="227" y="310"/>
                  <a:pt x="228" y="309"/>
                  <a:pt x="229" y="309"/>
                </a:cubicBezTo>
                <a:cubicBezTo>
                  <a:pt x="229" y="309"/>
                  <a:pt x="229" y="309"/>
                  <a:pt x="229" y="309"/>
                </a:cubicBezTo>
                <a:cubicBezTo>
                  <a:pt x="229" y="308"/>
                  <a:pt x="229" y="307"/>
                  <a:pt x="229" y="307"/>
                </a:cubicBezTo>
                <a:cubicBezTo>
                  <a:pt x="229" y="307"/>
                  <a:pt x="229" y="307"/>
                  <a:pt x="229" y="307"/>
                </a:cubicBezTo>
                <a:cubicBezTo>
                  <a:pt x="229" y="306"/>
                  <a:pt x="229" y="306"/>
                  <a:pt x="230" y="305"/>
                </a:cubicBezTo>
                <a:cubicBezTo>
                  <a:pt x="230" y="305"/>
                  <a:pt x="230" y="305"/>
                  <a:pt x="230" y="305"/>
                </a:cubicBezTo>
                <a:cubicBezTo>
                  <a:pt x="231" y="303"/>
                  <a:pt x="231" y="303"/>
                  <a:pt x="231" y="303"/>
                </a:cubicBezTo>
                <a:cubicBezTo>
                  <a:pt x="231" y="303"/>
                  <a:pt x="231" y="303"/>
                  <a:pt x="231" y="303"/>
                </a:cubicBezTo>
                <a:cubicBezTo>
                  <a:pt x="233" y="301"/>
                  <a:pt x="233" y="301"/>
                  <a:pt x="233" y="301"/>
                </a:cubicBezTo>
                <a:cubicBezTo>
                  <a:pt x="233" y="301"/>
                  <a:pt x="233" y="301"/>
                  <a:pt x="233" y="301"/>
                </a:cubicBezTo>
                <a:cubicBezTo>
                  <a:pt x="233" y="299"/>
                  <a:pt x="233" y="299"/>
                  <a:pt x="233" y="299"/>
                </a:cubicBezTo>
                <a:cubicBezTo>
                  <a:pt x="233" y="299"/>
                  <a:pt x="233" y="299"/>
                  <a:pt x="233" y="299"/>
                </a:cubicBezTo>
                <a:cubicBezTo>
                  <a:pt x="234" y="297"/>
                  <a:pt x="234" y="297"/>
                  <a:pt x="234" y="297"/>
                </a:cubicBezTo>
                <a:cubicBezTo>
                  <a:pt x="234" y="297"/>
                  <a:pt x="234" y="297"/>
                  <a:pt x="234" y="297"/>
                </a:cubicBezTo>
                <a:cubicBezTo>
                  <a:pt x="235" y="295"/>
                  <a:pt x="235" y="295"/>
                  <a:pt x="235" y="295"/>
                </a:cubicBezTo>
                <a:cubicBezTo>
                  <a:pt x="235" y="295"/>
                  <a:pt x="235" y="295"/>
                  <a:pt x="235" y="295"/>
                </a:cubicBezTo>
                <a:cubicBezTo>
                  <a:pt x="236" y="293"/>
                  <a:pt x="236" y="293"/>
                  <a:pt x="236" y="293"/>
                </a:cubicBezTo>
                <a:cubicBezTo>
                  <a:pt x="236" y="293"/>
                  <a:pt x="236" y="293"/>
                  <a:pt x="236" y="293"/>
                </a:cubicBezTo>
                <a:cubicBezTo>
                  <a:pt x="210" y="302"/>
                  <a:pt x="210" y="302"/>
                  <a:pt x="210" y="302"/>
                </a:cubicBezTo>
                <a:cubicBezTo>
                  <a:pt x="210" y="302"/>
                  <a:pt x="210" y="302"/>
                  <a:pt x="210" y="302"/>
                </a:cubicBezTo>
                <a:cubicBezTo>
                  <a:pt x="209" y="302"/>
                  <a:pt x="208" y="302"/>
                  <a:pt x="208" y="302"/>
                </a:cubicBezTo>
                <a:cubicBezTo>
                  <a:pt x="208" y="302"/>
                  <a:pt x="208" y="302"/>
                  <a:pt x="208" y="302"/>
                </a:cubicBezTo>
                <a:cubicBezTo>
                  <a:pt x="207" y="302"/>
                  <a:pt x="207" y="302"/>
                  <a:pt x="207" y="302"/>
                </a:cubicBezTo>
                <a:cubicBezTo>
                  <a:pt x="207" y="302"/>
                  <a:pt x="207" y="302"/>
                  <a:pt x="207" y="302"/>
                </a:cubicBezTo>
                <a:cubicBezTo>
                  <a:pt x="206" y="302"/>
                  <a:pt x="206" y="302"/>
                  <a:pt x="206" y="301"/>
                </a:cubicBezTo>
                <a:cubicBezTo>
                  <a:pt x="206" y="301"/>
                  <a:pt x="206" y="301"/>
                  <a:pt x="206" y="301"/>
                </a:cubicBezTo>
                <a:cubicBezTo>
                  <a:pt x="206" y="301"/>
                  <a:pt x="206" y="300"/>
                  <a:pt x="206" y="299"/>
                </a:cubicBezTo>
                <a:cubicBezTo>
                  <a:pt x="206" y="299"/>
                  <a:pt x="206" y="299"/>
                  <a:pt x="206" y="299"/>
                </a:cubicBezTo>
                <a:cubicBezTo>
                  <a:pt x="206" y="299"/>
                  <a:pt x="206" y="299"/>
                  <a:pt x="206" y="299"/>
                </a:cubicBezTo>
                <a:cubicBezTo>
                  <a:pt x="206" y="299"/>
                  <a:pt x="206" y="299"/>
                  <a:pt x="206" y="299"/>
                </a:cubicBezTo>
                <a:cubicBezTo>
                  <a:pt x="206" y="299"/>
                  <a:pt x="206" y="298"/>
                  <a:pt x="206" y="297"/>
                </a:cubicBezTo>
                <a:cubicBezTo>
                  <a:pt x="206" y="297"/>
                  <a:pt x="206" y="297"/>
                  <a:pt x="206" y="297"/>
                </a:cubicBezTo>
                <a:cubicBezTo>
                  <a:pt x="206" y="297"/>
                  <a:pt x="206" y="297"/>
                  <a:pt x="206" y="297"/>
                </a:cubicBezTo>
                <a:cubicBezTo>
                  <a:pt x="206" y="297"/>
                  <a:pt x="206" y="297"/>
                  <a:pt x="206" y="297"/>
                </a:cubicBezTo>
                <a:cubicBezTo>
                  <a:pt x="206" y="297"/>
                  <a:pt x="206" y="296"/>
                  <a:pt x="206" y="295"/>
                </a:cubicBezTo>
                <a:cubicBezTo>
                  <a:pt x="206" y="295"/>
                  <a:pt x="206" y="295"/>
                  <a:pt x="206" y="295"/>
                </a:cubicBezTo>
                <a:cubicBezTo>
                  <a:pt x="207" y="294"/>
                  <a:pt x="208" y="292"/>
                  <a:pt x="210" y="291"/>
                </a:cubicBezTo>
                <a:cubicBezTo>
                  <a:pt x="210" y="291"/>
                  <a:pt x="210" y="291"/>
                  <a:pt x="210" y="291"/>
                </a:cubicBezTo>
                <a:cubicBezTo>
                  <a:pt x="215" y="290"/>
                  <a:pt x="215" y="290"/>
                  <a:pt x="215" y="290"/>
                </a:cubicBezTo>
                <a:cubicBezTo>
                  <a:pt x="215" y="290"/>
                  <a:pt x="215" y="290"/>
                  <a:pt x="215" y="290"/>
                </a:cubicBezTo>
                <a:cubicBezTo>
                  <a:pt x="221" y="288"/>
                  <a:pt x="221" y="288"/>
                  <a:pt x="221" y="288"/>
                </a:cubicBezTo>
                <a:cubicBezTo>
                  <a:pt x="221" y="288"/>
                  <a:pt x="221" y="288"/>
                  <a:pt x="221" y="288"/>
                </a:cubicBezTo>
                <a:cubicBezTo>
                  <a:pt x="227" y="286"/>
                  <a:pt x="227" y="286"/>
                  <a:pt x="227" y="286"/>
                </a:cubicBezTo>
                <a:cubicBezTo>
                  <a:pt x="227" y="286"/>
                  <a:pt x="227" y="286"/>
                  <a:pt x="227" y="286"/>
                </a:cubicBezTo>
                <a:cubicBezTo>
                  <a:pt x="233" y="283"/>
                  <a:pt x="233" y="283"/>
                  <a:pt x="233" y="283"/>
                </a:cubicBezTo>
                <a:cubicBezTo>
                  <a:pt x="233" y="283"/>
                  <a:pt x="233" y="283"/>
                  <a:pt x="233" y="283"/>
                </a:cubicBezTo>
                <a:cubicBezTo>
                  <a:pt x="237" y="281"/>
                  <a:pt x="237" y="281"/>
                  <a:pt x="237" y="281"/>
                </a:cubicBezTo>
                <a:cubicBezTo>
                  <a:pt x="237" y="281"/>
                  <a:pt x="237" y="281"/>
                  <a:pt x="237" y="281"/>
                </a:cubicBezTo>
                <a:cubicBezTo>
                  <a:pt x="242" y="278"/>
                  <a:pt x="242" y="278"/>
                  <a:pt x="242" y="278"/>
                </a:cubicBezTo>
                <a:cubicBezTo>
                  <a:pt x="242" y="278"/>
                  <a:pt x="242" y="278"/>
                  <a:pt x="242" y="278"/>
                </a:cubicBezTo>
                <a:cubicBezTo>
                  <a:pt x="247" y="274"/>
                  <a:pt x="247" y="274"/>
                  <a:pt x="247" y="274"/>
                </a:cubicBezTo>
                <a:cubicBezTo>
                  <a:pt x="247" y="274"/>
                  <a:pt x="247" y="274"/>
                  <a:pt x="247" y="274"/>
                </a:cubicBezTo>
                <a:cubicBezTo>
                  <a:pt x="251" y="269"/>
                  <a:pt x="251" y="269"/>
                  <a:pt x="251" y="269"/>
                </a:cubicBezTo>
                <a:cubicBezTo>
                  <a:pt x="251" y="269"/>
                  <a:pt x="251" y="269"/>
                  <a:pt x="251" y="269"/>
                </a:cubicBezTo>
                <a:cubicBezTo>
                  <a:pt x="250" y="266"/>
                  <a:pt x="250" y="266"/>
                  <a:pt x="250" y="266"/>
                </a:cubicBezTo>
                <a:cubicBezTo>
                  <a:pt x="250" y="266"/>
                  <a:pt x="250" y="266"/>
                  <a:pt x="250" y="266"/>
                </a:cubicBezTo>
                <a:cubicBezTo>
                  <a:pt x="250" y="263"/>
                  <a:pt x="250" y="263"/>
                  <a:pt x="250" y="263"/>
                </a:cubicBezTo>
                <a:cubicBezTo>
                  <a:pt x="250" y="263"/>
                  <a:pt x="250" y="263"/>
                  <a:pt x="250" y="263"/>
                </a:cubicBezTo>
                <a:cubicBezTo>
                  <a:pt x="249" y="259"/>
                  <a:pt x="249" y="259"/>
                  <a:pt x="249" y="259"/>
                </a:cubicBezTo>
                <a:cubicBezTo>
                  <a:pt x="249" y="259"/>
                  <a:pt x="249" y="259"/>
                  <a:pt x="249" y="259"/>
                </a:cubicBezTo>
                <a:cubicBezTo>
                  <a:pt x="249" y="256"/>
                  <a:pt x="249" y="256"/>
                  <a:pt x="249" y="256"/>
                </a:cubicBezTo>
                <a:cubicBezTo>
                  <a:pt x="249" y="256"/>
                  <a:pt x="249" y="256"/>
                  <a:pt x="249" y="256"/>
                </a:cubicBezTo>
                <a:cubicBezTo>
                  <a:pt x="247" y="254"/>
                  <a:pt x="247" y="254"/>
                  <a:pt x="247" y="254"/>
                </a:cubicBezTo>
                <a:cubicBezTo>
                  <a:pt x="247" y="254"/>
                  <a:pt x="247" y="254"/>
                  <a:pt x="247" y="254"/>
                </a:cubicBezTo>
                <a:cubicBezTo>
                  <a:pt x="246" y="251"/>
                  <a:pt x="246" y="251"/>
                  <a:pt x="246" y="251"/>
                </a:cubicBezTo>
                <a:cubicBezTo>
                  <a:pt x="246" y="251"/>
                  <a:pt x="246" y="251"/>
                  <a:pt x="246" y="251"/>
                </a:cubicBezTo>
                <a:cubicBezTo>
                  <a:pt x="243" y="248"/>
                  <a:pt x="243" y="248"/>
                  <a:pt x="243" y="248"/>
                </a:cubicBezTo>
                <a:cubicBezTo>
                  <a:pt x="243" y="248"/>
                  <a:pt x="243" y="248"/>
                  <a:pt x="243" y="248"/>
                </a:cubicBezTo>
                <a:cubicBezTo>
                  <a:pt x="242" y="245"/>
                  <a:pt x="242" y="245"/>
                  <a:pt x="242" y="245"/>
                </a:cubicBezTo>
                <a:cubicBezTo>
                  <a:pt x="242" y="245"/>
                  <a:pt x="242" y="245"/>
                  <a:pt x="242" y="245"/>
                </a:cubicBezTo>
                <a:cubicBezTo>
                  <a:pt x="236" y="244"/>
                  <a:pt x="236" y="244"/>
                  <a:pt x="236" y="244"/>
                </a:cubicBezTo>
                <a:cubicBezTo>
                  <a:pt x="236" y="244"/>
                  <a:pt x="236" y="244"/>
                  <a:pt x="236" y="244"/>
                </a:cubicBezTo>
                <a:cubicBezTo>
                  <a:pt x="214" y="268"/>
                  <a:pt x="214" y="268"/>
                  <a:pt x="214" y="268"/>
                </a:cubicBezTo>
                <a:cubicBezTo>
                  <a:pt x="214" y="268"/>
                  <a:pt x="214" y="268"/>
                  <a:pt x="214" y="268"/>
                </a:cubicBezTo>
                <a:cubicBezTo>
                  <a:pt x="213" y="274"/>
                  <a:pt x="213" y="274"/>
                  <a:pt x="213" y="274"/>
                </a:cubicBezTo>
                <a:cubicBezTo>
                  <a:pt x="213" y="274"/>
                  <a:pt x="213" y="274"/>
                  <a:pt x="213" y="274"/>
                </a:cubicBezTo>
                <a:cubicBezTo>
                  <a:pt x="212" y="279"/>
                  <a:pt x="212" y="279"/>
                  <a:pt x="212" y="279"/>
                </a:cubicBezTo>
                <a:cubicBezTo>
                  <a:pt x="212" y="279"/>
                  <a:pt x="212" y="279"/>
                  <a:pt x="212" y="279"/>
                </a:cubicBezTo>
                <a:cubicBezTo>
                  <a:pt x="209" y="283"/>
                  <a:pt x="209" y="283"/>
                  <a:pt x="209" y="283"/>
                </a:cubicBezTo>
                <a:cubicBezTo>
                  <a:pt x="209" y="283"/>
                  <a:pt x="209" y="283"/>
                  <a:pt x="209" y="283"/>
                </a:cubicBezTo>
                <a:cubicBezTo>
                  <a:pt x="207" y="286"/>
                  <a:pt x="207" y="286"/>
                  <a:pt x="207" y="286"/>
                </a:cubicBezTo>
                <a:cubicBezTo>
                  <a:pt x="207" y="286"/>
                  <a:pt x="207" y="286"/>
                  <a:pt x="207" y="286"/>
                </a:cubicBezTo>
                <a:cubicBezTo>
                  <a:pt x="202" y="291"/>
                  <a:pt x="202" y="291"/>
                  <a:pt x="202" y="291"/>
                </a:cubicBezTo>
                <a:cubicBezTo>
                  <a:pt x="202" y="291"/>
                  <a:pt x="202" y="291"/>
                  <a:pt x="202" y="291"/>
                </a:cubicBezTo>
                <a:cubicBezTo>
                  <a:pt x="201" y="292"/>
                  <a:pt x="200" y="293"/>
                  <a:pt x="199" y="294"/>
                </a:cubicBezTo>
                <a:cubicBezTo>
                  <a:pt x="199" y="294"/>
                  <a:pt x="199" y="294"/>
                  <a:pt x="199" y="294"/>
                </a:cubicBezTo>
                <a:cubicBezTo>
                  <a:pt x="198" y="295"/>
                  <a:pt x="197" y="296"/>
                  <a:pt x="195" y="297"/>
                </a:cubicBezTo>
                <a:cubicBezTo>
                  <a:pt x="195" y="297"/>
                  <a:pt x="195" y="297"/>
                  <a:pt x="195" y="297"/>
                </a:cubicBezTo>
                <a:cubicBezTo>
                  <a:pt x="194" y="299"/>
                  <a:pt x="194" y="300"/>
                  <a:pt x="193" y="301"/>
                </a:cubicBezTo>
                <a:cubicBezTo>
                  <a:pt x="193" y="301"/>
                  <a:pt x="193" y="301"/>
                  <a:pt x="193" y="301"/>
                </a:cubicBezTo>
                <a:cubicBezTo>
                  <a:pt x="192" y="304"/>
                  <a:pt x="192" y="307"/>
                  <a:pt x="191" y="310"/>
                </a:cubicBezTo>
                <a:cubicBezTo>
                  <a:pt x="191" y="310"/>
                  <a:pt x="191" y="310"/>
                  <a:pt x="191" y="310"/>
                </a:cubicBezTo>
                <a:cubicBezTo>
                  <a:pt x="191" y="312"/>
                  <a:pt x="190" y="315"/>
                  <a:pt x="190" y="317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189" y="320"/>
                  <a:pt x="189" y="322"/>
                  <a:pt x="189" y="324"/>
                </a:cubicBezTo>
                <a:cubicBezTo>
                  <a:pt x="189" y="324"/>
                  <a:pt x="189" y="324"/>
                  <a:pt x="189" y="324"/>
                </a:cubicBezTo>
                <a:cubicBezTo>
                  <a:pt x="189" y="327"/>
                  <a:pt x="189" y="330"/>
                  <a:pt x="190" y="332"/>
                </a:cubicBezTo>
                <a:cubicBezTo>
                  <a:pt x="190" y="332"/>
                  <a:pt x="190" y="332"/>
                  <a:pt x="190" y="332"/>
                </a:cubicBezTo>
                <a:cubicBezTo>
                  <a:pt x="190" y="335"/>
                  <a:pt x="190" y="337"/>
                  <a:pt x="190" y="339"/>
                </a:cubicBezTo>
                <a:cubicBezTo>
                  <a:pt x="190" y="339"/>
                  <a:pt x="190" y="339"/>
                  <a:pt x="190" y="339"/>
                </a:cubicBezTo>
                <a:cubicBezTo>
                  <a:pt x="191" y="342"/>
                  <a:pt x="192" y="344"/>
                  <a:pt x="193" y="346"/>
                </a:cubicBezTo>
                <a:cubicBezTo>
                  <a:pt x="193" y="346"/>
                  <a:pt x="193" y="346"/>
                  <a:pt x="193" y="346"/>
                </a:cubicBezTo>
                <a:cubicBezTo>
                  <a:pt x="194" y="349"/>
                  <a:pt x="194" y="351"/>
                  <a:pt x="195" y="353"/>
                </a:cubicBezTo>
                <a:cubicBezTo>
                  <a:pt x="195" y="353"/>
                  <a:pt x="195" y="353"/>
                  <a:pt x="195" y="353"/>
                </a:cubicBezTo>
                <a:cubicBezTo>
                  <a:pt x="200" y="359"/>
                  <a:pt x="200" y="359"/>
                  <a:pt x="200" y="359"/>
                </a:cubicBezTo>
                <a:close/>
                <a:moveTo>
                  <a:pt x="634" y="347"/>
                </a:moveTo>
                <a:cubicBezTo>
                  <a:pt x="633" y="347"/>
                  <a:pt x="633" y="347"/>
                  <a:pt x="633" y="347"/>
                </a:cubicBezTo>
                <a:cubicBezTo>
                  <a:pt x="633" y="347"/>
                  <a:pt x="633" y="347"/>
                  <a:pt x="633" y="347"/>
                </a:cubicBezTo>
                <a:cubicBezTo>
                  <a:pt x="633" y="346"/>
                  <a:pt x="633" y="346"/>
                  <a:pt x="633" y="346"/>
                </a:cubicBezTo>
                <a:cubicBezTo>
                  <a:pt x="633" y="346"/>
                  <a:pt x="633" y="346"/>
                  <a:pt x="633" y="346"/>
                </a:cubicBezTo>
                <a:cubicBezTo>
                  <a:pt x="631" y="345"/>
                  <a:pt x="631" y="345"/>
                  <a:pt x="631" y="345"/>
                </a:cubicBezTo>
                <a:cubicBezTo>
                  <a:pt x="631" y="345"/>
                  <a:pt x="631" y="345"/>
                  <a:pt x="631" y="345"/>
                </a:cubicBezTo>
                <a:cubicBezTo>
                  <a:pt x="631" y="344"/>
                  <a:pt x="631" y="344"/>
                  <a:pt x="631" y="344"/>
                </a:cubicBezTo>
                <a:cubicBezTo>
                  <a:pt x="631" y="344"/>
                  <a:pt x="631" y="344"/>
                  <a:pt x="631" y="344"/>
                </a:cubicBezTo>
                <a:cubicBezTo>
                  <a:pt x="630" y="344"/>
                  <a:pt x="630" y="344"/>
                  <a:pt x="630" y="344"/>
                </a:cubicBezTo>
                <a:cubicBezTo>
                  <a:pt x="630" y="344"/>
                  <a:pt x="630" y="344"/>
                  <a:pt x="630" y="344"/>
                </a:cubicBezTo>
                <a:cubicBezTo>
                  <a:pt x="630" y="343"/>
                  <a:pt x="630" y="343"/>
                  <a:pt x="630" y="343"/>
                </a:cubicBezTo>
                <a:cubicBezTo>
                  <a:pt x="630" y="343"/>
                  <a:pt x="630" y="343"/>
                  <a:pt x="630" y="343"/>
                </a:cubicBezTo>
                <a:cubicBezTo>
                  <a:pt x="629" y="342"/>
                  <a:pt x="629" y="342"/>
                  <a:pt x="629" y="342"/>
                </a:cubicBezTo>
                <a:cubicBezTo>
                  <a:pt x="629" y="342"/>
                  <a:pt x="629" y="342"/>
                  <a:pt x="629" y="342"/>
                </a:cubicBezTo>
                <a:cubicBezTo>
                  <a:pt x="629" y="340"/>
                  <a:pt x="629" y="340"/>
                  <a:pt x="629" y="340"/>
                </a:cubicBezTo>
                <a:cubicBezTo>
                  <a:pt x="629" y="340"/>
                  <a:pt x="629" y="340"/>
                  <a:pt x="629" y="340"/>
                </a:cubicBezTo>
                <a:cubicBezTo>
                  <a:pt x="629" y="338"/>
                  <a:pt x="629" y="338"/>
                  <a:pt x="629" y="338"/>
                </a:cubicBezTo>
                <a:cubicBezTo>
                  <a:pt x="629" y="338"/>
                  <a:pt x="629" y="338"/>
                  <a:pt x="629" y="338"/>
                </a:cubicBezTo>
                <a:cubicBezTo>
                  <a:pt x="630" y="333"/>
                  <a:pt x="630" y="333"/>
                  <a:pt x="630" y="333"/>
                </a:cubicBezTo>
                <a:cubicBezTo>
                  <a:pt x="630" y="333"/>
                  <a:pt x="630" y="333"/>
                  <a:pt x="630" y="333"/>
                </a:cubicBezTo>
                <a:cubicBezTo>
                  <a:pt x="629" y="330"/>
                  <a:pt x="629" y="330"/>
                  <a:pt x="629" y="330"/>
                </a:cubicBezTo>
                <a:cubicBezTo>
                  <a:pt x="629" y="330"/>
                  <a:pt x="629" y="330"/>
                  <a:pt x="629" y="330"/>
                </a:cubicBezTo>
                <a:cubicBezTo>
                  <a:pt x="628" y="325"/>
                  <a:pt x="628" y="325"/>
                  <a:pt x="628" y="325"/>
                </a:cubicBezTo>
                <a:cubicBezTo>
                  <a:pt x="628" y="325"/>
                  <a:pt x="628" y="325"/>
                  <a:pt x="628" y="325"/>
                </a:cubicBezTo>
                <a:cubicBezTo>
                  <a:pt x="625" y="323"/>
                  <a:pt x="625" y="323"/>
                  <a:pt x="625" y="323"/>
                </a:cubicBezTo>
                <a:cubicBezTo>
                  <a:pt x="625" y="323"/>
                  <a:pt x="625" y="323"/>
                  <a:pt x="625" y="323"/>
                </a:cubicBezTo>
                <a:cubicBezTo>
                  <a:pt x="623" y="318"/>
                  <a:pt x="623" y="318"/>
                  <a:pt x="623" y="318"/>
                </a:cubicBezTo>
                <a:cubicBezTo>
                  <a:pt x="623" y="318"/>
                  <a:pt x="623" y="318"/>
                  <a:pt x="623" y="318"/>
                </a:cubicBezTo>
                <a:cubicBezTo>
                  <a:pt x="620" y="315"/>
                  <a:pt x="620" y="315"/>
                  <a:pt x="620" y="315"/>
                </a:cubicBezTo>
                <a:cubicBezTo>
                  <a:pt x="620" y="315"/>
                  <a:pt x="620" y="315"/>
                  <a:pt x="620" y="315"/>
                </a:cubicBezTo>
                <a:cubicBezTo>
                  <a:pt x="618" y="310"/>
                  <a:pt x="618" y="310"/>
                  <a:pt x="618" y="310"/>
                </a:cubicBezTo>
                <a:cubicBezTo>
                  <a:pt x="618" y="310"/>
                  <a:pt x="618" y="310"/>
                  <a:pt x="618" y="310"/>
                </a:cubicBezTo>
                <a:cubicBezTo>
                  <a:pt x="616" y="310"/>
                  <a:pt x="616" y="310"/>
                  <a:pt x="616" y="310"/>
                </a:cubicBezTo>
                <a:cubicBezTo>
                  <a:pt x="616" y="310"/>
                  <a:pt x="616" y="310"/>
                  <a:pt x="616" y="310"/>
                </a:cubicBezTo>
                <a:cubicBezTo>
                  <a:pt x="615" y="310"/>
                  <a:pt x="615" y="310"/>
                  <a:pt x="615" y="310"/>
                </a:cubicBezTo>
                <a:cubicBezTo>
                  <a:pt x="615" y="310"/>
                  <a:pt x="615" y="310"/>
                  <a:pt x="615" y="310"/>
                </a:cubicBezTo>
                <a:cubicBezTo>
                  <a:pt x="612" y="310"/>
                  <a:pt x="612" y="310"/>
                  <a:pt x="612" y="310"/>
                </a:cubicBezTo>
                <a:cubicBezTo>
                  <a:pt x="612" y="310"/>
                  <a:pt x="612" y="310"/>
                  <a:pt x="612" y="310"/>
                </a:cubicBezTo>
                <a:cubicBezTo>
                  <a:pt x="611" y="309"/>
                  <a:pt x="611" y="309"/>
                  <a:pt x="611" y="309"/>
                </a:cubicBezTo>
                <a:cubicBezTo>
                  <a:pt x="611" y="309"/>
                  <a:pt x="611" y="309"/>
                  <a:pt x="611" y="309"/>
                </a:cubicBezTo>
                <a:cubicBezTo>
                  <a:pt x="609" y="309"/>
                  <a:pt x="609" y="309"/>
                  <a:pt x="609" y="309"/>
                </a:cubicBezTo>
                <a:cubicBezTo>
                  <a:pt x="609" y="309"/>
                  <a:pt x="609" y="309"/>
                  <a:pt x="609" y="309"/>
                </a:cubicBezTo>
                <a:cubicBezTo>
                  <a:pt x="608" y="307"/>
                  <a:pt x="608" y="307"/>
                  <a:pt x="608" y="307"/>
                </a:cubicBezTo>
                <a:cubicBezTo>
                  <a:pt x="608" y="307"/>
                  <a:pt x="608" y="307"/>
                  <a:pt x="608" y="307"/>
                </a:cubicBezTo>
                <a:cubicBezTo>
                  <a:pt x="607" y="306"/>
                  <a:pt x="607" y="306"/>
                  <a:pt x="607" y="306"/>
                </a:cubicBezTo>
                <a:cubicBezTo>
                  <a:pt x="607" y="306"/>
                  <a:pt x="607" y="306"/>
                  <a:pt x="607" y="306"/>
                </a:cubicBezTo>
                <a:cubicBezTo>
                  <a:pt x="607" y="304"/>
                  <a:pt x="607" y="304"/>
                  <a:pt x="607" y="304"/>
                </a:cubicBezTo>
                <a:cubicBezTo>
                  <a:pt x="607" y="304"/>
                  <a:pt x="607" y="304"/>
                  <a:pt x="607" y="304"/>
                </a:cubicBezTo>
                <a:cubicBezTo>
                  <a:pt x="614" y="305"/>
                  <a:pt x="614" y="305"/>
                  <a:pt x="614" y="305"/>
                </a:cubicBezTo>
                <a:cubicBezTo>
                  <a:pt x="614" y="305"/>
                  <a:pt x="614" y="305"/>
                  <a:pt x="614" y="305"/>
                </a:cubicBezTo>
                <a:cubicBezTo>
                  <a:pt x="620" y="307"/>
                  <a:pt x="620" y="307"/>
                  <a:pt x="620" y="307"/>
                </a:cubicBezTo>
                <a:cubicBezTo>
                  <a:pt x="620" y="307"/>
                  <a:pt x="620" y="307"/>
                  <a:pt x="620" y="307"/>
                </a:cubicBezTo>
                <a:cubicBezTo>
                  <a:pt x="627" y="310"/>
                  <a:pt x="627" y="310"/>
                  <a:pt x="627" y="310"/>
                </a:cubicBezTo>
                <a:cubicBezTo>
                  <a:pt x="627" y="310"/>
                  <a:pt x="627" y="310"/>
                  <a:pt x="627" y="310"/>
                </a:cubicBezTo>
                <a:cubicBezTo>
                  <a:pt x="635" y="311"/>
                  <a:pt x="635" y="311"/>
                  <a:pt x="635" y="311"/>
                </a:cubicBezTo>
                <a:cubicBezTo>
                  <a:pt x="635" y="311"/>
                  <a:pt x="635" y="311"/>
                  <a:pt x="635" y="311"/>
                </a:cubicBezTo>
                <a:cubicBezTo>
                  <a:pt x="641" y="316"/>
                  <a:pt x="641" y="316"/>
                  <a:pt x="641" y="316"/>
                </a:cubicBezTo>
                <a:cubicBezTo>
                  <a:pt x="641" y="316"/>
                  <a:pt x="641" y="316"/>
                  <a:pt x="641" y="316"/>
                </a:cubicBezTo>
                <a:cubicBezTo>
                  <a:pt x="647" y="320"/>
                  <a:pt x="647" y="320"/>
                  <a:pt x="647" y="320"/>
                </a:cubicBezTo>
                <a:cubicBezTo>
                  <a:pt x="647" y="320"/>
                  <a:pt x="647" y="320"/>
                  <a:pt x="647" y="320"/>
                </a:cubicBezTo>
                <a:cubicBezTo>
                  <a:pt x="653" y="324"/>
                  <a:pt x="653" y="324"/>
                  <a:pt x="653" y="324"/>
                </a:cubicBezTo>
                <a:cubicBezTo>
                  <a:pt x="653" y="324"/>
                  <a:pt x="653" y="324"/>
                  <a:pt x="653" y="324"/>
                </a:cubicBezTo>
                <a:cubicBezTo>
                  <a:pt x="660" y="327"/>
                  <a:pt x="660" y="327"/>
                  <a:pt x="660" y="327"/>
                </a:cubicBezTo>
                <a:cubicBezTo>
                  <a:pt x="660" y="327"/>
                  <a:pt x="660" y="327"/>
                  <a:pt x="660" y="327"/>
                </a:cubicBezTo>
                <a:cubicBezTo>
                  <a:pt x="660" y="334"/>
                  <a:pt x="660" y="334"/>
                  <a:pt x="660" y="334"/>
                </a:cubicBezTo>
                <a:cubicBezTo>
                  <a:pt x="660" y="334"/>
                  <a:pt x="660" y="334"/>
                  <a:pt x="660" y="334"/>
                </a:cubicBezTo>
                <a:cubicBezTo>
                  <a:pt x="657" y="337"/>
                  <a:pt x="657" y="337"/>
                  <a:pt x="657" y="337"/>
                </a:cubicBezTo>
                <a:cubicBezTo>
                  <a:pt x="657" y="337"/>
                  <a:pt x="657" y="337"/>
                  <a:pt x="657" y="337"/>
                </a:cubicBezTo>
                <a:cubicBezTo>
                  <a:pt x="654" y="338"/>
                  <a:pt x="654" y="338"/>
                  <a:pt x="654" y="338"/>
                </a:cubicBezTo>
                <a:cubicBezTo>
                  <a:pt x="654" y="338"/>
                  <a:pt x="654" y="338"/>
                  <a:pt x="654" y="338"/>
                </a:cubicBezTo>
                <a:cubicBezTo>
                  <a:pt x="651" y="339"/>
                  <a:pt x="651" y="339"/>
                  <a:pt x="651" y="339"/>
                </a:cubicBezTo>
                <a:cubicBezTo>
                  <a:pt x="651" y="339"/>
                  <a:pt x="651" y="339"/>
                  <a:pt x="651" y="339"/>
                </a:cubicBezTo>
                <a:cubicBezTo>
                  <a:pt x="649" y="339"/>
                  <a:pt x="649" y="339"/>
                  <a:pt x="649" y="339"/>
                </a:cubicBezTo>
                <a:cubicBezTo>
                  <a:pt x="649" y="339"/>
                  <a:pt x="649" y="339"/>
                  <a:pt x="649" y="339"/>
                </a:cubicBezTo>
                <a:cubicBezTo>
                  <a:pt x="646" y="341"/>
                  <a:pt x="646" y="341"/>
                  <a:pt x="646" y="341"/>
                </a:cubicBezTo>
                <a:cubicBezTo>
                  <a:pt x="646" y="341"/>
                  <a:pt x="646" y="341"/>
                  <a:pt x="646" y="341"/>
                </a:cubicBezTo>
                <a:cubicBezTo>
                  <a:pt x="643" y="341"/>
                  <a:pt x="643" y="341"/>
                  <a:pt x="643" y="341"/>
                </a:cubicBezTo>
                <a:cubicBezTo>
                  <a:pt x="643" y="341"/>
                  <a:pt x="643" y="341"/>
                  <a:pt x="643" y="341"/>
                </a:cubicBezTo>
                <a:cubicBezTo>
                  <a:pt x="640" y="342"/>
                  <a:pt x="640" y="342"/>
                  <a:pt x="640" y="342"/>
                </a:cubicBezTo>
                <a:cubicBezTo>
                  <a:pt x="640" y="342"/>
                  <a:pt x="640" y="342"/>
                  <a:pt x="640" y="342"/>
                </a:cubicBezTo>
                <a:cubicBezTo>
                  <a:pt x="638" y="342"/>
                  <a:pt x="638" y="342"/>
                  <a:pt x="638" y="342"/>
                </a:cubicBezTo>
                <a:cubicBezTo>
                  <a:pt x="638" y="342"/>
                  <a:pt x="638" y="342"/>
                  <a:pt x="638" y="342"/>
                </a:cubicBezTo>
                <a:cubicBezTo>
                  <a:pt x="635" y="347"/>
                  <a:pt x="635" y="347"/>
                  <a:pt x="635" y="347"/>
                </a:cubicBezTo>
                <a:lnTo>
                  <a:pt x="634" y="347"/>
                </a:lnTo>
                <a:close/>
                <a:moveTo>
                  <a:pt x="137" y="267"/>
                </a:moveTo>
                <a:cubicBezTo>
                  <a:pt x="181" y="255"/>
                  <a:pt x="181" y="255"/>
                  <a:pt x="181" y="255"/>
                </a:cubicBezTo>
                <a:cubicBezTo>
                  <a:pt x="181" y="255"/>
                  <a:pt x="181" y="255"/>
                  <a:pt x="181" y="255"/>
                </a:cubicBezTo>
                <a:cubicBezTo>
                  <a:pt x="186" y="253"/>
                  <a:pt x="191" y="251"/>
                  <a:pt x="196" y="250"/>
                </a:cubicBezTo>
                <a:cubicBezTo>
                  <a:pt x="196" y="250"/>
                  <a:pt x="196" y="250"/>
                  <a:pt x="196" y="250"/>
                </a:cubicBezTo>
                <a:cubicBezTo>
                  <a:pt x="211" y="243"/>
                  <a:pt x="211" y="243"/>
                  <a:pt x="211" y="243"/>
                </a:cubicBezTo>
                <a:cubicBezTo>
                  <a:pt x="211" y="243"/>
                  <a:pt x="211" y="243"/>
                  <a:pt x="211" y="243"/>
                </a:cubicBezTo>
                <a:cubicBezTo>
                  <a:pt x="224" y="235"/>
                  <a:pt x="224" y="235"/>
                  <a:pt x="224" y="235"/>
                </a:cubicBezTo>
                <a:cubicBezTo>
                  <a:pt x="224" y="235"/>
                  <a:pt x="224" y="235"/>
                  <a:pt x="224" y="235"/>
                </a:cubicBezTo>
                <a:cubicBezTo>
                  <a:pt x="237" y="226"/>
                  <a:pt x="237" y="226"/>
                  <a:pt x="237" y="226"/>
                </a:cubicBezTo>
                <a:cubicBezTo>
                  <a:pt x="237" y="226"/>
                  <a:pt x="237" y="226"/>
                  <a:pt x="237" y="226"/>
                </a:cubicBezTo>
                <a:cubicBezTo>
                  <a:pt x="249" y="216"/>
                  <a:pt x="249" y="216"/>
                  <a:pt x="249" y="216"/>
                </a:cubicBezTo>
                <a:cubicBezTo>
                  <a:pt x="249" y="216"/>
                  <a:pt x="249" y="216"/>
                  <a:pt x="249" y="216"/>
                </a:cubicBezTo>
                <a:cubicBezTo>
                  <a:pt x="259" y="205"/>
                  <a:pt x="259" y="205"/>
                  <a:pt x="259" y="205"/>
                </a:cubicBezTo>
                <a:cubicBezTo>
                  <a:pt x="259" y="205"/>
                  <a:pt x="259" y="205"/>
                  <a:pt x="259" y="205"/>
                </a:cubicBezTo>
                <a:cubicBezTo>
                  <a:pt x="268" y="193"/>
                  <a:pt x="268" y="193"/>
                  <a:pt x="268" y="193"/>
                </a:cubicBezTo>
                <a:cubicBezTo>
                  <a:pt x="268" y="193"/>
                  <a:pt x="268" y="193"/>
                  <a:pt x="268" y="193"/>
                </a:cubicBezTo>
                <a:cubicBezTo>
                  <a:pt x="275" y="178"/>
                  <a:pt x="275" y="178"/>
                  <a:pt x="275" y="178"/>
                </a:cubicBezTo>
                <a:cubicBezTo>
                  <a:pt x="275" y="178"/>
                  <a:pt x="275" y="178"/>
                  <a:pt x="275" y="178"/>
                </a:cubicBezTo>
                <a:cubicBezTo>
                  <a:pt x="274" y="176"/>
                  <a:pt x="274" y="176"/>
                  <a:pt x="274" y="176"/>
                </a:cubicBezTo>
                <a:cubicBezTo>
                  <a:pt x="274" y="176"/>
                  <a:pt x="274" y="176"/>
                  <a:pt x="274" y="176"/>
                </a:cubicBezTo>
                <a:cubicBezTo>
                  <a:pt x="233" y="197"/>
                  <a:pt x="233" y="197"/>
                  <a:pt x="233" y="197"/>
                </a:cubicBezTo>
                <a:cubicBezTo>
                  <a:pt x="233" y="197"/>
                  <a:pt x="233" y="197"/>
                  <a:pt x="233" y="197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01"/>
                  <a:pt x="232" y="201"/>
                  <a:pt x="232" y="201"/>
                </a:cubicBezTo>
                <a:cubicBezTo>
                  <a:pt x="232" y="201"/>
                  <a:pt x="232" y="201"/>
                  <a:pt x="232" y="201"/>
                </a:cubicBezTo>
                <a:cubicBezTo>
                  <a:pt x="232" y="203"/>
                  <a:pt x="232" y="203"/>
                  <a:pt x="232" y="203"/>
                </a:cubicBezTo>
                <a:cubicBezTo>
                  <a:pt x="232" y="203"/>
                  <a:pt x="232" y="203"/>
                  <a:pt x="232" y="203"/>
                </a:cubicBezTo>
                <a:cubicBezTo>
                  <a:pt x="232" y="205"/>
                  <a:pt x="232" y="205"/>
                  <a:pt x="232" y="205"/>
                </a:cubicBezTo>
                <a:cubicBezTo>
                  <a:pt x="232" y="205"/>
                  <a:pt x="232" y="205"/>
                  <a:pt x="232" y="205"/>
                </a:cubicBezTo>
                <a:cubicBezTo>
                  <a:pt x="231" y="208"/>
                  <a:pt x="231" y="208"/>
                  <a:pt x="231" y="208"/>
                </a:cubicBezTo>
                <a:cubicBezTo>
                  <a:pt x="231" y="208"/>
                  <a:pt x="231" y="208"/>
                  <a:pt x="231" y="208"/>
                </a:cubicBezTo>
                <a:cubicBezTo>
                  <a:pt x="231" y="210"/>
                  <a:pt x="231" y="210"/>
                  <a:pt x="231" y="210"/>
                </a:cubicBezTo>
                <a:cubicBezTo>
                  <a:pt x="231" y="210"/>
                  <a:pt x="231" y="210"/>
                  <a:pt x="231" y="210"/>
                </a:cubicBezTo>
                <a:cubicBezTo>
                  <a:pt x="231" y="212"/>
                  <a:pt x="231" y="212"/>
                  <a:pt x="231" y="212"/>
                </a:cubicBezTo>
                <a:cubicBezTo>
                  <a:pt x="231" y="212"/>
                  <a:pt x="231" y="212"/>
                  <a:pt x="231" y="212"/>
                </a:cubicBezTo>
                <a:cubicBezTo>
                  <a:pt x="231" y="213"/>
                  <a:pt x="231" y="213"/>
                  <a:pt x="231" y="213"/>
                </a:cubicBezTo>
                <a:cubicBezTo>
                  <a:pt x="231" y="213"/>
                  <a:pt x="231" y="213"/>
                  <a:pt x="231" y="213"/>
                </a:cubicBezTo>
                <a:cubicBezTo>
                  <a:pt x="225" y="213"/>
                  <a:pt x="225" y="213"/>
                  <a:pt x="225" y="213"/>
                </a:cubicBezTo>
                <a:cubicBezTo>
                  <a:pt x="225" y="213"/>
                  <a:pt x="225" y="213"/>
                  <a:pt x="225" y="213"/>
                </a:cubicBezTo>
                <a:cubicBezTo>
                  <a:pt x="223" y="212"/>
                  <a:pt x="223" y="212"/>
                  <a:pt x="223" y="212"/>
                </a:cubicBezTo>
                <a:cubicBezTo>
                  <a:pt x="223" y="212"/>
                  <a:pt x="223" y="212"/>
                  <a:pt x="223" y="212"/>
                </a:cubicBezTo>
                <a:cubicBezTo>
                  <a:pt x="221" y="211"/>
                  <a:pt x="221" y="211"/>
                  <a:pt x="221" y="211"/>
                </a:cubicBezTo>
                <a:cubicBezTo>
                  <a:pt x="221" y="211"/>
                  <a:pt x="221" y="211"/>
                  <a:pt x="221" y="211"/>
                </a:cubicBezTo>
                <a:cubicBezTo>
                  <a:pt x="220" y="210"/>
                  <a:pt x="220" y="210"/>
                  <a:pt x="220" y="210"/>
                </a:cubicBezTo>
                <a:cubicBezTo>
                  <a:pt x="220" y="210"/>
                  <a:pt x="220" y="210"/>
                  <a:pt x="220" y="210"/>
                </a:cubicBezTo>
                <a:cubicBezTo>
                  <a:pt x="219" y="208"/>
                  <a:pt x="219" y="208"/>
                  <a:pt x="219" y="208"/>
                </a:cubicBezTo>
                <a:cubicBezTo>
                  <a:pt x="219" y="208"/>
                  <a:pt x="219" y="208"/>
                  <a:pt x="219" y="208"/>
                </a:cubicBezTo>
                <a:cubicBezTo>
                  <a:pt x="217" y="208"/>
                  <a:pt x="217" y="208"/>
                  <a:pt x="217" y="208"/>
                </a:cubicBezTo>
                <a:cubicBezTo>
                  <a:pt x="217" y="208"/>
                  <a:pt x="217" y="208"/>
                  <a:pt x="217" y="208"/>
                </a:cubicBezTo>
                <a:cubicBezTo>
                  <a:pt x="216" y="207"/>
                  <a:pt x="216" y="207"/>
                  <a:pt x="216" y="207"/>
                </a:cubicBezTo>
                <a:cubicBezTo>
                  <a:pt x="216" y="207"/>
                  <a:pt x="216" y="207"/>
                  <a:pt x="216" y="207"/>
                </a:cubicBezTo>
                <a:cubicBezTo>
                  <a:pt x="214" y="207"/>
                  <a:pt x="214" y="207"/>
                  <a:pt x="214" y="207"/>
                </a:cubicBezTo>
                <a:cubicBezTo>
                  <a:pt x="214" y="207"/>
                  <a:pt x="214" y="207"/>
                  <a:pt x="214" y="207"/>
                </a:cubicBezTo>
                <a:cubicBezTo>
                  <a:pt x="214" y="206"/>
                  <a:pt x="214" y="206"/>
                  <a:pt x="214" y="206"/>
                </a:cubicBezTo>
                <a:cubicBezTo>
                  <a:pt x="214" y="206"/>
                  <a:pt x="214" y="206"/>
                  <a:pt x="214" y="206"/>
                </a:cubicBezTo>
                <a:cubicBezTo>
                  <a:pt x="210" y="210"/>
                  <a:pt x="210" y="210"/>
                  <a:pt x="210" y="210"/>
                </a:cubicBezTo>
                <a:cubicBezTo>
                  <a:pt x="210" y="210"/>
                  <a:pt x="210" y="210"/>
                  <a:pt x="210" y="210"/>
                </a:cubicBezTo>
                <a:cubicBezTo>
                  <a:pt x="166" y="232"/>
                  <a:pt x="166" y="232"/>
                  <a:pt x="166" y="232"/>
                </a:cubicBezTo>
                <a:cubicBezTo>
                  <a:pt x="166" y="232"/>
                  <a:pt x="166" y="232"/>
                  <a:pt x="166" y="232"/>
                </a:cubicBezTo>
                <a:cubicBezTo>
                  <a:pt x="160" y="238"/>
                  <a:pt x="160" y="238"/>
                  <a:pt x="160" y="238"/>
                </a:cubicBezTo>
                <a:cubicBezTo>
                  <a:pt x="160" y="238"/>
                  <a:pt x="160" y="238"/>
                  <a:pt x="160" y="238"/>
                </a:cubicBezTo>
                <a:cubicBezTo>
                  <a:pt x="155" y="241"/>
                  <a:pt x="155" y="241"/>
                  <a:pt x="155" y="241"/>
                </a:cubicBezTo>
                <a:cubicBezTo>
                  <a:pt x="155" y="241"/>
                  <a:pt x="155" y="241"/>
                  <a:pt x="155" y="241"/>
                </a:cubicBezTo>
                <a:cubicBezTo>
                  <a:pt x="149" y="244"/>
                  <a:pt x="149" y="244"/>
                  <a:pt x="149" y="244"/>
                </a:cubicBezTo>
                <a:cubicBezTo>
                  <a:pt x="149" y="244"/>
                  <a:pt x="149" y="244"/>
                  <a:pt x="149" y="244"/>
                </a:cubicBezTo>
                <a:cubicBezTo>
                  <a:pt x="145" y="247"/>
                  <a:pt x="145" y="247"/>
                  <a:pt x="145" y="247"/>
                </a:cubicBezTo>
                <a:cubicBezTo>
                  <a:pt x="145" y="247"/>
                  <a:pt x="145" y="247"/>
                  <a:pt x="145" y="247"/>
                </a:cubicBezTo>
                <a:cubicBezTo>
                  <a:pt x="138" y="251"/>
                  <a:pt x="138" y="251"/>
                  <a:pt x="138" y="251"/>
                </a:cubicBezTo>
                <a:cubicBezTo>
                  <a:pt x="138" y="251"/>
                  <a:pt x="138" y="251"/>
                  <a:pt x="138" y="251"/>
                </a:cubicBezTo>
                <a:cubicBezTo>
                  <a:pt x="135" y="255"/>
                  <a:pt x="135" y="255"/>
                  <a:pt x="135" y="255"/>
                </a:cubicBezTo>
                <a:cubicBezTo>
                  <a:pt x="135" y="255"/>
                  <a:pt x="135" y="255"/>
                  <a:pt x="135" y="255"/>
                </a:cubicBezTo>
                <a:cubicBezTo>
                  <a:pt x="134" y="256"/>
                  <a:pt x="133" y="258"/>
                  <a:pt x="132" y="260"/>
                </a:cubicBezTo>
                <a:cubicBezTo>
                  <a:pt x="132" y="260"/>
                  <a:pt x="132" y="260"/>
                  <a:pt x="132" y="260"/>
                </a:cubicBezTo>
                <a:cubicBezTo>
                  <a:pt x="132" y="262"/>
                  <a:pt x="131" y="263"/>
                  <a:pt x="131" y="265"/>
                </a:cubicBezTo>
                <a:cubicBezTo>
                  <a:pt x="131" y="265"/>
                  <a:pt x="131" y="265"/>
                  <a:pt x="131" y="265"/>
                </a:cubicBezTo>
                <a:cubicBezTo>
                  <a:pt x="133" y="265"/>
                  <a:pt x="135" y="266"/>
                  <a:pt x="137" y="267"/>
                </a:cubicBezTo>
                <a:close/>
                <a:moveTo>
                  <a:pt x="576" y="207"/>
                </a:moveTo>
                <a:cubicBezTo>
                  <a:pt x="581" y="167"/>
                  <a:pt x="581" y="167"/>
                  <a:pt x="581" y="167"/>
                </a:cubicBezTo>
                <a:cubicBezTo>
                  <a:pt x="581" y="167"/>
                  <a:pt x="581" y="167"/>
                  <a:pt x="581" y="167"/>
                </a:cubicBezTo>
                <a:cubicBezTo>
                  <a:pt x="627" y="138"/>
                  <a:pt x="627" y="138"/>
                  <a:pt x="627" y="138"/>
                </a:cubicBezTo>
                <a:cubicBezTo>
                  <a:pt x="627" y="138"/>
                  <a:pt x="627" y="138"/>
                  <a:pt x="627" y="138"/>
                </a:cubicBezTo>
                <a:cubicBezTo>
                  <a:pt x="633" y="141"/>
                  <a:pt x="633" y="141"/>
                  <a:pt x="633" y="141"/>
                </a:cubicBezTo>
                <a:cubicBezTo>
                  <a:pt x="633" y="141"/>
                  <a:pt x="633" y="141"/>
                  <a:pt x="633" y="141"/>
                </a:cubicBezTo>
                <a:cubicBezTo>
                  <a:pt x="630" y="149"/>
                  <a:pt x="630" y="149"/>
                  <a:pt x="630" y="149"/>
                </a:cubicBezTo>
                <a:cubicBezTo>
                  <a:pt x="630" y="149"/>
                  <a:pt x="630" y="149"/>
                  <a:pt x="630" y="149"/>
                </a:cubicBezTo>
                <a:cubicBezTo>
                  <a:pt x="628" y="157"/>
                  <a:pt x="628" y="157"/>
                  <a:pt x="628" y="157"/>
                </a:cubicBezTo>
                <a:cubicBezTo>
                  <a:pt x="628" y="157"/>
                  <a:pt x="628" y="157"/>
                  <a:pt x="628" y="157"/>
                </a:cubicBezTo>
                <a:cubicBezTo>
                  <a:pt x="623" y="163"/>
                  <a:pt x="623" y="163"/>
                  <a:pt x="623" y="163"/>
                </a:cubicBezTo>
                <a:cubicBezTo>
                  <a:pt x="623" y="163"/>
                  <a:pt x="623" y="163"/>
                  <a:pt x="623" y="163"/>
                </a:cubicBezTo>
                <a:cubicBezTo>
                  <a:pt x="619" y="169"/>
                  <a:pt x="619" y="169"/>
                  <a:pt x="619" y="169"/>
                </a:cubicBezTo>
                <a:cubicBezTo>
                  <a:pt x="619" y="169"/>
                  <a:pt x="619" y="169"/>
                  <a:pt x="619" y="169"/>
                </a:cubicBezTo>
                <a:cubicBezTo>
                  <a:pt x="612" y="175"/>
                  <a:pt x="612" y="175"/>
                  <a:pt x="612" y="175"/>
                </a:cubicBezTo>
                <a:cubicBezTo>
                  <a:pt x="612" y="175"/>
                  <a:pt x="612" y="175"/>
                  <a:pt x="612" y="175"/>
                </a:cubicBezTo>
                <a:cubicBezTo>
                  <a:pt x="607" y="181"/>
                  <a:pt x="607" y="181"/>
                  <a:pt x="607" y="181"/>
                </a:cubicBezTo>
                <a:cubicBezTo>
                  <a:pt x="607" y="181"/>
                  <a:pt x="607" y="181"/>
                  <a:pt x="607" y="181"/>
                </a:cubicBezTo>
                <a:cubicBezTo>
                  <a:pt x="601" y="187"/>
                  <a:pt x="601" y="187"/>
                  <a:pt x="601" y="187"/>
                </a:cubicBezTo>
                <a:cubicBezTo>
                  <a:pt x="601" y="187"/>
                  <a:pt x="601" y="187"/>
                  <a:pt x="601" y="187"/>
                </a:cubicBezTo>
                <a:cubicBezTo>
                  <a:pt x="597" y="193"/>
                  <a:pt x="597" y="193"/>
                  <a:pt x="597" y="193"/>
                </a:cubicBezTo>
                <a:cubicBezTo>
                  <a:pt x="597" y="193"/>
                  <a:pt x="597" y="193"/>
                  <a:pt x="597" y="193"/>
                </a:cubicBezTo>
                <a:cubicBezTo>
                  <a:pt x="593" y="196"/>
                  <a:pt x="593" y="196"/>
                  <a:pt x="593" y="196"/>
                </a:cubicBezTo>
                <a:cubicBezTo>
                  <a:pt x="593" y="196"/>
                  <a:pt x="593" y="196"/>
                  <a:pt x="593" y="196"/>
                </a:cubicBezTo>
                <a:cubicBezTo>
                  <a:pt x="592" y="198"/>
                  <a:pt x="592" y="198"/>
                  <a:pt x="592" y="198"/>
                </a:cubicBezTo>
                <a:cubicBezTo>
                  <a:pt x="592" y="198"/>
                  <a:pt x="592" y="198"/>
                  <a:pt x="592" y="198"/>
                </a:cubicBezTo>
                <a:cubicBezTo>
                  <a:pt x="589" y="200"/>
                  <a:pt x="589" y="200"/>
                  <a:pt x="589" y="200"/>
                </a:cubicBezTo>
                <a:cubicBezTo>
                  <a:pt x="589" y="200"/>
                  <a:pt x="589" y="200"/>
                  <a:pt x="589" y="200"/>
                </a:cubicBezTo>
                <a:cubicBezTo>
                  <a:pt x="587" y="201"/>
                  <a:pt x="587" y="201"/>
                  <a:pt x="587" y="201"/>
                </a:cubicBezTo>
                <a:cubicBezTo>
                  <a:pt x="587" y="201"/>
                  <a:pt x="587" y="201"/>
                  <a:pt x="587" y="201"/>
                </a:cubicBezTo>
                <a:cubicBezTo>
                  <a:pt x="584" y="204"/>
                  <a:pt x="584" y="204"/>
                  <a:pt x="584" y="204"/>
                </a:cubicBezTo>
                <a:cubicBezTo>
                  <a:pt x="584" y="204"/>
                  <a:pt x="584" y="204"/>
                  <a:pt x="584" y="204"/>
                </a:cubicBezTo>
                <a:cubicBezTo>
                  <a:pt x="582" y="206"/>
                  <a:pt x="582" y="206"/>
                  <a:pt x="582" y="206"/>
                </a:cubicBezTo>
                <a:cubicBezTo>
                  <a:pt x="582" y="206"/>
                  <a:pt x="582" y="206"/>
                  <a:pt x="582" y="206"/>
                </a:cubicBezTo>
                <a:cubicBezTo>
                  <a:pt x="579" y="207"/>
                  <a:pt x="579" y="207"/>
                  <a:pt x="579" y="207"/>
                </a:cubicBezTo>
                <a:cubicBezTo>
                  <a:pt x="579" y="207"/>
                  <a:pt x="579" y="207"/>
                  <a:pt x="579" y="207"/>
                </a:cubicBezTo>
                <a:cubicBezTo>
                  <a:pt x="576" y="207"/>
                  <a:pt x="576" y="207"/>
                  <a:pt x="576" y="207"/>
                </a:cubicBezTo>
                <a:close/>
                <a:moveTo>
                  <a:pt x="1844" y="194"/>
                </a:moveTo>
                <a:cubicBezTo>
                  <a:pt x="1845" y="193"/>
                  <a:pt x="1845" y="193"/>
                  <a:pt x="1845" y="193"/>
                </a:cubicBezTo>
                <a:cubicBezTo>
                  <a:pt x="1845" y="193"/>
                  <a:pt x="1845" y="193"/>
                  <a:pt x="1845" y="193"/>
                </a:cubicBezTo>
                <a:cubicBezTo>
                  <a:pt x="1847" y="192"/>
                  <a:pt x="1847" y="192"/>
                  <a:pt x="1847" y="192"/>
                </a:cubicBezTo>
                <a:cubicBezTo>
                  <a:pt x="1847" y="192"/>
                  <a:pt x="1847" y="192"/>
                  <a:pt x="1847" y="192"/>
                </a:cubicBezTo>
                <a:cubicBezTo>
                  <a:pt x="1849" y="191"/>
                  <a:pt x="1849" y="191"/>
                  <a:pt x="1849" y="191"/>
                </a:cubicBezTo>
                <a:cubicBezTo>
                  <a:pt x="1849" y="191"/>
                  <a:pt x="1849" y="191"/>
                  <a:pt x="1849" y="191"/>
                </a:cubicBezTo>
                <a:cubicBezTo>
                  <a:pt x="1851" y="189"/>
                  <a:pt x="1851" y="189"/>
                  <a:pt x="1851" y="189"/>
                </a:cubicBezTo>
                <a:cubicBezTo>
                  <a:pt x="1851" y="189"/>
                  <a:pt x="1851" y="189"/>
                  <a:pt x="1851" y="189"/>
                </a:cubicBezTo>
                <a:cubicBezTo>
                  <a:pt x="1852" y="188"/>
                  <a:pt x="1852" y="188"/>
                  <a:pt x="1852" y="188"/>
                </a:cubicBezTo>
                <a:cubicBezTo>
                  <a:pt x="1852" y="188"/>
                  <a:pt x="1852" y="188"/>
                  <a:pt x="1852" y="188"/>
                </a:cubicBezTo>
                <a:cubicBezTo>
                  <a:pt x="1853" y="186"/>
                  <a:pt x="1853" y="186"/>
                  <a:pt x="1853" y="186"/>
                </a:cubicBezTo>
                <a:cubicBezTo>
                  <a:pt x="1853" y="186"/>
                  <a:pt x="1853" y="186"/>
                  <a:pt x="1853" y="186"/>
                </a:cubicBezTo>
                <a:cubicBezTo>
                  <a:pt x="1854" y="185"/>
                  <a:pt x="1854" y="185"/>
                  <a:pt x="1854" y="185"/>
                </a:cubicBezTo>
                <a:cubicBezTo>
                  <a:pt x="1854" y="185"/>
                  <a:pt x="1854" y="185"/>
                  <a:pt x="1854" y="185"/>
                </a:cubicBezTo>
                <a:cubicBezTo>
                  <a:pt x="1855" y="183"/>
                  <a:pt x="1855" y="183"/>
                  <a:pt x="1855" y="183"/>
                </a:cubicBezTo>
                <a:cubicBezTo>
                  <a:pt x="1855" y="183"/>
                  <a:pt x="1855" y="183"/>
                  <a:pt x="1855" y="183"/>
                </a:cubicBezTo>
                <a:cubicBezTo>
                  <a:pt x="1853" y="182"/>
                  <a:pt x="1853" y="182"/>
                  <a:pt x="1853" y="182"/>
                </a:cubicBezTo>
                <a:cubicBezTo>
                  <a:pt x="1853" y="182"/>
                  <a:pt x="1853" y="182"/>
                  <a:pt x="1853" y="182"/>
                </a:cubicBezTo>
                <a:cubicBezTo>
                  <a:pt x="1852" y="180"/>
                  <a:pt x="1852" y="180"/>
                  <a:pt x="1852" y="180"/>
                </a:cubicBezTo>
                <a:cubicBezTo>
                  <a:pt x="1852" y="180"/>
                  <a:pt x="1852" y="180"/>
                  <a:pt x="1852" y="180"/>
                </a:cubicBezTo>
                <a:cubicBezTo>
                  <a:pt x="1850" y="179"/>
                  <a:pt x="1850" y="179"/>
                  <a:pt x="1850" y="179"/>
                </a:cubicBezTo>
                <a:cubicBezTo>
                  <a:pt x="1850" y="179"/>
                  <a:pt x="1850" y="179"/>
                  <a:pt x="1850" y="179"/>
                </a:cubicBezTo>
                <a:cubicBezTo>
                  <a:pt x="1850" y="177"/>
                  <a:pt x="1850" y="177"/>
                  <a:pt x="1850" y="177"/>
                </a:cubicBezTo>
                <a:cubicBezTo>
                  <a:pt x="1850" y="177"/>
                  <a:pt x="1850" y="177"/>
                  <a:pt x="1850" y="177"/>
                </a:cubicBezTo>
                <a:cubicBezTo>
                  <a:pt x="1848" y="176"/>
                  <a:pt x="1848" y="176"/>
                  <a:pt x="1848" y="176"/>
                </a:cubicBezTo>
                <a:cubicBezTo>
                  <a:pt x="1848" y="176"/>
                  <a:pt x="1848" y="176"/>
                  <a:pt x="1848" y="176"/>
                </a:cubicBezTo>
                <a:cubicBezTo>
                  <a:pt x="1847" y="174"/>
                  <a:pt x="1847" y="174"/>
                  <a:pt x="1847" y="174"/>
                </a:cubicBezTo>
                <a:cubicBezTo>
                  <a:pt x="1847" y="174"/>
                  <a:pt x="1847" y="174"/>
                  <a:pt x="1847" y="174"/>
                </a:cubicBezTo>
                <a:cubicBezTo>
                  <a:pt x="1847" y="173"/>
                  <a:pt x="1847" y="173"/>
                  <a:pt x="1847" y="173"/>
                </a:cubicBezTo>
                <a:cubicBezTo>
                  <a:pt x="1847" y="173"/>
                  <a:pt x="1847" y="173"/>
                  <a:pt x="1847" y="173"/>
                </a:cubicBezTo>
                <a:cubicBezTo>
                  <a:pt x="1847" y="171"/>
                  <a:pt x="1847" y="171"/>
                  <a:pt x="1847" y="171"/>
                </a:cubicBezTo>
                <a:cubicBezTo>
                  <a:pt x="1847" y="171"/>
                  <a:pt x="1847" y="171"/>
                  <a:pt x="1847" y="171"/>
                </a:cubicBezTo>
                <a:cubicBezTo>
                  <a:pt x="1845" y="171"/>
                  <a:pt x="1845" y="171"/>
                  <a:pt x="1845" y="171"/>
                </a:cubicBezTo>
                <a:cubicBezTo>
                  <a:pt x="1845" y="171"/>
                  <a:pt x="1845" y="171"/>
                  <a:pt x="1845" y="171"/>
                </a:cubicBezTo>
                <a:cubicBezTo>
                  <a:pt x="1844" y="171"/>
                  <a:pt x="1844" y="171"/>
                  <a:pt x="1844" y="171"/>
                </a:cubicBezTo>
                <a:cubicBezTo>
                  <a:pt x="1844" y="171"/>
                  <a:pt x="1844" y="171"/>
                  <a:pt x="1844" y="171"/>
                </a:cubicBezTo>
                <a:cubicBezTo>
                  <a:pt x="1842" y="171"/>
                  <a:pt x="1842" y="171"/>
                  <a:pt x="1842" y="171"/>
                </a:cubicBezTo>
                <a:cubicBezTo>
                  <a:pt x="1842" y="171"/>
                  <a:pt x="1842" y="171"/>
                  <a:pt x="1842" y="171"/>
                </a:cubicBezTo>
                <a:cubicBezTo>
                  <a:pt x="1842" y="171"/>
                  <a:pt x="1842" y="171"/>
                  <a:pt x="1842" y="171"/>
                </a:cubicBezTo>
                <a:cubicBezTo>
                  <a:pt x="1842" y="171"/>
                  <a:pt x="1842" y="171"/>
                  <a:pt x="1842" y="171"/>
                </a:cubicBezTo>
                <a:cubicBezTo>
                  <a:pt x="1840" y="172"/>
                  <a:pt x="1840" y="172"/>
                  <a:pt x="1840" y="172"/>
                </a:cubicBezTo>
                <a:cubicBezTo>
                  <a:pt x="1840" y="172"/>
                  <a:pt x="1840" y="172"/>
                  <a:pt x="1840" y="172"/>
                </a:cubicBezTo>
                <a:cubicBezTo>
                  <a:pt x="1838" y="173"/>
                  <a:pt x="1838" y="173"/>
                  <a:pt x="1838" y="173"/>
                </a:cubicBezTo>
                <a:cubicBezTo>
                  <a:pt x="1838" y="173"/>
                  <a:pt x="1838" y="173"/>
                  <a:pt x="1838" y="173"/>
                </a:cubicBezTo>
                <a:cubicBezTo>
                  <a:pt x="1838" y="173"/>
                  <a:pt x="1838" y="173"/>
                  <a:pt x="1838" y="173"/>
                </a:cubicBezTo>
                <a:cubicBezTo>
                  <a:pt x="1838" y="173"/>
                  <a:pt x="1838" y="173"/>
                  <a:pt x="1838" y="173"/>
                </a:cubicBezTo>
                <a:cubicBezTo>
                  <a:pt x="1838" y="176"/>
                  <a:pt x="1838" y="176"/>
                  <a:pt x="1838" y="176"/>
                </a:cubicBezTo>
                <a:cubicBezTo>
                  <a:pt x="1838" y="176"/>
                  <a:pt x="1838" y="176"/>
                  <a:pt x="1838" y="176"/>
                </a:cubicBezTo>
                <a:cubicBezTo>
                  <a:pt x="1838" y="179"/>
                  <a:pt x="1838" y="179"/>
                  <a:pt x="1838" y="179"/>
                </a:cubicBezTo>
                <a:cubicBezTo>
                  <a:pt x="1838" y="179"/>
                  <a:pt x="1838" y="179"/>
                  <a:pt x="1838" y="179"/>
                </a:cubicBezTo>
                <a:cubicBezTo>
                  <a:pt x="1838" y="182"/>
                  <a:pt x="1838" y="182"/>
                  <a:pt x="1838" y="182"/>
                </a:cubicBezTo>
                <a:cubicBezTo>
                  <a:pt x="1838" y="182"/>
                  <a:pt x="1838" y="182"/>
                  <a:pt x="1838" y="182"/>
                </a:cubicBezTo>
                <a:cubicBezTo>
                  <a:pt x="1840" y="185"/>
                  <a:pt x="1840" y="185"/>
                  <a:pt x="1840" y="185"/>
                </a:cubicBezTo>
                <a:cubicBezTo>
                  <a:pt x="1840" y="185"/>
                  <a:pt x="1840" y="185"/>
                  <a:pt x="1840" y="185"/>
                </a:cubicBezTo>
                <a:cubicBezTo>
                  <a:pt x="1840" y="187"/>
                  <a:pt x="1840" y="187"/>
                  <a:pt x="1840" y="187"/>
                </a:cubicBezTo>
                <a:cubicBezTo>
                  <a:pt x="1840" y="187"/>
                  <a:pt x="1840" y="187"/>
                  <a:pt x="1840" y="187"/>
                </a:cubicBezTo>
                <a:cubicBezTo>
                  <a:pt x="1841" y="189"/>
                  <a:pt x="1841" y="189"/>
                  <a:pt x="1841" y="189"/>
                </a:cubicBezTo>
                <a:cubicBezTo>
                  <a:pt x="1841" y="189"/>
                  <a:pt x="1841" y="189"/>
                  <a:pt x="1841" y="189"/>
                </a:cubicBezTo>
                <a:cubicBezTo>
                  <a:pt x="1841" y="192"/>
                  <a:pt x="1841" y="192"/>
                  <a:pt x="1841" y="192"/>
                </a:cubicBezTo>
                <a:cubicBezTo>
                  <a:pt x="1841" y="192"/>
                  <a:pt x="1841" y="192"/>
                  <a:pt x="1841" y="192"/>
                </a:cubicBezTo>
                <a:cubicBezTo>
                  <a:pt x="1842" y="194"/>
                  <a:pt x="1842" y="194"/>
                  <a:pt x="1842" y="194"/>
                </a:cubicBezTo>
                <a:lnTo>
                  <a:pt x="1844" y="194"/>
                </a:lnTo>
                <a:close/>
                <a:moveTo>
                  <a:pt x="1916" y="194"/>
                </a:moveTo>
                <a:cubicBezTo>
                  <a:pt x="1918" y="191"/>
                  <a:pt x="1918" y="191"/>
                  <a:pt x="1918" y="191"/>
                </a:cubicBezTo>
                <a:cubicBezTo>
                  <a:pt x="1918" y="191"/>
                  <a:pt x="1918" y="191"/>
                  <a:pt x="1918" y="191"/>
                </a:cubicBezTo>
                <a:cubicBezTo>
                  <a:pt x="1921" y="186"/>
                  <a:pt x="1921" y="186"/>
                  <a:pt x="1921" y="186"/>
                </a:cubicBezTo>
                <a:cubicBezTo>
                  <a:pt x="1921" y="186"/>
                  <a:pt x="1921" y="186"/>
                  <a:pt x="1921" y="186"/>
                </a:cubicBezTo>
                <a:cubicBezTo>
                  <a:pt x="1923" y="183"/>
                  <a:pt x="1923" y="183"/>
                  <a:pt x="1923" y="183"/>
                </a:cubicBezTo>
                <a:cubicBezTo>
                  <a:pt x="1923" y="183"/>
                  <a:pt x="1923" y="183"/>
                  <a:pt x="1923" y="183"/>
                </a:cubicBezTo>
                <a:cubicBezTo>
                  <a:pt x="1924" y="177"/>
                  <a:pt x="1924" y="177"/>
                  <a:pt x="1924" y="177"/>
                </a:cubicBezTo>
                <a:cubicBezTo>
                  <a:pt x="1924" y="177"/>
                  <a:pt x="1924" y="177"/>
                  <a:pt x="1924" y="177"/>
                </a:cubicBezTo>
                <a:cubicBezTo>
                  <a:pt x="1924" y="173"/>
                  <a:pt x="1924" y="173"/>
                  <a:pt x="1924" y="173"/>
                </a:cubicBezTo>
                <a:cubicBezTo>
                  <a:pt x="1924" y="173"/>
                  <a:pt x="1924" y="173"/>
                  <a:pt x="1924" y="173"/>
                </a:cubicBezTo>
                <a:cubicBezTo>
                  <a:pt x="1924" y="169"/>
                  <a:pt x="1924" y="169"/>
                  <a:pt x="1924" y="169"/>
                </a:cubicBezTo>
                <a:cubicBezTo>
                  <a:pt x="1924" y="169"/>
                  <a:pt x="1924" y="169"/>
                  <a:pt x="1924" y="169"/>
                </a:cubicBezTo>
                <a:cubicBezTo>
                  <a:pt x="1921" y="165"/>
                  <a:pt x="1921" y="165"/>
                  <a:pt x="1921" y="165"/>
                </a:cubicBezTo>
                <a:cubicBezTo>
                  <a:pt x="1921" y="165"/>
                  <a:pt x="1921" y="165"/>
                  <a:pt x="1921" y="165"/>
                </a:cubicBezTo>
                <a:cubicBezTo>
                  <a:pt x="1920" y="160"/>
                  <a:pt x="1920" y="160"/>
                  <a:pt x="1920" y="160"/>
                </a:cubicBezTo>
                <a:cubicBezTo>
                  <a:pt x="1920" y="160"/>
                  <a:pt x="1920" y="160"/>
                  <a:pt x="1920" y="160"/>
                </a:cubicBezTo>
                <a:cubicBezTo>
                  <a:pt x="1914" y="158"/>
                  <a:pt x="1914" y="158"/>
                  <a:pt x="1914" y="158"/>
                </a:cubicBezTo>
                <a:cubicBezTo>
                  <a:pt x="1914" y="158"/>
                  <a:pt x="1914" y="158"/>
                  <a:pt x="1914" y="158"/>
                </a:cubicBezTo>
                <a:cubicBezTo>
                  <a:pt x="1908" y="159"/>
                  <a:pt x="1908" y="159"/>
                  <a:pt x="1908" y="159"/>
                </a:cubicBezTo>
                <a:cubicBezTo>
                  <a:pt x="1908" y="159"/>
                  <a:pt x="1908" y="159"/>
                  <a:pt x="1908" y="159"/>
                </a:cubicBezTo>
                <a:cubicBezTo>
                  <a:pt x="1907" y="163"/>
                  <a:pt x="1907" y="163"/>
                  <a:pt x="1907" y="163"/>
                </a:cubicBezTo>
                <a:cubicBezTo>
                  <a:pt x="1907" y="163"/>
                  <a:pt x="1907" y="163"/>
                  <a:pt x="1907" y="163"/>
                </a:cubicBezTo>
                <a:cubicBezTo>
                  <a:pt x="1907" y="166"/>
                  <a:pt x="1907" y="166"/>
                  <a:pt x="1907" y="166"/>
                </a:cubicBezTo>
                <a:cubicBezTo>
                  <a:pt x="1907" y="166"/>
                  <a:pt x="1907" y="166"/>
                  <a:pt x="1907" y="166"/>
                </a:cubicBezTo>
                <a:cubicBezTo>
                  <a:pt x="1907" y="169"/>
                  <a:pt x="1907" y="169"/>
                  <a:pt x="1907" y="169"/>
                </a:cubicBezTo>
                <a:cubicBezTo>
                  <a:pt x="1907" y="169"/>
                  <a:pt x="1907" y="169"/>
                  <a:pt x="1907" y="169"/>
                </a:cubicBezTo>
                <a:cubicBezTo>
                  <a:pt x="1908" y="171"/>
                  <a:pt x="1908" y="171"/>
                  <a:pt x="1908" y="171"/>
                </a:cubicBezTo>
                <a:cubicBezTo>
                  <a:pt x="1908" y="171"/>
                  <a:pt x="1908" y="171"/>
                  <a:pt x="1908" y="171"/>
                </a:cubicBezTo>
                <a:cubicBezTo>
                  <a:pt x="1907" y="174"/>
                  <a:pt x="1907" y="174"/>
                  <a:pt x="1907" y="174"/>
                </a:cubicBezTo>
                <a:cubicBezTo>
                  <a:pt x="1907" y="174"/>
                  <a:pt x="1907" y="174"/>
                  <a:pt x="1907" y="174"/>
                </a:cubicBezTo>
                <a:cubicBezTo>
                  <a:pt x="1907" y="177"/>
                  <a:pt x="1907" y="177"/>
                  <a:pt x="1907" y="177"/>
                </a:cubicBezTo>
                <a:cubicBezTo>
                  <a:pt x="1907" y="177"/>
                  <a:pt x="1907" y="177"/>
                  <a:pt x="1907" y="177"/>
                </a:cubicBezTo>
                <a:cubicBezTo>
                  <a:pt x="1906" y="180"/>
                  <a:pt x="1906" y="180"/>
                  <a:pt x="1906" y="180"/>
                </a:cubicBezTo>
                <a:cubicBezTo>
                  <a:pt x="1906" y="180"/>
                  <a:pt x="1906" y="180"/>
                  <a:pt x="1906" y="180"/>
                </a:cubicBezTo>
                <a:cubicBezTo>
                  <a:pt x="1905" y="183"/>
                  <a:pt x="1905" y="183"/>
                  <a:pt x="1905" y="183"/>
                </a:cubicBezTo>
                <a:cubicBezTo>
                  <a:pt x="1905" y="183"/>
                  <a:pt x="1905" y="183"/>
                  <a:pt x="1905" y="183"/>
                </a:cubicBezTo>
                <a:cubicBezTo>
                  <a:pt x="1905" y="185"/>
                  <a:pt x="1905" y="185"/>
                  <a:pt x="1905" y="185"/>
                </a:cubicBezTo>
                <a:cubicBezTo>
                  <a:pt x="1905" y="185"/>
                  <a:pt x="1905" y="185"/>
                  <a:pt x="1905" y="185"/>
                </a:cubicBezTo>
                <a:cubicBezTo>
                  <a:pt x="1906" y="187"/>
                  <a:pt x="1906" y="187"/>
                  <a:pt x="1906" y="187"/>
                </a:cubicBezTo>
                <a:cubicBezTo>
                  <a:pt x="1906" y="187"/>
                  <a:pt x="1906" y="187"/>
                  <a:pt x="1906" y="187"/>
                </a:cubicBezTo>
                <a:cubicBezTo>
                  <a:pt x="1907" y="189"/>
                  <a:pt x="1907" y="189"/>
                  <a:pt x="1907" y="189"/>
                </a:cubicBezTo>
                <a:cubicBezTo>
                  <a:pt x="1907" y="189"/>
                  <a:pt x="1907" y="189"/>
                  <a:pt x="1907" y="189"/>
                </a:cubicBezTo>
                <a:cubicBezTo>
                  <a:pt x="1908" y="190"/>
                  <a:pt x="1908" y="190"/>
                  <a:pt x="1908" y="190"/>
                </a:cubicBezTo>
                <a:cubicBezTo>
                  <a:pt x="1908" y="190"/>
                  <a:pt x="1908" y="190"/>
                  <a:pt x="1908" y="190"/>
                </a:cubicBezTo>
                <a:cubicBezTo>
                  <a:pt x="1909" y="192"/>
                  <a:pt x="1909" y="192"/>
                  <a:pt x="1909" y="192"/>
                </a:cubicBezTo>
                <a:cubicBezTo>
                  <a:pt x="1909" y="192"/>
                  <a:pt x="1909" y="192"/>
                  <a:pt x="1909" y="192"/>
                </a:cubicBezTo>
                <a:cubicBezTo>
                  <a:pt x="1910" y="193"/>
                  <a:pt x="1910" y="193"/>
                  <a:pt x="1910" y="193"/>
                </a:cubicBezTo>
                <a:cubicBezTo>
                  <a:pt x="1910" y="193"/>
                  <a:pt x="1910" y="193"/>
                  <a:pt x="1910" y="193"/>
                </a:cubicBezTo>
                <a:cubicBezTo>
                  <a:pt x="1911" y="194"/>
                  <a:pt x="1911" y="194"/>
                  <a:pt x="1911" y="194"/>
                </a:cubicBezTo>
                <a:cubicBezTo>
                  <a:pt x="1911" y="194"/>
                  <a:pt x="1911" y="194"/>
                  <a:pt x="1911" y="194"/>
                </a:cubicBezTo>
                <a:cubicBezTo>
                  <a:pt x="1914" y="194"/>
                  <a:pt x="1914" y="194"/>
                  <a:pt x="1914" y="194"/>
                </a:cubicBezTo>
                <a:lnTo>
                  <a:pt x="1916" y="194"/>
                </a:lnTo>
                <a:close/>
                <a:moveTo>
                  <a:pt x="1879" y="168"/>
                </a:moveTo>
                <a:cubicBezTo>
                  <a:pt x="1881" y="168"/>
                  <a:pt x="1881" y="168"/>
                  <a:pt x="1881" y="168"/>
                </a:cubicBezTo>
                <a:cubicBezTo>
                  <a:pt x="1881" y="168"/>
                  <a:pt x="1881" y="168"/>
                  <a:pt x="1881" y="168"/>
                </a:cubicBezTo>
                <a:cubicBezTo>
                  <a:pt x="1882" y="168"/>
                  <a:pt x="1882" y="168"/>
                  <a:pt x="1882" y="168"/>
                </a:cubicBezTo>
                <a:cubicBezTo>
                  <a:pt x="1882" y="168"/>
                  <a:pt x="1882" y="168"/>
                  <a:pt x="1882" y="168"/>
                </a:cubicBezTo>
                <a:cubicBezTo>
                  <a:pt x="1883" y="167"/>
                  <a:pt x="1883" y="167"/>
                  <a:pt x="1883" y="167"/>
                </a:cubicBezTo>
                <a:cubicBezTo>
                  <a:pt x="1883" y="167"/>
                  <a:pt x="1883" y="167"/>
                  <a:pt x="1883" y="167"/>
                </a:cubicBezTo>
                <a:cubicBezTo>
                  <a:pt x="1885" y="165"/>
                  <a:pt x="1885" y="165"/>
                  <a:pt x="1885" y="165"/>
                </a:cubicBezTo>
                <a:cubicBezTo>
                  <a:pt x="1885" y="165"/>
                  <a:pt x="1885" y="165"/>
                  <a:pt x="1885" y="165"/>
                </a:cubicBezTo>
                <a:cubicBezTo>
                  <a:pt x="1886" y="165"/>
                  <a:pt x="1886" y="165"/>
                  <a:pt x="1886" y="165"/>
                </a:cubicBezTo>
                <a:cubicBezTo>
                  <a:pt x="1886" y="165"/>
                  <a:pt x="1886" y="165"/>
                  <a:pt x="1886" y="165"/>
                </a:cubicBezTo>
                <a:cubicBezTo>
                  <a:pt x="1887" y="164"/>
                  <a:pt x="1887" y="164"/>
                  <a:pt x="1887" y="164"/>
                </a:cubicBezTo>
                <a:cubicBezTo>
                  <a:pt x="1887" y="164"/>
                  <a:pt x="1887" y="164"/>
                  <a:pt x="1887" y="164"/>
                </a:cubicBezTo>
                <a:cubicBezTo>
                  <a:pt x="1888" y="163"/>
                  <a:pt x="1888" y="163"/>
                  <a:pt x="1888" y="163"/>
                </a:cubicBezTo>
                <a:cubicBezTo>
                  <a:pt x="1888" y="163"/>
                  <a:pt x="1888" y="163"/>
                  <a:pt x="1888" y="163"/>
                </a:cubicBezTo>
                <a:cubicBezTo>
                  <a:pt x="1891" y="162"/>
                  <a:pt x="1891" y="162"/>
                  <a:pt x="1891" y="162"/>
                </a:cubicBezTo>
                <a:cubicBezTo>
                  <a:pt x="1891" y="162"/>
                  <a:pt x="1891" y="162"/>
                  <a:pt x="1891" y="162"/>
                </a:cubicBezTo>
                <a:cubicBezTo>
                  <a:pt x="1890" y="159"/>
                  <a:pt x="1890" y="159"/>
                  <a:pt x="1890" y="159"/>
                </a:cubicBezTo>
                <a:cubicBezTo>
                  <a:pt x="1890" y="159"/>
                  <a:pt x="1890" y="159"/>
                  <a:pt x="1890" y="159"/>
                </a:cubicBezTo>
                <a:cubicBezTo>
                  <a:pt x="1890" y="157"/>
                  <a:pt x="1890" y="157"/>
                  <a:pt x="1890" y="157"/>
                </a:cubicBezTo>
                <a:cubicBezTo>
                  <a:pt x="1890" y="157"/>
                  <a:pt x="1890" y="157"/>
                  <a:pt x="1890" y="157"/>
                </a:cubicBezTo>
                <a:cubicBezTo>
                  <a:pt x="1888" y="154"/>
                  <a:pt x="1888" y="154"/>
                  <a:pt x="1888" y="154"/>
                </a:cubicBezTo>
                <a:cubicBezTo>
                  <a:pt x="1888" y="154"/>
                  <a:pt x="1888" y="154"/>
                  <a:pt x="1888" y="154"/>
                </a:cubicBezTo>
                <a:cubicBezTo>
                  <a:pt x="1886" y="150"/>
                  <a:pt x="1886" y="150"/>
                  <a:pt x="1886" y="150"/>
                </a:cubicBezTo>
                <a:cubicBezTo>
                  <a:pt x="1886" y="150"/>
                  <a:pt x="1886" y="150"/>
                  <a:pt x="1886" y="150"/>
                </a:cubicBezTo>
                <a:cubicBezTo>
                  <a:pt x="1882" y="148"/>
                  <a:pt x="1882" y="148"/>
                  <a:pt x="1882" y="148"/>
                </a:cubicBezTo>
                <a:cubicBezTo>
                  <a:pt x="1882" y="148"/>
                  <a:pt x="1882" y="148"/>
                  <a:pt x="1882" y="148"/>
                </a:cubicBezTo>
                <a:cubicBezTo>
                  <a:pt x="1878" y="145"/>
                  <a:pt x="1878" y="145"/>
                  <a:pt x="1878" y="145"/>
                </a:cubicBezTo>
                <a:cubicBezTo>
                  <a:pt x="1878" y="145"/>
                  <a:pt x="1878" y="145"/>
                  <a:pt x="1878" y="145"/>
                </a:cubicBezTo>
                <a:cubicBezTo>
                  <a:pt x="1875" y="144"/>
                  <a:pt x="1875" y="144"/>
                  <a:pt x="1875" y="144"/>
                </a:cubicBezTo>
                <a:cubicBezTo>
                  <a:pt x="1875" y="144"/>
                  <a:pt x="1875" y="144"/>
                  <a:pt x="1875" y="144"/>
                </a:cubicBezTo>
                <a:cubicBezTo>
                  <a:pt x="1872" y="143"/>
                  <a:pt x="1872" y="143"/>
                  <a:pt x="1872" y="143"/>
                </a:cubicBezTo>
                <a:cubicBezTo>
                  <a:pt x="1872" y="143"/>
                  <a:pt x="1872" y="143"/>
                  <a:pt x="1872" y="143"/>
                </a:cubicBezTo>
                <a:cubicBezTo>
                  <a:pt x="1870" y="145"/>
                  <a:pt x="1870" y="145"/>
                  <a:pt x="1870" y="145"/>
                </a:cubicBezTo>
                <a:cubicBezTo>
                  <a:pt x="1870" y="145"/>
                  <a:pt x="1870" y="145"/>
                  <a:pt x="1870" y="145"/>
                </a:cubicBezTo>
                <a:cubicBezTo>
                  <a:pt x="1869" y="147"/>
                  <a:pt x="1869" y="147"/>
                  <a:pt x="1869" y="147"/>
                </a:cubicBezTo>
                <a:cubicBezTo>
                  <a:pt x="1869" y="147"/>
                  <a:pt x="1869" y="147"/>
                  <a:pt x="1869" y="147"/>
                </a:cubicBezTo>
                <a:cubicBezTo>
                  <a:pt x="1867" y="149"/>
                  <a:pt x="1867" y="149"/>
                  <a:pt x="1867" y="149"/>
                </a:cubicBezTo>
                <a:cubicBezTo>
                  <a:pt x="1867" y="149"/>
                  <a:pt x="1867" y="149"/>
                  <a:pt x="1867" y="149"/>
                </a:cubicBezTo>
                <a:cubicBezTo>
                  <a:pt x="1866" y="150"/>
                  <a:pt x="1866" y="150"/>
                  <a:pt x="1866" y="150"/>
                </a:cubicBezTo>
                <a:cubicBezTo>
                  <a:pt x="1866" y="150"/>
                  <a:pt x="1866" y="150"/>
                  <a:pt x="1866" y="150"/>
                </a:cubicBezTo>
                <a:cubicBezTo>
                  <a:pt x="1864" y="152"/>
                  <a:pt x="1864" y="152"/>
                  <a:pt x="1864" y="152"/>
                </a:cubicBezTo>
                <a:cubicBezTo>
                  <a:pt x="1864" y="152"/>
                  <a:pt x="1864" y="152"/>
                  <a:pt x="1864" y="152"/>
                </a:cubicBezTo>
                <a:cubicBezTo>
                  <a:pt x="1863" y="153"/>
                  <a:pt x="1863" y="153"/>
                  <a:pt x="1863" y="153"/>
                </a:cubicBezTo>
                <a:cubicBezTo>
                  <a:pt x="1863" y="153"/>
                  <a:pt x="1863" y="153"/>
                  <a:pt x="1863" y="153"/>
                </a:cubicBezTo>
                <a:cubicBezTo>
                  <a:pt x="1860" y="155"/>
                  <a:pt x="1860" y="155"/>
                  <a:pt x="1860" y="155"/>
                </a:cubicBezTo>
                <a:cubicBezTo>
                  <a:pt x="1860" y="155"/>
                  <a:pt x="1860" y="155"/>
                  <a:pt x="1860" y="155"/>
                </a:cubicBezTo>
                <a:cubicBezTo>
                  <a:pt x="1859" y="155"/>
                  <a:pt x="1859" y="155"/>
                  <a:pt x="1859" y="155"/>
                </a:cubicBezTo>
                <a:cubicBezTo>
                  <a:pt x="1859" y="155"/>
                  <a:pt x="1859" y="155"/>
                  <a:pt x="1859" y="155"/>
                </a:cubicBezTo>
                <a:cubicBezTo>
                  <a:pt x="1859" y="159"/>
                  <a:pt x="1859" y="159"/>
                  <a:pt x="1859" y="159"/>
                </a:cubicBezTo>
                <a:cubicBezTo>
                  <a:pt x="1859" y="159"/>
                  <a:pt x="1859" y="159"/>
                  <a:pt x="1859" y="159"/>
                </a:cubicBezTo>
                <a:cubicBezTo>
                  <a:pt x="1860" y="162"/>
                  <a:pt x="1860" y="162"/>
                  <a:pt x="1860" y="162"/>
                </a:cubicBezTo>
                <a:cubicBezTo>
                  <a:pt x="1860" y="162"/>
                  <a:pt x="1860" y="162"/>
                  <a:pt x="1860" y="162"/>
                </a:cubicBezTo>
                <a:cubicBezTo>
                  <a:pt x="1863" y="163"/>
                  <a:pt x="1863" y="163"/>
                  <a:pt x="1863" y="163"/>
                </a:cubicBezTo>
                <a:cubicBezTo>
                  <a:pt x="1863" y="163"/>
                  <a:pt x="1863" y="163"/>
                  <a:pt x="1863" y="163"/>
                </a:cubicBezTo>
                <a:cubicBezTo>
                  <a:pt x="1865" y="164"/>
                  <a:pt x="1865" y="164"/>
                  <a:pt x="1865" y="164"/>
                </a:cubicBezTo>
                <a:cubicBezTo>
                  <a:pt x="1865" y="164"/>
                  <a:pt x="1865" y="164"/>
                  <a:pt x="1865" y="164"/>
                </a:cubicBezTo>
                <a:cubicBezTo>
                  <a:pt x="1868" y="165"/>
                  <a:pt x="1868" y="165"/>
                  <a:pt x="1868" y="165"/>
                </a:cubicBezTo>
                <a:cubicBezTo>
                  <a:pt x="1868" y="165"/>
                  <a:pt x="1868" y="165"/>
                  <a:pt x="1868" y="165"/>
                </a:cubicBezTo>
                <a:cubicBezTo>
                  <a:pt x="1870" y="166"/>
                  <a:pt x="1870" y="166"/>
                  <a:pt x="1870" y="166"/>
                </a:cubicBezTo>
                <a:cubicBezTo>
                  <a:pt x="1870" y="166"/>
                  <a:pt x="1870" y="166"/>
                  <a:pt x="1870" y="166"/>
                </a:cubicBezTo>
                <a:cubicBezTo>
                  <a:pt x="1872" y="167"/>
                  <a:pt x="1872" y="167"/>
                  <a:pt x="1872" y="167"/>
                </a:cubicBezTo>
                <a:cubicBezTo>
                  <a:pt x="1872" y="167"/>
                  <a:pt x="1872" y="167"/>
                  <a:pt x="1872" y="167"/>
                </a:cubicBezTo>
                <a:cubicBezTo>
                  <a:pt x="1874" y="168"/>
                  <a:pt x="1874" y="168"/>
                  <a:pt x="1874" y="168"/>
                </a:cubicBezTo>
                <a:cubicBezTo>
                  <a:pt x="1874" y="168"/>
                  <a:pt x="1874" y="168"/>
                  <a:pt x="1874" y="168"/>
                </a:cubicBezTo>
                <a:cubicBezTo>
                  <a:pt x="1877" y="168"/>
                  <a:pt x="1877" y="168"/>
                  <a:pt x="1877" y="168"/>
                </a:cubicBezTo>
                <a:lnTo>
                  <a:pt x="1879" y="168"/>
                </a:lnTo>
                <a:close/>
                <a:moveTo>
                  <a:pt x="583" y="131"/>
                </a:moveTo>
                <a:cubicBezTo>
                  <a:pt x="583" y="130"/>
                  <a:pt x="583" y="130"/>
                  <a:pt x="583" y="130"/>
                </a:cubicBezTo>
                <a:cubicBezTo>
                  <a:pt x="583" y="130"/>
                  <a:pt x="583" y="130"/>
                  <a:pt x="583" y="130"/>
                </a:cubicBezTo>
                <a:cubicBezTo>
                  <a:pt x="583" y="128"/>
                  <a:pt x="583" y="128"/>
                  <a:pt x="583" y="128"/>
                </a:cubicBezTo>
                <a:cubicBezTo>
                  <a:pt x="583" y="128"/>
                  <a:pt x="583" y="128"/>
                  <a:pt x="583" y="128"/>
                </a:cubicBezTo>
                <a:cubicBezTo>
                  <a:pt x="583" y="128"/>
                  <a:pt x="583" y="128"/>
                  <a:pt x="583" y="128"/>
                </a:cubicBezTo>
                <a:cubicBezTo>
                  <a:pt x="583" y="128"/>
                  <a:pt x="583" y="128"/>
                  <a:pt x="583" y="128"/>
                </a:cubicBezTo>
                <a:cubicBezTo>
                  <a:pt x="583" y="126"/>
                  <a:pt x="583" y="126"/>
                  <a:pt x="583" y="126"/>
                </a:cubicBezTo>
                <a:cubicBezTo>
                  <a:pt x="583" y="126"/>
                  <a:pt x="583" y="126"/>
                  <a:pt x="583" y="126"/>
                </a:cubicBezTo>
                <a:cubicBezTo>
                  <a:pt x="583" y="125"/>
                  <a:pt x="583" y="125"/>
                  <a:pt x="583" y="125"/>
                </a:cubicBezTo>
                <a:cubicBezTo>
                  <a:pt x="583" y="125"/>
                  <a:pt x="583" y="125"/>
                  <a:pt x="583" y="125"/>
                </a:cubicBezTo>
                <a:cubicBezTo>
                  <a:pt x="583" y="123"/>
                  <a:pt x="583" y="123"/>
                  <a:pt x="583" y="123"/>
                </a:cubicBezTo>
                <a:cubicBezTo>
                  <a:pt x="583" y="123"/>
                  <a:pt x="583" y="123"/>
                  <a:pt x="583" y="123"/>
                </a:cubicBezTo>
                <a:cubicBezTo>
                  <a:pt x="583" y="122"/>
                  <a:pt x="583" y="122"/>
                  <a:pt x="583" y="122"/>
                </a:cubicBezTo>
                <a:cubicBezTo>
                  <a:pt x="583" y="122"/>
                  <a:pt x="583" y="122"/>
                  <a:pt x="583" y="122"/>
                </a:cubicBezTo>
                <a:cubicBezTo>
                  <a:pt x="583" y="119"/>
                  <a:pt x="583" y="119"/>
                  <a:pt x="583" y="119"/>
                </a:cubicBezTo>
                <a:cubicBezTo>
                  <a:pt x="583" y="119"/>
                  <a:pt x="583" y="119"/>
                  <a:pt x="583" y="119"/>
                </a:cubicBezTo>
                <a:cubicBezTo>
                  <a:pt x="607" y="111"/>
                  <a:pt x="607" y="111"/>
                  <a:pt x="607" y="111"/>
                </a:cubicBezTo>
                <a:cubicBezTo>
                  <a:pt x="607" y="111"/>
                  <a:pt x="607" y="111"/>
                  <a:pt x="607" y="111"/>
                </a:cubicBezTo>
                <a:cubicBezTo>
                  <a:pt x="604" y="114"/>
                  <a:pt x="604" y="114"/>
                  <a:pt x="604" y="114"/>
                </a:cubicBezTo>
                <a:cubicBezTo>
                  <a:pt x="604" y="114"/>
                  <a:pt x="604" y="114"/>
                  <a:pt x="604" y="114"/>
                </a:cubicBezTo>
                <a:cubicBezTo>
                  <a:pt x="602" y="117"/>
                  <a:pt x="602" y="117"/>
                  <a:pt x="602" y="117"/>
                </a:cubicBezTo>
                <a:cubicBezTo>
                  <a:pt x="602" y="117"/>
                  <a:pt x="602" y="117"/>
                  <a:pt x="602" y="117"/>
                </a:cubicBezTo>
                <a:cubicBezTo>
                  <a:pt x="599" y="120"/>
                  <a:pt x="599" y="120"/>
                  <a:pt x="599" y="120"/>
                </a:cubicBezTo>
                <a:cubicBezTo>
                  <a:pt x="599" y="120"/>
                  <a:pt x="599" y="120"/>
                  <a:pt x="599" y="120"/>
                </a:cubicBezTo>
                <a:cubicBezTo>
                  <a:pt x="597" y="123"/>
                  <a:pt x="597" y="123"/>
                  <a:pt x="597" y="123"/>
                </a:cubicBezTo>
                <a:cubicBezTo>
                  <a:pt x="597" y="123"/>
                  <a:pt x="597" y="123"/>
                  <a:pt x="597" y="123"/>
                </a:cubicBezTo>
                <a:cubicBezTo>
                  <a:pt x="593" y="126"/>
                  <a:pt x="593" y="126"/>
                  <a:pt x="593" y="126"/>
                </a:cubicBezTo>
                <a:cubicBezTo>
                  <a:pt x="593" y="126"/>
                  <a:pt x="593" y="126"/>
                  <a:pt x="593" y="126"/>
                </a:cubicBezTo>
                <a:cubicBezTo>
                  <a:pt x="591" y="128"/>
                  <a:pt x="591" y="128"/>
                  <a:pt x="591" y="128"/>
                </a:cubicBezTo>
                <a:cubicBezTo>
                  <a:pt x="591" y="128"/>
                  <a:pt x="591" y="128"/>
                  <a:pt x="591" y="128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4" y="131"/>
                  <a:pt x="584" y="131"/>
                  <a:pt x="584" y="131"/>
                </a:cubicBezTo>
                <a:lnTo>
                  <a:pt x="583" y="131"/>
                </a:lnTo>
                <a:close/>
                <a:moveTo>
                  <a:pt x="1853" y="121"/>
                </a:moveTo>
                <a:cubicBezTo>
                  <a:pt x="1854" y="121"/>
                  <a:pt x="1854" y="121"/>
                  <a:pt x="1854" y="121"/>
                </a:cubicBezTo>
                <a:lnTo>
                  <a:pt x="1853" y="121"/>
                </a:lnTo>
                <a:close/>
                <a:moveTo>
                  <a:pt x="196" y="69"/>
                </a:moveTo>
                <a:cubicBezTo>
                  <a:pt x="202" y="68"/>
                  <a:pt x="202" y="68"/>
                  <a:pt x="202" y="68"/>
                </a:cubicBezTo>
                <a:cubicBezTo>
                  <a:pt x="202" y="68"/>
                  <a:pt x="202" y="68"/>
                  <a:pt x="202" y="68"/>
                </a:cubicBezTo>
                <a:cubicBezTo>
                  <a:pt x="211" y="67"/>
                  <a:pt x="211" y="67"/>
                  <a:pt x="211" y="67"/>
                </a:cubicBezTo>
                <a:cubicBezTo>
                  <a:pt x="211" y="67"/>
                  <a:pt x="211" y="67"/>
                  <a:pt x="211" y="67"/>
                </a:cubicBezTo>
                <a:cubicBezTo>
                  <a:pt x="219" y="67"/>
                  <a:pt x="219" y="67"/>
                  <a:pt x="219" y="67"/>
                </a:cubicBezTo>
                <a:cubicBezTo>
                  <a:pt x="219" y="67"/>
                  <a:pt x="219" y="67"/>
                  <a:pt x="219" y="67"/>
                </a:cubicBezTo>
                <a:cubicBezTo>
                  <a:pt x="228" y="67"/>
                  <a:pt x="228" y="67"/>
                  <a:pt x="228" y="67"/>
                </a:cubicBezTo>
                <a:cubicBezTo>
                  <a:pt x="228" y="67"/>
                  <a:pt x="228" y="67"/>
                  <a:pt x="228" y="67"/>
                </a:cubicBezTo>
                <a:cubicBezTo>
                  <a:pt x="234" y="67"/>
                  <a:pt x="234" y="67"/>
                  <a:pt x="234" y="67"/>
                </a:cubicBezTo>
                <a:cubicBezTo>
                  <a:pt x="234" y="67"/>
                  <a:pt x="234" y="67"/>
                  <a:pt x="234" y="67"/>
                </a:cubicBezTo>
                <a:cubicBezTo>
                  <a:pt x="241" y="66"/>
                  <a:pt x="241" y="66"/>
                  <a:pt x="241" y="66"/>
                </a:cubicBezTo>
                <a:cubicBezTo>
                  <a:pt x="241" y="66"/>
                  <a:pt x="241" y="66"/>
                  <a:pt x="241" y="66"/>
                </a:cubicBezTo>
                <a:cubicBezTo>
                  <a:pt x="248" y="64"/>
                  <a:pt x="248" y="64"/>
                  <a:pt x="248" y="64"/>
                </a:cubicBezTo>
                <a:cubicBezTo>
                  <a:pt x="248" y="64"/>
                  <a:pt x="248" y="64"/>
                  <a:pt x="248" y="64"/>
                </a:cubicBezTo>
                <a:cubicBezTo>
                  <a:pt x="253" y="59"/>
                  <a:pt x="253" y="59"/>
                  <a:pt x="253" y="59"/>
                </a:cubicBezTo>
                <a:cubicBezTo>
                  <a:pt x="253" y="59"/>
                  <a:pt x="253" y="59"/>
                  <a:pt x="253" y="59"/>
                </a:cubicBezTo>
                <a:cubicBezTo>
                  <a:pt x="252" y="57"/>
                  <a:pt x="252" y="57"/>
                  <a:pt x="252" y="57"/>
                </a:cubicBezTo>
                <a:cubicBezTo>
                  <a:pt x="252" y="57"/>
                  <a:pt x="252" y="57"/>
                  <a:pt x="252" y="57"/>
                </a:cubicBezTo>
                <a:cubicBezTo>
                  <a:pt x="252" y="54"/>
                  <a:pt x="252" y="54"/>
                  <a:pt x="252" y="54"/>
                </a:cubicBezTo>
                <a:cubicBezTo>
                  <a:pt x="252" y="54"/>
                  <a:pt x="252" y="54"/>
                  <a:pt x="252" y="54"/>
                </a:cubicBezTo>
                <a:cubicBezTo>
                  <a:pt x="251" y="52"/>
                  <a:pt x="251" y="52"/>
                  <a:pt x="251" y="52"/>
                </a:cubicBezTo>
                <a:cubicBezTo>
                  <a:pt x="251" y="52"/>
                  <a:pt x="251" y="52"/>
                  <a:pt x="251" y="52"/>
                </a:cubicBezTo>
                <a:cubicBezTo>
                  <a:pt x="250" y="49"/>
                  <a:pt x="250" y="49"/>
                  <a:pt x="250" y="49"/>
                </a:cubicBezTo>
                <a:cubicBezTo>
                  <a:pt x="250" y="49"/>
                  <a:pt x="250" y="49"/>
                  <a:pt x="250" y="49"/>
                </a:cubicBezTo>
                <a:cubicBezTo>
                  <a:pt x="248" y="47"/>
                  <a:pt x="248" y="47"/>
                  <a:pt x="248" y="47"/>
                </a:cubicBezTo>
                <a:cubicBezTo>
                  <a:pt x="248" y="47"/>
                  <a:pt x="248" y="47"/>
                  <a:pt x="248" y="47"/>
                </a:cubicBezTo>
                <a:cubicBezTo>
                  <a:pt x="247" y="46"/>
                  <a:pt x="247" y="46"/>
                  <a:pt x="247" y="46"/>
                </a:cubicBezTo>
                <a:cubicBezTo>
                  <a:pt x="247" y="46"/>
                  <a:pt x="247" y="46"/>
                  <a:pt x="247" y="46"/>
                </a:cubicBezTo>
                <a:cubicBezTo>
                  <a:pt x="244" y="44"/>
                  <a:pt x="244" y="44"/>
                  <a:pt x="244" y="44"/>
                </a:cubicBezTo>
                <a:cubicBezTo>
                  <a:pt x="244" y="44"/>
                  <a:pt x="244" y="44"/>
                  <a:pt x="244" y="44"/>
                </a:cubicBezTo>
                <a:cubicBezTo>
                  <a:pt x="244" y="41"/>
                  <a:pt x="244" y="41"/>
                  <a:pt x="244" y="41"/>
                </a:cubicBezTo>
                <a:cubicBezTo>
                  <a:pt x="244" y="41"/>
                  <a:pt x="244" y="41"/>
                  <a:pt x="244" y="41"/>
                </a:cubicBezTo>
                <a:cubicBezTo>
                  <a:pt x="235" y="35"/>
                  <a:pt x="235" y="35"/>
                  <a:pt x="235" y="35"/>
                </a:cubicBezTo>
                <a:cubicBezTo>
                  <a:pt x="235" y="35"/>
                  <a:pt x="235" y="35"/>
                  <a:pt x="235" y="35"/>
                </a:cubicBezTo>
                <a:cubicBezTo>
                  <a:pt x="227" y="29"/>
                  <a:pt x="227" y="29"/>
                  <a:pt x="227" y="29"/>
                </a:cubicBezTo>
                <a:cubicBezTo>
                  <a:pt x="227" y="29"/>
                  <a:pt x="227" y="29"/>
                  <a:pt x="227" y="29"/>
                </a:cubicBezTo>
                <a:cubicBezTo>
                  <a:pt x="217" y="24"/>
                  <a:pt x="217" y="24"/>
                  <a:pt x="217" y="24"/>
                </a:cubicBezTo>
                <a:cubicBezTo>
                  <a:pt x="217" y="24"/>
                  <a:pt x="217" y="24"/>
                  <a:pt x="217" y="24"/>
                </a:cubicBezTo>
                <a:cubicBezTo>
                  <a:pt x="209" y="19"/>
                  <a:pt x="209" y="19"/>
                  <a:pt x="209" y="19"/>
                </a:cubicBezTo>
                <a:cubicBezTo>
                  <a:pt x="209" y="19"/>
                  <a:pt x="209" y="19"/>
                  <a:pt x="209" y="19"/>
                </a:cubicBezTo>
                <a:cubicBezTo>
                  <a:pt x="198" y="18"/>
                  <a:pt x="198" y="18"/>
                  <a:pt x="198" y="18"/>
                </a:cubicBezTo>
                <a:cubicBezTo>
                  <a:pt x="198" y="18"/>
                  <a:pt x="198" y="18"/>
                  <a:pt x="198" y="18"/>
                </a:cubicBezTo>
                <a:cubicBezTo>
                  <a:pt x="189" y="15"/>
                  <a:pt x="189" y="15"/>
                  <a:pt x="189" y="15"/>
                </a:cubicBezTo>
                <a:cubicBezTo>
                  <a:pt x="189" y="15"/>
                  <a:pt x="189" y="15"/>
                  <a:pt x="189" y="15"/>
                </a:cubicBezTo>
                <a:cubicBezTo>
                  <a:pt x="178" y="14"/>
                  <a:pt x="178" y="14"/>
                  <a:pt x="178" y="14"/>
                </a:cubicBezTo>
                <a:cubicBezTo>
                  <a:pt x="178" y="14"/>
                  <a:pt x="178" y="14"/>
                  <a:pt x="178" y="14"/>
                </a:cubicBezTo>
                <a:cubicBezTo>
                  <a:pt x="168" y="14"/>
                  <a:pt x="168" y="14"/>
                  <a:pt x="168" y="14"/>
                </a:cubicBezTo>
                <a:cubicBezTo>
                  <a:pt x="168" y="14"/>
                  <a:pt x="168" y="14"/>
                  <a:pt x="168" y="14"/>
                </a:cubicBezTo>
                <a:cubicBezTo>
                  <a:pt x="167" y="16"/>
                  <a:pt x="167" y="16"/>
                  <a:pt x="167" y="16"/>
                </a:cubicBezTo>
                <a:cubicBezTo>
                  <a:pt x="167" y="16"/>
                  <a:pt x="167" y="16"/>
                  <a:pt x="167" y="16"/>
                </a:cubicBezTo>
                <a:cubicBezTo>
                  <a:pt x="166" y="17"/>
                  <a:pt x="166" y="17"/>
                  <a:pt x="166" y="17"/>
                </a:cubicBezTo>
                <a:cubicBezTo>
                  <a:pt x="166" y="17"/>
                  <a:pt x="166" y="17"/>
                  <a:pt x="166" y="17"/>
                </a:cubicBezTo>
                <a:cubicBezTo>
                  <a:pt x="166" y="18"/>
                  <a:pt x="166" y="18"/>
                  <a:pt x="166" y="18"/>
                </a:cubicBezTo>
                <a:cubicBezTo>
                  <a:pt x="166" y="18"/>
                  <a:pt x="166" y="18"/>
                  <a:pt x="166" y="18"/>
                </a:cubicBezTo>
                <a:cubicBezTo>
                  <a:pt x="167" y="19"/>
                  <a:pt x="167" y="19"/>
                  <a:pt x="167" y="19"/>
                </a:cubicBezTo>
                <a:cubicBezTo>
                  <a:pt x="167" y="19"/>
                  <a:pt x="167" y="19"/>
                  <a:pt x="167" y="19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67" y="22"/>
                  <a:pt x="167" y="22"/>
                  <a:pt x="167" y="22"/>
                </a:cubicBezTo>
                <a:cubicBezTo>
                  <a:pt x="167" y="22"/>
                  <a:pt x="167" y="22"/>
                  <a:pt x="167" y="22"/>
                </a:cubicBezTo>
                <a:cubicBezTo>
                  <a:pt x="168" y="22"/>
                  <a:pt x="168" y="22"/>
                  <a:pt x="168" y="22"/>
                </a:cubicBezTo>
                <a:cubicBezTo>
                  <a:pt x="168" y="22"/>
                  <a:pt x="168" y="22"/>
                  <a:pt x="168" y="22"/>
                </a:cubicBezTo>
                <a:cubicBezTo>
                  <a:pt x="169" y="22"/>
                  <a:pt x="169" y="22"/>
                  <a:pt x="169" y="22"/>
                </a:cubicBezTo>
                <a:cubicBezTo>
                  <a:pt x="169" y="22"/>
                  <a:pt x="169" y="22"/>
                  <a:pt x="169" y="22"/>
                </a:cubicBezTo>
                <a:cubicBezTo>
                  <a:pt x="191" y="38"/>
                  <a:pt x="191" y="38"/>
                  <a:pt x="191" y="38"/>
                </a:cubicBezTo>
                <a:cubicBezTo>
                  <a:pt x="191" y="38"/>
                  <a:pt x="191" y="38"/>
                  <a:pt x="191" y="38"/>
                </a:cubicBezTo>
                <a:cubicBezTo>
                  <a:pt x="191" y="41"/>
                  <a:pt x="191" y="41"/>
                  <a:pt x="191" y="41"/>
                </a:cubicBezTo>
                <a:cubicBezTo>
                  <a:pt x="191" y="41"/>
                  <a:pt x="191" y="41"/>
                  <a:pt x="191" y="41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3" y="46"/>
                  <a:pt x="193" y="46"/>
                  <a:pt x="193" y="46"/>
                </a:cubicBezTo>
                <a:cubicBezTo>
                  <a:pt x="193" y="46"/>
                  <a:pt x="193" y="46"/>
                  <a:pt x="193" y="46"/>
                </a:cubicBezTo>
                <a:cubicBezTo>
                  <a:pt x="195" y="47"/>
                  <a:pt x="195" y="47"/>
                  <a:pt x="195" y="47"/>
                </a:cubicBezTo>
                <a:cubicBezTo>
                  <a:pt x="195" y="47"/>
                  <a:pt x="195" y="47"/>
                  <a:pt x="195" y="47"/>
                </a:cubicBezTo>
                <a:cubicBezTo>
                  <a:pt x="196" y="48"/>
                  <a:pt x="196" y="48"/>
                  <a:pt x="196" y="48"/>
                </a:cubicBezTo>
                <a:cubicBezTo>
                  <a:pt x="196" y="48"/>
                  <a:pt x="196" y="48"/>
                  <a:pt x="196" y="48"/>
                </a:cubicBezTo>
                <a:cubicBezTo>
                  <a:pt x="197" y="49"/>
                  <a:pt x="197" y="49"/>
                  <a:pt x="197" y="49"/>
                </a:cubicBezTo>
                <a:cubicBezTo>
                  <a:pt x="197" y="49"/>
                  <a:pt x="197" y="49"/>
                  <a:pt x="197" y="49"/>
                </a:cubicBezTo>
                <a:cubicBezTo>
                  <a:pt x="198" y="50"/>
                  <a:pt x="198" y="50"/>
                  <a:pt x="198" y="50"/>
                </a:cubicBezTo>
                <a:cubicBezTo>
                  <a:pt x="198" y="50"/>
                  <a:pt x="198" y="50"/>
                  <a:pt x="198" y="50"/>
                </a:cubicBezTo>
                <a:cubicBezTo>
                  <a:pt x="200" y="51"/>
                  <a:pt x="200" y="51"/>
                  <a:pt x="200" y="51"/>
                </a:cubicBezTo>
                <a:cubicBezTo>
                  <a:pt x="200" y="51"/>
                  <a:pt x="200" y="51"/>
                  <a:pt x="200" y="51"/>
                </a:cubicBezTo>
                <a:cubicBezTo>
                  <a:pt x="200" y="54"/>
                  <a:pt x="200" y="54"/>
                  <a:pt x="200" y="54"/>
                </a:cubicBezTo>
                <a:cubicBezTo>
                  <a:pt x="200" y="54"/>
                  <a:pt x="200" y="54"/>
                  <a:pt x="200" y="54"/>
                </a:cubicBezTo>
                <a:cubicBezTo>
                  <a:pt x="200" y="57"/>
                  <a:pt x="200" y="57"/>
                  <a:pt x="200" y="57"/>
                </a:cubicBezTo>
                <a:cubicBezTo>
                  <a:pt x="200" y="57"/>
                  <a:pt x="200" y="57"/>
                  <a:pt x="200" y="57"/>
                </a:cubicBezTo>
                <a:cubicBezTo>
                  <a:pt x="199" y="60"/>
                  <a:pt x="199" y="60"/>
                  <a:pt x="199" y="60"/>
                </a:cubicBezTo>
                <a:cubicBezTo>
                  <a:pt x="199" y="60"/>
                  <a:pt x="199" y="60"/>
                  <a:pt x="199" y="60"/>
                </a:cubicBezTo>
                <a:cubicBezTo>
                  <a:pt x="198" y="61"/>
                  <a:pt x="198" y="61"/>
                  <a:pt x="198" y="61"/>
                </a:cubicBezTo>
                <a:cubicBezTo>
                  <a:pt x="198" y="61"/>
                  <a:pt x="198" y="61"/>
                  <a:pt x="198" y="61"/>
                </a:cubicBezTo>
                <a:cubicBezTo>
                  <a:pt x="197" y="64"/>
                  <a:pt x="197" y="64"/>
                  <a:pt x="197" y="64"/>
                </a:cubicBezTo>
                <a:cubicBezTo>
                  <a:pt x="197" y="64"/>
                  <a:pt x="197" y="64"/>
                  <a:pt x="197" y="64"/>
                </a:cubicBezTo>
                <a:cubicBezTo>
                  <a:pt x="196" y="65"/>
                  <a:pt x="196" y="65"/>
                  <a:pt x="196" y="65"/>
                </a:cubicBezTo>
                <a:cubicBezTo>
                  <a:pt x="196" y="65"/>
                  <a:pt x="196" y="65"/>
                  <a:pt x="196" y="65"/>
                </a:cubicBezTo>
                <a:cubicBezTo>
                  <a:pt x="196" y="68"/>
                  <a:pt x="196" y="68"/>
                  <a:pt x="196" y="68"/>
                </a:cubicBezTo>
                <a:cubicBezTo>
                  <a:pt x="196" y="68"/>
                  <a:pt x="196" y="68"/>
                  <a:pt x="196" y="68"/>
                </a:cubicBezTo>
                <a:lnTo>
                  <a:pt x="196" y="69"/>
                </a:lnTo>
                <a:close/>
              </a:path>
            </a:pathLst>
          </a:custGeom>
          <a:solidFill>
            <a:srgbClr val="B6000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sp>
        <p:nvSpPr>
          <p:cNvPr id="54" name="ïṩļíḍé" hidden="1">
            <a:extLst>
              <a:ext uri="{FF2B5EF4-FFF2-40B4-BE49-F238E27FC236}">
                <a16:creationId xmlns:a16="http://schemas.microsoft.com/office/drawing/2014/main" id="{8191F2B8-7B52-46EB-9FCF-01A68DC0A369}"/>
              </a:ext>
            </a:extLst>
          </p:cNvPr>
          <p:cNvSpPr/>
          <p:nvPr userDrawn="1"/>
        </p:nvSpPr>
        <p:spPr bwMode="auto">
          <a:xfrm>
            <a:off x="7350230" y="2206064"/>
            <a:ext cx="4728471" cy="131499"/>
          </a:xfrm>
          <a:custGeom>
            <a:avLst/>
            <a:gdLst>
              <a:gd name="T0" fmla="*/ 28 w 2078"/>
              <a:gd name="T1" fmla="*/ 9 h 58"/>
              <a:gd name="T2" fmla="*/ 38 w 2078"/>
              <a:gd name="T3" fmla="*/ 57 h 58"/>
              <a:gd name="T4" fmla="*/ 111 w 2078"/>
              <a:gd name="T5" fmla="*/ 2 h 58"/>
              <a:gd name="T6" fmla="*/ 87 w 2078"/>
              <a:gd name="T7" fmla="*/ 2 h 58"/>
              <a:gd name="T8" fmla="*/ 111 w 2078"/>
              <a:gd name="T9" fmla="*/ 2 h 58"/>
              <a:gd name="T10" fmla="*/ 176 w 2078"/>
              <a:gd name="T11" fmla="*/ 2 h 58"/>
              <a:gd name="T12" fmla="*/ 169 w 2078"/>
              <a:gd name="T13" fmla="*/ 12 h 58"/>
              <a:gd name="T14" fmla="*/ 253 w 2078"/>
              <a:gd name="T15" fmla="*/ 45 h 58"/>
              <a:gd name="T16" fmla="*/ 226 w 2078"/>
              <a:gd name="T17" fmla="*/ 11 h 58"/>
              <a:gd name="T18" fmla="*/ 324 w 2078"/>
              <a:gd name="T19" fmla="*/ 48 h 58"/>
              <a:gd name="T20" fmla="*/ 311 w 2078"/>
              <a:gd name="T21" fmla="*/ 0 h 58"/>
              <a:gd name="T22" fmla="*/ 314 w 2078"/>
              <a:gd name="T23" fmla="*/ 27 h 58"/>
              <a:gd name="T24" fmla="*/ 395 w 2078"/>
              <a:gd name="T25" fmla="*/ 48 h 58"/>
              <a:gd name="T26" fmla="*/ 396 w 2078"/>
              <a:gd name="T27" fmla="*/ 2 h 58"/>
              <a:gd name="T28" fmla="*/ 443 w 2078"/>
              <a:gd name="T29" fmla="*/ 30 h 58"/>
              <a:gd name="T30" fmla="*/ 470 w 2078"/>
              <a:gd name="T31" fmla="*/ 9 h 58"/>
              <a:gd name="T32" fmla="*/ 535 w 2078"/>
              <a:gd name="T33" fmla="*/ 2 h 58"/>
              <a:gd name="T34" fmla="*/ 550 w 2078"/>
              <a:gd name="T35" fmla="*/ 57 h 58"/>
              <a:gd name="T36" fmla="*/ 600 w 2078"/>
              <a:gd name="T37" fmla="*/ 30 h 58"/>
              <a:gd name="T38" fmla="*/ 614 w 2078"/>
              <a:gd name="T39" fmla="*/ 58 h 58"/>
              <a:gd name="T40" fmla="*/ 627 w 2078"/>
              <a:gd name="T41" fmla="*/ 37 h 58"/>
              <a:gd name="T42" fmla="*/ 692 w 2078"/>
              <a:gd name="T43" fmla="*/ 32 h 58"/>
              <a:gd name="T44" fmla="*/ 728 w 2078"/>
              <a:gd name="T45" fmla="*/ 2 h 58"/>
              <a:gd name="T46" fmla="*/ 790 w 2078"/>
              <a:gd name="T47" fmla="*/ 45 h 58"/>
              <a:gd name="T48" fmla="*/ 763 w 2078"/>
              <a:gd name="T49" fmla="*/ 11 h 58"/>
              <a:gd name="T50" fmla="*/ 836 w 2078"/>
              <a:gd name="T51" fmla="*/ 57 h 58"/>
              <a:gd name="T52" fmla="*/ 882 w 2078"/>
              <a:gd name="T53" fmla="*/ 45 h 58"/>
              <a:gd name="T54" fmla="*/ 964 w 2078"/>
              <a:gd name="T55" fmla="*/ 57 h 58"/>
              <a:gd name="T56" fmla="*/ 939 w 2078"/>
              <a:gd name="T57" fmla="*/ 24 h 58"/>
              <a:gd name="T58" fmla="*/ 998 w 2078"/>
              <a:gd name="T59" fmla="*/ 11 h 58"/>
              <a:gd name="T60" fmla="*/ 998 w 2078"/>
              <a:gd name="T61" fmla="*/ 35 h 58"/>
              <a:gd name="T62" fmla="*/ 1027 w 2078"/>
              <a:gd name="T63" fmla="*/ 42 h 58"/>
              <a:gd name="T64" fmla="*/ 987 w 2078"/>
              <a:gd name="T65" fmla="*/ 57 h 58"/>
              <a:gd name="T66" fmla="*/ 1068 w 2078"/>
              <a:gd name="T67" fmla="*/ 34 h 58"/>
              <a:gd name="T68" fmla="*/ 1070 w 2078"/>
              <a:gd name="T69" fmla="*/ 58 h 58"/>
              <a:gd name="T70" fmla="*/ 1080 w 2078"/>
              <a:gd name="T71" fmla="*/ 18 h 58"/>
              <a:gd name="T72" fmla="*/ 1127 w 2078"/>
              <a:gd name="T73" fmla="*/ 2 h 58"/>
              <a:gd name="T74" fmla="*/ 1190 w 2078"/>
              <a:gd name="T75" fmla="*/ 11 h 58"/>
              <a:gd name="T76" fmla="*/ 1236 w 2078"/>
              <a:gd name="T77" fmla="*/ 39 h 58"/>
              <a:gd name="T78" fmla="*/ 1224 w 2078"/>
              <a:gd name="T79" fmla="*/ 39 h 58"/>
              <a:gd name="T80" fmla="*/ 1315 w 2078"/>
              <a:gd name="T81" fmla="*/ 58 h 58"/>
              <a:gd name="T82" fmla="*/ 1375 w 2078"/>
              <a:gd name="T83" fmla="*/ 57 h 58"/>
              <a:gd name="T84" fmla="*/ 1399 w 2078"/>
              <a:gd name="T85" fmla="*/ 11 h 58"/>
              <a:gd name="T86" fmla="*/ 1448 w 2078"/>
              <a:gd name="T87" fmla="*/ 11 h 58"/>
              <a:gd name="T88" fmla="*/ 1431 w 2078"/>
              <a:gd name="T89" fmla="*/ 2 h 58"/>
              <a:gd name="T90" fmla="*/ 1507 w 2078"/>
              <a:gd name="T91" fmla="*/ 33 h 58"/>
              <a:gd name="T92" fmla="*/ 1531 w 2078"/>
              <a:gd name="T93" fmla="*/ 2 h 58"/>
              <a:gd name="T94" fmla="*/ 1576 w 2078"/>
              <a:gd name="T95" fmla="*/ 58 h 58"/>
              <a:gd name="T96" fmla="*/ 1586 w 2078"/>
              <a:gd name="T97" fmla="*/ 20 h 58"/>
              <a:gd name="T98" fmla="*/ 1664 w 2078"/>
              <a:gd name="T99" fmla="*/ 57 h 58"/>
              <a:gd name="T100" fmla="*/ 1620 w 2078"/>
              <a:gd name="T101" fmla="*/ 2 h 58"/>
              <a:gd name="T102" fmla="*/ 1726 w 2078"/>
              <a:gd name="T103" fmla="*/ 45 h 58"/>
              <a:gd name="T104" fmla="*/ 1698 w 2078"/>
              <a:gd name="T105" fmla="*/ 11 h 58"/>
              <a:gd name="T106" fmla="*/ 1784 w 2078"/>
              <a:gd name="T107" fmla="*/ 0 h 58"/>
              <a:gd name="T108" fmla="*/ 1771 w 2078"/>
              <a:gd name="T109" fmla="*/ 30 h 58"/>
              <a:gd name="T110" fmla="*/ 1833 w 2078"/>
              <a:gd name="T111" fmla="*/ 2 h 58"/>
              <a:gd name="T112" fmla="*/ 1886 w 2078"/>
              <a:gd name="T113" fmla="*/ 30 h 58"/>
              <a:gd name="T114" fmla="*/ 1913 w 2078"/>
              <a:gd name="T115" fmla="*/ 9 h 58"/>
              <a:gd name="T116" fmla="*/ 1986 w 2078"/>
              <a:gd name="T117" fmla="*/ 9 h 58"/>
              <a:gd name="T118" fmla="*/ 1997 w 2078"/>
              <a:gd name="T119" fmla="*/ 57 h 58"/>
              <a:gd name="T120" fmla="*/ 2048 w 2078"/>
              <a:gd name="T121" fmla="*/ 57 h 58"/>
              <a:gd name="T122" fmla="*/ 2043 w 2078"/>
              <a:gd name="T123" fmla="*/ 2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78" h="58">
                <a:moveTo>
                  <a:pt x="38" y="37"/>
                </a:moveTo>
                <a:cubicBezTo>
                  <a:pt x="38" y="48"/>
                  <a:pt x="38" y="48"/>
                  <a:pt x="38" y="48"/>
                </a:cubicBezTo>
                <a:cubicBezTo>
                  <a:pt x="38" y="49"/>
                  <a:pt x="38" y="49"/>
                  <a:pt x="38" y="48"/>
                </a:cubicBezTo>
                <a:cubicBezTo>
                  <a:pt x="34" y="49"/>
                  <a:pt x="30" y="50"/>
                  <a:pt x="28" y="50"/>
                </a:cubicBezTo>
                <a:cubicBezTo>
                  <a:pt x="18" y="49"/>
                  <a:pt x="12" y="43"/>
                  <a:pt x="12" y="30"/>
                </a:cubicBezTo>
                <a:cubicBezTo>
                  <a:pt x="12" y="16"/>
                  <a:pt x="18" y="9"/>
                  <a:pt x="28" y="9"/>
                </a:cubicBezTo>
                <a:cubicBezTo>
                  <a:pt x="35" y="9"/>
                  <a:pt x="38" y="12"/>
                  <a:pt x="38" y="18"/>
                </a:cubicBezTo>
                <a:cubicBezTo>
                  <a:pt x="51" y="18"/>
                  <a:pt x="51" y="18"/>
                  <a:pt x="51" y="18"/>
                </a:cubicBezTo>
                <a:cubicBezTo>
                  <a:pt x="51" y="6"/>
                  <a:pt x="43" y="0"/>
                  <a:pt x="25" y="0"/>
                </a:cubicBezTo>
                <a:cubicBezTo>
                  <a:pt x="9" y="2"/>
                  <a:pt x="0" y="11"/>
                  <a:pt x="0" y="30"/>
                </a:cubicBezTo>
                <a:cubicBezTo>
                  <a:pt x="0" y="47"/>
                  <a:pt x="9" y="57"/>
                  <a:pt x="25" y="58"/>
                </a:cubicBezTo>
                <a:cubicBezTo>
                  <a:pt x="31" y="58"/>
                  <a:pt x="35" y="58"/>
                  <a:pt x="38" y="57"/>
                </a:cubicBezTo>
                <a:cubicBezTo>
                  <a:pt x="42" y="57"/>
                  <a:pt x="46" y="57"/>
                  <a:pt x="50" y="55"/>
                </a:cubicBezTo>
                <a:cubicBezTo>
                  <a:pt x="50" y="27"/>
                  <a:pt x="50" y="27"/>
                  <a:pt x="50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37"/>
                  <a:pt x="28" y="37"/>
                  <a:pt x="28" y="37"/>
                </a:cubicBezTo>
                <a:cubicBezTo>
                  <a:pt x="38" y="37"/>
                  <a:pt x="38" y="37"/>
                  <a:pt x="38" y="37"/>
                </a:cubicBezTo>
                <a:close/>
                <a:moveTo>
                  <a:pt x="111" y="2"/>
                </a:moveTo>
                <a:cubicBezTo>
                  <a:pt x="111" y="32"/>
                  <a:pt x="111" y="32"/>
                  <a:pt x="111" y="32"/>
                </a:cubicBezTo>
                <a:cubicBezTo>
                  <a:pt x="111" y="39"/>
                  <a:pt x="110" y="43"/>
                  <a:pt x="108" y="45"/>
                </a:cubicBezTo>
                <a:cubicBezTo>
                  <a:pt x="107" y="48"/>
                  <a:pt x="103" y="50"/>
                  <a:pt x="99" y="50"/>
                </a:cubicBezTo>
                <a:cubicBezTo>
                  <a:pt x="94" y="50"/>
                  <a:pt x="91" y="48"/>
                  <a:pt x="89" y="45"/>
                </a:cubicBezTo>
                <a:cubicBezTo>
                  <a:pt x="87" y="43"/>
                  <a:pt x="87" y="39"/>
                  <a:pt x="87" y="32"/>
                </a:cubicBezTo>
                <a:cubicBezTo>
                  <a:pt x="87" y="2"/>
                  <a:pt x="87" y="2"/>
                  <a:pt x="87" y="2"/>
                </a:cubicBezTo>
                <a:cubicBezTo>
                  <a:pt x="75" y="2"/>
                  <a:pt x="75" y="2"/>
                  <a:pt x="75" y="2"/>
                </a:cubicBezTo>
                <a:cubicBezTo>
                  <a:pt x="75" y="36"/>
                  <a:pt x="75" y="36"/>
                  <a:pt x="75" y="36"/>
                </a:cubicBezTo>
                <a:cubicBezTo>
                  <a:pt x="75" y="50"/>
                  <a:pt x="83" y="57"/>
                  <a:pt x="99" y="58"/>
                </a:cubicBezTo>
                <a:cubicBezTo>
                  <a:pt x="114" y="57"/>
                  <a:pt x="122" y="50"/>
                  <a:pt x="123" y="36"/>
                </a:cubicBezTo>
                <a:cubicBezTo>
                  <a:pt x="123" y="2"/>
                  <a:pt x="123" y="2"/>
                  <a:pt x="123" y="2"/>
                </a:cubicBezTo>
                <a:cubicBezTo>
                  <a:pt x="111" y="2"/>
                  <a:pt x="111" y="2"/>
                  <a:pt x="111" y="2"/>
                </a:cubicBezTo>
                <a:close/>
                <a:moveTo>
                  <a:pt x="154" y="57"/>
                </a:moveTo>
                <a:cubicBezTo>
                  <a:pt x="158" y="45"/>
                  <a:pt x="158" y="45"/>
                  <a:pt x="158" y="45"/>
                </a:cubicBezTo>
                <a:cubicBezTo>
                  <a:pt x="180" y="45"/>
                  <a:pt x="180" y="45"/>
                  <a:pt x="180" y="45"/>
                </a:cubicBezTo>
                <a:cubicBezTo>
                  <a:pt x="184" y="57"/>
                  <a:pt x="184" y="57"/>
                  <a:pt x="184" y="57"/>
                </a:cubicBezTo>
                <a:cubicBezTo>
                  <a:pt x="196" y="57"/>
                  <a:pt x="196" y="57"/>
                  <a:pt x="196" y="57"/>
                </a:cubicBezTo>
                <a:cubicBezTo>
                  <a:pt x="176" y="2"/>
                  <a:pt x="176" y="2"/>
                  <a:pt x="176" y="2"/>
                </a:cubicBezTo>
                <a:cubicBezTo>
                  <a:pt x="163" y="2"/>
                  <a:pt x="163" y="2"/>
                  <a:pt x="163" y="2"/>
                </a:cubicBezTo>
                <a:cubicBezTo>
                  <a:pt x="143" y="57"/>
                  <a:pt x="143" y="57"/>
                  <a:pt x="143" y="57"/>
                </a:cubicBezTo>
                <a:cubicBezTo>
                  <a:pt x="154" y="57"/>
                  <a:pt x="154" y="57"/>
                  <a:pt x="154" y="57"/>
                </a:cubicBezTo>
                <a:close/>
                <a:moveTo>
                  <a:pt x="161" y="36"/>
                </a:moveTo>
                <a:cubicBezTo>
                  <a:pt x="169" y="12"/>
                  <a:pt x="169" y="12"/>
                  <a:pt x="169" y="12"/>
                </a:cubicBezTo>
                <a:cubicBezTo>
                  <a:pt x="169" y="12"/>
                  <a:pt x="169" y="12"/>
                  <a:pt x="169" y="12"/>
                </a:cubicBezTo>
                <a:cubicBezTo>
                  <a:pt x="177" y="36"/>
                  <a:pt x="177" y="36"/>
                  <a:pt x="177" y="36"/>
                </a:cubicBezTo>
                <a:cubicBezTo>
                  <a:pt x="161" y="36"/>
                  <a:pt x="161" y="36"/>
                  <a:pt x="161" y="36"/>
                </a:cubicBezTo>
                <a:close/>
                <a:moveTo>
                  <a:pt x="264" y="57"/>
                </a:moveTo>
                <a:cubicBezTo>
                  <a:pt x="264" y="2"/>
                  <a:pt x="264" y="2"/>
                  <a:pt x="264" y="2"/>
                </a:cubicBezTo>
                <a:cubicBezTo>
                  <a:pt x="253" y="2"/>
                  <a:pt x="253" y="2"/>
                  <a:pt x="253" y="2"/>
                </a:cubicBezTo>
                <a:cubicBezTo>
                  <a:pt x="253" y="45"/>
                  <a:pt x="253" y="45"/>
                  <a:pt x="253" y="45"/>
                </a:cubicBezTo>
                <a:cubicBezTo>
                  <a:pt x="253" y="45"/>
                  <a:pt x="253" y="45"/>
                  <a:pt x="253" y="45"/>
                </a:cubicBezTo>
                <a:cubicBezTo>
                  <a:pt x="232" y="2"/>
                  <a:pt x="232" y="2"/>
                  <a:pt x="232" y="2"/>
                </a:cubicBezTo>
                <a:cubicBezTo>
                  <a:pt x="215" y="2"/>
                  <a:pt x="215" y="2"/>
                  <a:pt x="215" y="2"/>
                </a:cubicBezTo>
                <a:cubicBezTo>
                  <a:pt x="215" y="57"/>
                  <a:pt x="215" y="57"/>
                  <a:pt x="215" y="57"/>
                </a:cubicBezTo>
                <a:cubicBezTo>
                  <a:pt x="226" y="57"/>
                  <a:pt x="226" y="57"/>
                  <a:pt x="226" y="57"/>
                </a:cubicBezTo>
                <a:cubicBezTo>
                  <a:pt x="226" y="11"/>
                  <a:pt x="226" y="11"/>
                  <a:pt x="226" y="11"/>
                </a:cubicBezTo>
                <a:cubicBezTo>
                  <a:pt x="226" y="11"/>
                  <a:pt x="226" y="11"/>
                  <a:pt x="226" y="11"/>
                </a:cubicBezTo>
                <a:cubicBezTo>
                  <a:pt x="248" y="57"/>
                  <a:pt x="248" y="57"/>
                  <a:pt x="248" y="57"/>
                </a:cubicBezTo>
                <a:cubicBezTo>
                  <a:pt x="264" y="57"/>
                  <a:pt x="264" y="57"/>
                  <a:pt x="264" y="57"/>
                </a:cubicBezTo>
                <a:close/>
                <a:moveTo>
                  <a:pt x="324" y="37"/>
                </a:moveTo>
                <a:cubicBezTo>
                  <a:pt x="324" y="48"/>
                  <a:pt x="324" y="48"/>
                  <a:pt x="324" y="48"/>
                </a:cubicBezTo>
                <a:cubicBezTo>
                  <a:pt x="324" y="49"/>
                  <a:pt x="323" y="49"/>
                  <a:pt x="324" y="48"/>
                </a:cubicBezTo>
                <a:cubicBezTo>
                  <a:pt x="320" y="49"/>
                  <a:pt x="316" y="50"/>
                  <a:pt x="313" y="50"/>
                </a:cubicBezTo>
                <a:cubicBezTo>
                  <a:pt x="303" y="49"/>
                  <a:pt x="298" y="43"/>
                  <a:pt x="298" y="30"/>
                </a:cubicBezTo>
                <a:cubicBezTo>
                  <a:pt x="298" y="16"/>
                  <a:pt x="303" y="9"/>
                  <a:pt x="313" y="9"/>
                </a:cubicBezTo>
                <a:cubicBezTo>
                  <a:pt x="321" y="9"/>
                  <a:pt x="324" y="12"/>
                  <a:pt x="324" y="18"/>
                </a:cubicBezTo>
                <a:cubicBezTo>
                  <a:pt x="337" y="18"/>
                  <a:pt x="337" y="18"/>
                  <a:pt x="337" y="18"/>
                </a:cubicBezTo>
                <a:cubicBezTo>
                  <a:pt x="337" y="6"/>
                  <a:pt x="328" y="0"/>
                  <a:pt x="311" y="0"/>
                </a:cubicBezTo>
                <a:cubicBezTo>
                  <a:pt x="294" y="2"/>
                  <a:pt x="286" y="11"/>
                  <a:pt x="286" y="30"/>
                </a:cubicBezTo>
                <a:cubicBezTo>
                  <a:pt x="286" y="47"/>
                  <a:pt x="294" y="57"/>
                  <a:pt x="311" y="58"/>
                </a:cubicBezTo>
                <a:cubicBezTo>
                  <a:pt x="316" y="58"/>
                  <a:pt x="320" y="58"/>
                  <a:pt x="324" y="57"/>
                </a:cubicBezTo>
                <a:cubicBezTo>
                  <a:pt x="328" y="57"/>
                  <a:pt x="332" y="57"/>
                  <a:pt x="336" y="55"/>
                </a:cubicBezTo>
                <a:cubicBezTo>
                  <a:pt x="336" y="27"/>
                  <a:pt x="336" y="27"/>
                  <a:pt x="336" y="27"/>
                </a:cubicBezTo>
                <a:cubicBezTo>
                  <a:pt x="314" y="27"/>
                  <a:pt x="314" y="27"/>
                  <a:pt x="314" y="27"/>
                </a:cubicBezTo>
                <a:cubicBezTo>
                  <a:pt x="314" y="37"/>
                  <a:pt x="314" y="37"/>
                  <a:pt x="314" y="37"/>
                </a:cubicBezTo>
                <a:cubicBezTo>
                  <a:pt x="324" y="37"/>
                  <a:pt x="324" y="37"/>
                  <a:pt x="324" y="37"/>
                </a:cubicBezTo>
                <a:close/>
                <a:moveTo>
                  <a:pt x="388" y="11"/>
                </a:moveTo>
                <a:cubicBezTo>
                  <a:pt x="395" y="11"/>
                  <a:pt x="395" y="11"/>
                  <a:pt x="395" y="11"/>
                </a:cubicBezTo>
                <a:cubicBezTo>
                  <a:pt x="405" y="11"/>
                  <a:pt x="411" y="17"/>
                  <a:pt x="411" y="30"/>
                </a:cubicBezTo>
                <a:cubicBezTo>
                  <a:pt x="411" y="42"/>
                  <a:pt x="405" y="48"/>
                  <a:pt x="395" y="48"/>
                </a:cubicBezTo>
                <a:cubicBezTo>
                  <a:pt x="388" y="48"/>
                  <a:pt x="388" y="48"/>
                  <a:pt x="388" y="48"/>
                </a:cubicBezTo>
                <a:cubicBezTo>
                  <a:pt x="388" y="11"/>
                  <a:pt x="388" y="11"/>
                  <a:pt x="388" y="11"/>
                </a:cubicBezTo>
                <a:close/>
                <a:moveTo>
                  <a:pt x="377" y="57"/>
                </a:moveTo>
                <a:cubicBezTo>
                  <a:pt x="396" y="57"/>
                  <a:pt x="396" y="57"/>
                  <a:pt x="396" y="57"/>
                </a:cubicBezTo>
                <a:cubicBezTo>
                  <a:pt x="414" y="57"/>
                  <a:pt x="423" y="48"/>
                  <a:pt x="423" y="30"/>
                </a:cubicBezTo>
                <a:cubicBezTo>
                  <a:pt x="423" y="11"/>
                  <a:pt x="414" y="2"/>
                  <a:pt x="396" y="2"/>
                </a:cubicBezTo>
                <a:cubicBezTo>
                  <a:pt x="377" y="2"/>
                  <a:pt x="377" y="2"/>
                  <a:pt x="377" y="2"/>
                </a:cubicBezTo>
                <a:cubicBezTo>
                  <a:pt x="377" y="57"/>
                  <a:pt x="377" y="57"/>
                  <a:pt x="377" y="57"/>
                </a:cubicBezTo>
                <a:close/>
                <a:moveTo>
                  <a:pt x="470" y="58"/>
                </a:moveTo>
                <a:cubicBezTo>
                  <a:pt x="486" y="57"/>
                  <a:pt x="495" y="48"/>
                  <a:pt x="495" y="30"/>
                </a:cubicBezTo>
                <a:cubicBezTo>
                  <a:pt x="495" y="11"/>
                  <a:pt x="486" y="1"/>
                  <a:pt x="470" y="0"/>
                </a:cubicBezTo>
                <a:cubicBezTo>
                  <a:pt x="453" y="1"/>
                  <a:pt x="444" y="11"/>
                  <a:pt x="443" y="30"/>
                </a:cubicBezTo>
                <a:cubicBezTo>
                  <a:pt x="444" y="48"/>
                  <a:pt x="452" y="57"/>
                  <a:pt x="470" y="58"/>
                </a:cubicBezTo>
                <a:close/>
                <a:moveTo>
                  <a:pt x="470" y="9"/>
                </a:moveTo>
                <a:cubicBezTo>
                  <a:pt x="479" y="9"/>
                  <a:pt x="483" y="16"/>
                  <a:pt x="483" y="30"/>
                </a:cubicBezTo>
                <a:cubicBezTo>
                  <a:pt x="483" y="43"/>
                  <a:pt x="479" y="50"/>
                  <a:pt x="470" y="50"/>
                </a:cubicBezTo>
                <a:cubicBezTo>
                  <a:pt x="460" y="50"/>
                  <a:pt x="456" y="43"/>
                  <a:pt x="456" y="30"/>
                </a:cubicBezTo>
                <a:cubicBezTo>
                  <a:pt x="456" y="16"/>
                  <a:pt x="460" y="9"/>
                  <a:pt x="470" y="9"/>
                </a:cubicBezTo>
                <a:close/>
                <a:moveTo>
                  <a:pt x="567" y="57"/>
                </a:moveTo>
                <a:cubicBezTo>
                  <a:pt x="567" y="2"/>
                  <a:pt x="567" y="2"/>
                  <a:pt x="567" y="2"/>
                </a:cubicBezTo>
                <a:cubicBezTo>
                  <a:pt x="556" y="2"/>
                  <a:pt x="556" y="2"/>
                  <a:pt x="556" y="2"/>
                </a:cubicBezTo>
                <a:cubicBezTo>
                  <a:pt x="556" y="45"/>
                  <a:pt x="556" y="45"/>
                  <a:pt x="556" y="45"/>
                </a:cubicBezTo>
                <a:cubicBezTo>
                  <a:pt x="556" y="45"/>
                  <a:pt x="556" y="45"/>
                  <a:pt x="556" y="45"/>
                </a:cubicBezTo>
                <a:cubicBezTo>
                  <a:pt x="535" y="2"/>
                  <a:pt x="535" y="2"/>
                  <a:pt x="535" y="2"/>
                </a:cubicBezTo>
                <a:cubicBezTo>
                  <a:pt x="518" y="2"/>
                  <a:pt x="518" y="2"/>
                  <a:pt x="518" y="2"/>
                </a:cubicBezTo>
                <a:cubicBezTo>
                  <a:pt x="518" y="57"/>
                  <a:pt x="518" y="57"/>
                  <a:pt x="518" y="57"/>
                </a:cubicBezTo>
                <a:cubicBezTo>
                  <a:pt x="528" y="57"/>
                  <a:pt x="528" y="57"/>
                  <a:pt x="528" y="57"/>
                </a:cubicBezTo>
                <a:cubicBezTo>
                  <a:pt x="528" y="11"/>
                  <a:pt x="528" y="11"/>
                  <a:pt x="528" y="11"/>
                </a:cubicBezTo>
                <a:cubicBezTo>
                  <a:pt x="529" y="11"/>
                  <a:pt x="529" y="11"/>
                  <a:pt x="529" y="11"/>
                </a:cubicBezTo>
                <a:cubicBezTo>
                  <a:pt x="550" y="57"/>
                  <a:pt x="550" y="57"/>
                  <a:pt x="550" y="57"/>
                </a:cubicBezTo>
                <a:cubicBezTo>
                  <a:pt x="567" y="57"/>
                  <a:pt x="567" y="57"/>
                  <a:pt x="567" y="57"/>
                </a:cubicBezTo>
                <a:close/>
                <a:moveTo>
                  <a:pt x="627" y="37"/>
                </a:moveTo>
                <a:cubicBezTo>
                  <a:pt x="627" y="48"/>
                  <a:pt x="627" y="48"/>
                  <a:pt x="627" y="48"/>
                </a:cubicBezTo>
                <a:cubicBezTo>
                  <a:pt x="626" y="49"/>
                  <a:pt x="626" y="49"/>
                  <a:pt x="626" y="48"/>
                </a:cubicBezTo>
                <a:cubicBezTo>
                  <a:pt x="622" y="49"/>
                  <a:pt x="619" y="50"/>
                  <a:pt x="616" y="50"/>
                </a:cubicBezTo>
                <a:cubicBezTo>
                  <a:pt x="606" y="49"/>
                  <a:pt x="601" y="43"/>
                  <a:pt x="600" y="30"/>
                </a:cubicBezTo>
                <a:cubicBezTo>
                  <a:pt x="601" y="16"/>
                  <a:pt x="606" y="9"/>
                  <a:pt x="616" y="9"/>
                </a:cubicBezTo>
                <a:cubicBezTo>
                  <a:pt x="623" y="9"/>
                  <a:pt x="627" y="12"/>
                  <a:pt x="627" y="18"/>
                </a:cubicBezTo>
                <a:cubicBezTo>
                  <a:pt x="639" y="18"/>
                  <a:pt x="639" y="18"/>
                  <a:pt x="639" y="18"/>
                </a:cubicBezTo>
                <a:cubicBezTo>
                  <a:pt x="639" y="6"/>
                  <a:pt x="631" y="0"/>
                  <a:pt x="614" y="0"/>
                </a:cubicBezTo>
                <a:cubicBezTo>
                  <a:pt x="597" y="2"/>
                  <a:pt x="588" y="11"/>
                  <a:pt x="588" y="30"/>
                </a:cubicBezTo>
                <a:cubicBezTo>
                  <a:pt x="588" y="47"/>
                  <a:pt x="597" y="57"/>
                  <a:pt x="614" y="58"/>
                </a:cubicBezTo>
                <a:cubicBezTo>
                  <a:pt x="619" y="58"/>
                  <a:pt x="623" y="58"/>
                  <a:pt x="626" y="57"/>
                </a:cubicBezTo>
                <a:cubicBezTo>
                  <a:pt x="630" y="57"/>
                  <a:pt x="634" y="57"/>
                  <a:pt x="638" y="55"/>
                </a:cubicBezTo>
                <a:cubicBezTo>
                  <a:pt x="638" y="27"/>
                  <a:pt x="638" y="27"/>
                  <a:pt x="638" y="27"/>
                </a:cubicBezTo>
                <a:cubicBezTo>
                  <a:pt x="616" y="27"/>
                  <a:pt x="616" y="27"/>
                  <a:pt x="616" y="27"/>
                </a:cubicBezTo>
                <a:cubicBezTo>
                  <a:pt x="616" y="37"/>
                  <a:pt x="616" y="37"/>
                  <a:pt x="616" y="37"/>
                </a:cubicBezTo>
                <a:cubicBezTo>
                  <a:pt x="627" y="37"/>
                  <a:pt x="627" y="37"/>
                  <a:pt x="627" y="37"/>
                </a:cubicBezTo>
                <a:close/>
                <a:moveTo>
                  <a:pt x="716" y="2"/>
                </a:moveTo>
                <a:cubicBezTo>
                  <a:pt x="716" y="32"/>
                  <a:pt x="716" y="32"/>
                  <a:pt x="716" y="32"/>
                </a:cubicBezTo>
                <a:cubicBezTo>
                  <a:pt x="716" y="39"/>
                  <a:pt x="715" y="43"/>
                  <a:pt x="713" y="45"/>
                </a:cubicBezTo>
                <a:cubicBezTo>
                  <a:pt x="712" y="48"/>
                  <a:pt x="708" y="50"/>
                  <a:pt x="704" y="50"/>
                </a:cubicBezTo>
                <a:cubicBezTo>
                  <a:pt x="699" y="50"/>
                  <a:pt x="696" y="48"/>
                  <a:pt x="694" y="45"/>
                </a:cubicBezTo>
                <a:cubicBezTo>
                  <a:pt x="692" y="43"/>
                  <a:pt x="692" y="39"/>
                  <a:pt x="692" y="32"/>
                </a:cubicBezTo>
                <a:cubicBezTo>
                  <a:pt x="692" y="2"/>
                  <a:pt x="692" y="2"/>
                  <a:pt x="692" y="2"/>
                </a:cubicBezTo>
                <a:cubicBezTo>
                  <a:pt x="680" y="2"/>
                  <a:pt x="680" y="2"/>
                  <a:pt x="680" y="2"/>
                </a:cubicBezTo>
                <a:cubicBezTo>
                  <a:pt x="680" y="36"/>
                  <a:pt x="680" y="36"/>
                  <a:pt x="680" y="36"/>
                </a:cubicBezTo>
                <a:cubicBezTo>
                  <a:pt x="680" y="50"/>
                  <a:pt x="688" y="57"/>
                  <a:pt x="704" y="58"/>
                </a:cubicBezTo>
                <a:cubicBezTo>
                  <a:pt x="719" y="57"/>
                  <a:pt x="727" y="50"/>
                  <a:pt x="728" y="36"/>
                </a:cubicBezTo>
                <a:cubicBezTo>
                  <a:pt x="728" y="2"/>
                  <a:pt x="728" y="2"/>
                  <a:pt x="728" y="2"/>
                </a:cubicBezTo>
                <a:cubicBezTo>
                  <a:pt x="716" y="2"/>
                  <a:pt x="716" y="2"/>
                  <a:pt x="716" y="2"/>
                </a:cubicBezTo>
                <a:close/>
                <a:moveTo>
                  <a:pt x="801" y="57"/>
                </a:moveTo>
                <a:cubicBezTo>
                  <a:pt x="801" y="2"/>
                  <a:pt x="801" y="2"/>
                  <a:pt x="801" y="2"/>
                </a:cubicBezTo>
                <a:cubicBezTo>
                  <a:pt x="790" y="2"/>
                  <a:pt x="790" y="2"/>
                  <a:pt x="790" y="2"/>
                </a:cubicBezTo>
                <a:cubicBezTo>
                  <a:pt x="790" y="45"/>
                  <a:pt x="790" y="45"/>
                  <a:pt x="790" y="45"/>
                </a:cubicBezTo>
                <a:cubicBezTo>
                  <a:pt x="790" y="45"/>
                  <a:pt x="790" y="45"/>
                  <a:pt x="790" y="45"/>
                </a:cubicBezTo>
                <a:cubicBezTo>
                  <a:pt x="769" y="2"/>
                  <a:pt x="769" y="2"/>
                  <a:pt x="769" y="2"/>
                </a:cubicBezTo>
                <a:cubicBezTo>
                  <a:pt x="752" y="2"/>
                  <a:pt x="752" y="2"/>
                  <a:pt x="752" y="2"/>
                </a:cubicBezTo>
                <a:cubicBezTo>
                  <a:pt x="752" y="57"/>
                  <a:pt x="752" y="57"/>
                  <a:pt x="752" y="57"/>
                </a:cubicBezTo>
                <a:cubicBezTo>
                  <a:pt x="763" y="57"/>
                  <a:pt x="763" y="57"/>
                  <a:pt x="763" y="57"/>
                </a:cubicBezTo>
                <a:cubicBezTo>
                  <a:pt x="763" y="11"/>
                  <a:pt x="763" y="11"/>
                  <a:pt x="763" y="11"/>
                </a:cubicBezTo>
                <a:cubicBezTo>
                  <a:pt x="763" y="11"/>
                  <a:pt x="763" y="11"/>
                  <a:pt x="763" y="11"/>
                </a:cubicBezTo>
                <a:cubicBezTo>
                  <a:pt x="784" y="57"/>
                  <a:pt x="784" y="57"/>
                  <a:pt x="784" y="57"/>
                </a:cubicBezTo>
                <a:cubicBezTo>
                  <a:pt x="801" y="57"/>
                  <a:pt x="801" y="57"/>
                  <a:pt x="801" y="57"/>
                </a:cubicBezTo>
                <a:close/>
                <a:moveTo>
                  <a:pt x="836" y="2"/>
                </a:moveTo>
                <a:cubicBezTo>
                  <a:pt x="824" y="2"/>
                  <a:pt x="824" y="2"/>
                  <a:pt x="824" y="2"/>
                </a:cubicBezTo>
                <a:cubicBezTo>
                  <a:pt x="824" y="57"/>
                  <a:pt x="824" y="57"/>
                  <a:pt x="824" y="57"/>
                </a:cubicBezTo>
                <a:cubicBezTo>
                  <a:pt x="836" y="57"/>
                  <a:pt x="836" y="57"/>
                  <a:pt x="836" y="57"/>
                </a:cubicBezTo>
                <a:cubicBezTo>
                  <a:pt x="836" y="2"/>
                  <a:pt x="836" y="2"/>
                  <a:pt x="836" y="2"/>
                </a:cubicBezTo>
                <a:close/>
                <a:moveTo>
                  <a:pt x="875" y="57"/>
                </a:moveTo>
                <a:cubicBezTo>
                  <a:pt x="888" y="57"/>
                  <a:pt x="888" y="57"/>
                  <a:pt x="888" y="57"/>
                </a:cubicBezTo>
                <a:cubicBezTo>
                  <a:pt x="908" y="2"/>
                  <a:pt x="908" y="2"/>
                  <a:pt x="908" y="2"/>
                </a:cubicBezTo>
                <a:cubicBezTo>
                  <a:pt x="896" y="2"/>
                  <a:pt x="896" y="2"/>
                  <a:pt x="896" y="2"/>
                </a:cubicBezTo>
                <a:cubicBezTo>
                  <a:pt x="882" y="45"/>
                  <a:pt x="882" y="45"/>
                  <a:pt x="882" y="45"/>
                </a:cubicBezTo>
                <a:cubicBezTo>
                  <a:pt x="882" y="45"/>
                  <a:pt x="882" y="45"/>
                  <a:pt x="882" y="45"/>
                </a:cubicBezTo>
                <a:cubicBezTo>
                  <a:pt x="868" y="2"/>
                  <a:pt x="868" y="2"/>
                  <a:pt x="868" y="2"/>
                </a:cubicBezTo>
                <a:cubicBezTo>
                  <a:pt x="855" y="2"/>
                  <a:pt x="855" y="2"/>
                  <a:pt x="855" y="2"/>
                </a:cubicBezTo>
                <a:cubicBezTo>
                  <a:pt x="875" y="57"/>
                  <a:pt x="875" y="57"/>
                  <a:pt x="875" y="57"/>
                </a:cubicBezTo>
                <a:close/>
                <a:moveTo>
                  <a:pt x="927" y="57"/>
                </a:moveTo>
                <a:cubicBezTo>
                  <a:pt x="964" y="57"/>
                  <a:pt x="964" y="57"/>
                  <a:pt x="964" y="57"/>
                </a:cubicBezTo>
                <a:cubicBezTo>
                  <a:pt x="964" y="48"/>
                  <a:pt x="964" y="48"/>
                  <a:pt x="964" y="48"/>
                </a:cubicBezTo>
                <a:cubicBezTo>
                  <a:pt x="939" y="48"/>
                  <a:pt x="939" y="48"/>
                  <a:pt x="939" y="48"/>
                </a:cubicBezTo>
                <a:cubicBezTo>
                  <a:pt x="939" y="33"/>
                  <a:pt x="939" y="33"/>
                  <a:pt x="939" y="33"/>
                </a:cubicBezTo>
                <a:cubicBezTo>
                  <a:pt x="962" y="33"/>
                  <a:pt x="962" y="33"/>
                  <a:pt x="962" y="33"/>
                </a:cubicBezTo>
                <a:cubicBezTo>
                  <a:pt x="962" y="24"/>
                  <a:pt x="962" y="24"/>
                  <a:pt x="962" y="24"/>
                </a:cubicBezTo>
                <a:cubicBezTo>
                  <a:pt x="939" y="24"/>
                  <a:pt x="939" y="24"/>
                  <a:pt x="939" y="24"/>
                </a:cubicBezTo>
                <a:cubicBezTo>
                  <a:pt x="939" y="11"/>
                  <a:pt x="939" y="11"/>
                  <a:pt x="939" y="11"/>
                </a:cubicBezTo>
                <a:cubicBezTo>
                  <a:pt x="963" y="11"/>
                  <a:pt x="963" y="11"/>
                  <a:pt x="963" y="11"/>
                </a:cubicBezTo>
                <a:cubicBezTo>
                  <a:pt x="963" y="2"/>
                  <a:pt x="963" y="2"/>
                  <a:pt x="963" y="2"/>
                </a:cubicBezTo>
                <a:cubicBezTo>
                  <a:pt x="927" y="2"/>
                  <a:pt x="927" y="2"/>
                  <a:pt x="927" y="2"/>
                </a:cubicBezTo>
                <a:cubicBezTo>
                  <a:pt x="927" y="57"/>
                  <a:pt x="927" y="57"/>
                  <a:pt x="927" y="57"/>
                </a:cubicBezTo>
                <a:close/>
                <a:moveTo>
                  <a:pt x="998" y="11"/>
                </a:moveTo>
                <a:cubicBezTo>
                  <a:pt x="1008" y="11"/>
                  <a:pt x="1008" y="11"/>
                  <a:pt x="1008" y="11"/>
                </a:cubicBezTo>
                <a:cubicBezTo>
                  <a:pt x="1014" y="11"/>
                  <a:pt x="1016" y="13"/>
                  <a:pt x="1016" y="18"/>
                </a:cubicBezTo>
                <a:cubicBezTo>
                  <a:pt x="1016" y="23"/>
                  <a:pt x="1014" y="26"/>
                  <a:pt x="1008" y="26"/>
                </a:cubicBezTo>
                <a:cubicBezTo>
                  <a:pt x="998" y="26"/>
                  <a:pt x="998" y="26"/>
                  <a:pt x="998" y="26"/>
                </a:cubicBezTo>
                <a:cubicBezTo>
                  <a:pt x="998" y="11"/>
                  <a:pt x="998" y="11"/>
                  <a:pt x="998" y="11"/>
                </a:cubicBezTo>
                <a:close/>
                <a:moveTo>
                  <a:pt x="998" y="35"/>
                </a:moveTo>
                <a:cubicBezTo>
                  <a:pt x="1011" y="35"/>
                  <a:pt x="1011" y="35"/>
                  <a:pt x="1011" y="35"/>
                </a:cubicBezTo>
                <a:cubicBezTo>
                  <a:pt x="1014" y="35"/>
                  <a:pt x="1015" y="37"/>
                  <a:pt x="1016" y="42"/>
                </a:cubicBezTo>
                <a:cubicBezTo>
                  <a:pt x="1016" y="47"/>
                  <a:pt x="1017" y="52"/>
                  <a:pt x="1018" y="57"/>
                </a:cubicBezTo>
                <a:cubicBezTo>
                  <a:pt x="1031" y="57"/>
                  <a:pt x="1031" y="57"/>
                  <a:pt x="1031" y="57"/>
                </a:cubicBezTo>
                <a:cubicBezTo>
                  <a:pt x="1029" y="55"/>
                  <a:pt x="1028" y="51"/>
                  <a:pt x="1028" y="44"/>
                </a:cubicBezTo>
                <a:cubicBezTo>
                  <a:pt x="1028" y="44"/>
                  <a:pt x="1028" y="43"/>
                  <a:pt x="1027" y="42"/>
                </a:cubicBezTo>
                <a:cubicBezTo>
                  <a:pt x="1027" y="34"/>
                  <a:pt x="1024" y="30"/>
                  <a:pt x="1018" y="30"/>
                </a:cubicBezTo>
                <a:cubicBezTo>
                  <a:pt x="1018" y="30"/>
                  <a:pt x="1018" y="30"/>
                  <a:pt x="1018" y="30"/>
                </a:cubicBezTo>
                <a:cubicBezTo>
                  <a:pt x="1025" y="28"/>
                  <a:pt x="1029" y="23"/>
                  <a:pt x="1029" y="16"/>
                </a:cubicBezTo>
                <a:cubicBezTo>
                  <a:pt x="1029" y="7"/>
                  <a:pt x="1022" y="2"/>
                  <a:pt x="1010" y="2"/>
                </a:cubicBezTo>
                <a:cubicBezTo>
                  <a:pt x="987" y="2"/>
                  <a:pt x="987" y="2"/>
                  <a:pt x="987" y="2"/>
                </a:cubicBezTo>
                <a:cubicBezTo>
                  <a:pt x="987" y="57"/>
                  <a:pt x="987" y="57"/>
                  <a:pt x="987" y="57"/>
                </a:cubicBezTo>
                <a:cubicBezTo>
                  <a:pt x="998" y="57"/>
                  <a:pt x="998" y="57"/>
                  <a:pt x="998" y="57"/>
                </a:cubicBezTo>
                <a:cubicBezTo>
                  <a:pt x="998" y="35"/>
                  <a:pt x="998" y="35"/>
                  <a:pt x="998" y="35"/>
                </a:cubicBezTo>
                <a:close/>
                <a:moveTo>
                  <a:pt x="1092" y="18"/>
                </a:moveTo>
                <a:cubicBezTo>
                  <a:pt x="1091" y="7"/>
                  <a:pt x="1085" y="1"/>
                  <a:pt x="1073" y="0"/>
                </a:cubicBezTo>
                <a:cubicBezTo>
                  <a:pt x="1059" y="1"/>
                  <a:pt x="1051" y="7"/>
                  <a:pt x="1050" y="19"/>
                </a:cubicBezTo>
                <a:cubicBezTo>
                  <a:pt x="1050" y="26"/>
                  <a:pt x="1056" y="31"/>
                  <a:pt x="1068" y="34"/>
                </a:cubicBezTo>
                <a:cubicBezTo>
                  <a:pt x="1069" y="34"/>
                  <a:pt x="1069" y="34"/>
                  <a:pt x="1070" y="35"/>
                </a:cubicBezTo>
                <a:cubicBezTo>
                  <a:pt x="1077" y="36"/>
                  <a:pt x="1081" y="39"/>
                  <a:pt x="1081" y="42"/>
                </a:cubicBezTo>
                <a:cubicBezTo>
                  <a:pt x="1081" y="47"/>
                  <a:pt x="1077" y="49"/>
                  <a:pt x="1070" y="50"/>
                </a:cubicBezTo>
                <a:cubicBezTo>
                  <a:pt x="1064" y="49"/>
                  <a:pt x="1061" y="46"/>
                  <a:pt x="1061" y="39"/>
                </a:cubicBezTo>
                <a:cubicBezTo>
                  <a:pt x="1049" y="39"/>
                  <a:pt x="1049" y="39"/>
                  <a:pt x="1049" y="39"/>
                </a:cubicBezTo>
                <a:cubicBezTo>
                  <a:pt x="1049" y="52"/>
                  <a:pt x="1056" y="58"/>
                  <a:pt x="1070" y="58"/>
                </a:cubicBezTo>
                <a:cubicBezTo>
                  <a:pt x="1085" y="57"/>
                  <a:pt x="1093" y="51"/>
                  <a:pt x="1093" y="40"/>
                </a:cubicBezTo>
                <a:cubicBezTo>
                  <a:pt x="1093" y="32"/>
                  <a:pt x="1087" y="27"/>
                  <a:pt x="1074" y="24"/>
                </a:cubicBezTo>
                <a:cubicBezTo>
                  <a:pt x="1073" y="24"/>
                  <a:pt x="1073" y="24"/>
                  <a:pt x="1073" y="24"/>
                </a:cubicBezTo>
                <a:cubicBezTo>
                  <a:pt x="1066" y="23"/>
                  <a:pt x="1062" y="21"/>
                  <a:pt x="1063" y="16"/>
                </a:cubicBezTo>
                <a:cubicBezTo>
                  <a:pt x="1063" y="12"/>
                  <a:pt x="1066" y="10"/>
                  <a:pt x="1072" y="9"/>
                </a:cubicBezTo>
                <a:cubicBezTo>
                  <a:pt x="1077" y="9"/>
                  <a:pt x="1080" y="12"/>
                  <a:pt x="1080" y="18"/>
                </a:cubicBezTo>
                <a:cubicBezTo>
                  <a:pt x="1092" y="18"/>
                  <a:pt x="1092" y="18"/>
                  <a:pt x="1092" y="18"/>
                </a:cubicBezTo>
                <a:close/>
                <a:moveTo>
                  <a:pt x="1127" y="2"/>
                </a:moveTo>
                <a:cubicBezTo>
                  <a:pt x="1115" y="2"/>
                  <a:pt x="1115" y="2"/>
                  <a:pt x="1115" y="2"/>
                </a:cubicBezTo>
                <a:cubicBezTo>
                  <a:pt x="1115" y="57"/>
                  <a:pt x="1115" y="57"/>
                  <a:pt x="1115" y="57"/>
                </a:cubicBezTo>
                <a:cubicBezTo>
                  <a:pt x="1127" y="57"/>
                  <a:pt x="1127" y="57"/>
                  <a:pt x="1127" y="57"/>
                </a:cubicBezTo>
                <a:cubicBezTo>
                  <a:pt x="1127" y="2"/>
                  <a:pt x="1127" y="2"/>
                  <a:pt x="1127" y="2"/>
                </a:cubicBezTo>
                <a:close/>
                <a:moveTo>
                  <a:pt x="1146" y="11"/>
                </a:moveTo>
                <a:cubicBezTo>
                  <a:pt x="1162" y="11"/>
                  <a:pt x="1162" y="11"/>
                  <a:pt x="1162" y="11"/>
                </a:cubicBezTo>
                <a:cubicBezTo>
                  <a:pt x="1162" y="57"/>
                  <a:pt x="1162" y="57"/>
                  <a:pt x="1162" y="57"/>
                </a:cubicBezTo>
                <a:cubicBezTo>
                  <a:pt x="1174" y="57"/>
                  <a:pt x="1174" y="57"/>
                  <a:pt x="1174" y="57"/>
                </a:cubicBezTo>
                <a:cubicBezTo>
                  <a:pt x="1174" y="11"/>
                  <a:pt x="1174" y="11"/>
                  <a:pt x="1174" y="11"/>
                </a:cubicBezTo>
                <a:cubicBezTo>
                  <a:pt x="1190" y="11"/>
                  <a:pt x="1190" y="11"/>
                  <a:pt x="1190" y="11"/>
                </a:cubicBezTo>
                <a:cubicBezTo>
                  <a:pt x="1190" y="2"/>
                  <a:pt x="1190" y="2"/>
                  <a:pt x="1190" y="2"/>
                </a:cubicBezTo>
                <a:cubicBezTo>
                  <a:pt x="1146" y="2"/>
                  <a:pt x="1146" y="2"/>
                  <a:pt x="1146" y="2"/>
                </a:cubicBezTo>
                <a:cubicBezTo>
                  <a:pt x="1146" y="11"/>
                  <a:pt x="1146" y="11"/>
                  <a:pt x="1146" y="11"/>
                </a:cubicBezTo>
                <a:close/>
                <a:moveTo>
                  <a:pt x="1224" y="57"/>
                </a:moveTo>
                <a:cubicBezTo>
                  <a:pt x="1236" y="57"/>
                  <a:pt x="1236" y="57"/>
                  <a:pt x="1236" y="57"/>
                </a:cubicBezTo>
                <a:cubicBezTo>
                  <a:pt x="1236" y="39"/>
                  <a:pt x="1236" y="39"/>
                  <a:pt x="1236" y="39"/>
                </a:cubicBezTo>
                <a:cubicBezTo>
                  <a:pt x="1254" y="2"/>
                  <a:pt x="1254" y="2"/>
                  <a:pt x="1254" y="2"/>
                </a:cubicBezTo>
                <a:cubicBezTo>
                  <a:pt x="1242" y="2"/>
                  <a:pt x="1242" y="2"/>
                  <a:pt x="1242" y="2"/>
                </a:cubicBezTo>
                <a:cubicBezTo>
                  <a:pt x="1231" y="27"/>
                  <a:pt x="1231" y="27"/>
                  <a:pt x="1231" y="27"/>
                </a:cubicBezTo>
                <a:cubicBezTo>
                  <a:pt x="1220" y="2"/>
                  <a:pt x="1220" y="2"/>
                  <a:pt x="1220" y="2"/>
                </a:cubicBezTo>
                <a:cubicBezTo>
                  <a:pt x="1206" y="2"/>
                  <a:pt x="1206" y="2"/>
                  <a:pt x="1206" y="2"/>
                </a:cubicBezTo>
                <a:cubicBezTo>
                  <a:pt x="1224" y="39"/>
                  <a:pt x="1224" y="39"/>
                  <a:pt x="1224" y="39"/>
                </a:cubicBezTo>
                <a:cubicBezTo>
                  <a:pt x="1224" y="57"/>
                  <a:pt x="1224" y="57"/>
                  <a:pt x="1224" y="57"/>
                </a:cubicBezTo>
                <a:close/>
                <a:moveTo>
                  <a:pt x="1315" y="58"/>
                </a:moveTo>
                <a:cubicBezTo>
                  <a:pt x="1332" y="57"/>
                  <a:pt x="1340" y="48"/>
                  <a:pt x="1341" y="30"/>
                </a:cubicBezTo>
                <a:cubicBezTo>
                  <a:pt x="1340" y="11"/>
                  <a:pt x="1332" y="1"/>
                  <a:pt x="1315" y="0"/>
                </a:cubicBezTo>
                <a:cubicBezTo>
                  <a:pt x="1298" y="1"/>
                  <a:pt x="1289" y="11"/>
                  <a:pt x="1289" y="30"/>
                </a:cubicBezTo>
                <a:cubicBezTo>
                  <a:pt x="1289" y="48"/>
                  <a:pt x="1298" y="57"/>
                  <a:pt x="1315" y="58"/>
                </a:cubicBezTo>
                <a:close/>
                <a:moveTo>
                  <a:pt x="1315" y="9"/>
                </a:moveTo>
                <a:cubicBezTo>
                  <a:pt x="1324" y="9"/>
                  <a:pt x="1329" y="16"/>
                  <a:pt x="1329" y="30"/>
                </a:cubicBezTo>
                <a:cubicBezTo>
                  <a:pt x="1329" y="43"/>
                  <a:pt x="1324" y="50"/>
                  <a:pt x="1315" y="50"/>
                </a:cubicBezTo>
                <a:cubicBezTo>
                  <a:pt x="1306" y="50"/>
                  <a:pt x="1301" y="43"/>
                  <a:pt x="1301" y="30"/>
                </a:cubicBezTo>
                <a:cubicBezTo>
                  <a:pt x="1301" y="16"/>
                  <a:pt x="1306" y="9"/>
                  <a:pt x="1315" y="9"/>
                </a:cubicBezTo>
                <a:close/>
                <a:moveTo>
                  <a:pt x="1375" y="57"/>
                </a:moveTo>
                <a:cubicBezTo>
                  <a:pt x="1375" y="33"/>
                  <a:pt x="1375" y="33"/>
                  <a:pt x="1375" y="33"/>
                </a:cubicBezTo>
                <a:cubicBezTo>
                  <a:pt x="1397" y="33"/>
                  <a:pt x="1397" y="33"/>
                  <a:pt x="1397" y="33"/>
                </a:cubicBezTo>
                <a:cubicBezTo>
                  <a:pt x="1397" y="24"/>
                  <a:pt x="1397" y="24"/>
                  <a:pt x="1397" y="24"/>
                </a:cubicBezTo>
                <a:cubicBezTo>
                  <a:pt x="1375" y="24"/>
                  <a:pt x="1375" y="24"/>
                  <a:pt x="1375" y="24"/>
                </a:cubicBezTo>
                <a:cubicBezTo>
                  <a:pt x="1375" y="11"/>
                  <a:pt x="1375" y="11"/>
                  <a:pt x="1375" y="11"/>
                </a:cubicBezTo>
                <a:cubicBezTo>
                  <a:pt x="1399" y="11"/>
                  <a:pt x="1399" y="11"/>
                  <a:pt x="1399" y="11"/>
                </a:cubicBezTo>
                <a:cubicBezTo>
                  <a:pt x="1399" y="2"/>
                  <a:pt x="1399" y="2"/>
                  <a:pt x="1399" y="2"/>
                </a:cubicBezTo>
                <a:cubicBezTo>
                  <a:pt x="1363" y="2"/>
                  <a:pt x="1363" y="2"/>
                  <a:pt x="1363" y="2"/>
                </a:cubicBezTo>
                <a:cubicBezTo>
                  <a:pt x="1363" y="57"/>
                  <a:pt x="1363" y="57"/>
                  <a:pt x="1363" y="57"/>
                </a:cubicBezTo>
                <a:cubicBezTo>
                  <a:pt x="1375" y="57"/>
                  <a:pt x="1375" y="57"/>
                  <a:pt x="1375" y="57"/>
                </a:cubicBezTo>
                <a:close/>
                <a:moveTo>
                  <a:pt x="1431" y="11"/>
                </a:moveTo>
                <a:cubicBezTo>
                  <a:pt x="1448" y="11"/>
                  <a:pt x="1448" y="11"/>
                  <a:pt x="1448" y="11"/>
                </a:cubicBezTo>
                <a:cubicBezTo>
                  <a:pt x="1448" y="57"/>
                  <a:pt x="1448" y="57"/>
                  <a:pt x="1448" y="57"/>
                </a:cubicBezTo>
                <a:cubicBezTo>
                  <a:pt x="1459" y="57"/>
                  <a:pt x="1459" y="57"/>
                  <a:pt x="1459" y="57"/>
                </a:cubicBezTo>
                <a:cubicBezTo>
                  <a:pt x="1459" y="11"/>
                  <a:pt x="1459" y="11"/>
                  <a:pt x="1459" y="11"/>
                </a:cubicBezTo>
                <a:cubicBezTo>
                  <a:pt x="1476" y="11"/>
                  <a:pt x="1476" y="11"/>
                  <a:pt x="1476" y="11"/>
                </a:cubicBezTo>
                <a:cubicBezTo>
                  <a:pt x="1476" y="2"/>
                  <a:pt x="1476" y="2"/>
                  <a:pt x="1476" y="2"/>
                </a:cubicBezTo>
                <a:cubicBezTo>
                  <a:pt x="1431" y="2"/>
                  <a:pt x="1431" y="2"/>
                  <a:pt x="1431" y="2"/>
                </a:cubicBezTo>
                <a:cubicBezTo>
                  <a:pt x="1431" y="11"/>
                  <a:pt x="1431" y="11"/>
                  <a:pt x="1431" y="11"/>
                </a:cubicBezTo>
                <a:close/>
                <a:moveTo>
                  <a:pt x="1495" y="57"/>
                </a:moveTo>
                <a:cubicBezTo>
                  <a:pt x="1532" y="57"/>
                  <a:pt x="1532" y="57"/>
                  <a:pt x="1532" y="57"/>
                </a:cubicBezTo>
                <a:cubicBezTo>
                  <a:pt x="1532" y="48"/>
                  <a:pt x="1532" y="48"/>
                  <a:pt x="1532" y="48"/>
                </a:cubicBezTo>
                <a:cubicBezTo>
                  <a:pt x="1507" y="48"/>
                  <a:pt x="1507" y="48"/>
                  <a:pt x="1507" y="48"/>
                </a:cubicBezTo>
                <a:cubicBezTo>
                  <a:pt x="1507" y="33"/>
                  <a:pt x="1507" y="33"/>
                  <a:pt x="1507" y="33"/>
                </a:cubicBezTo>
                <a:cubicBezTo>
                  <a:pt x="1530" y="33"/>
                  <a:pt x="1530" y="33"/>
                  <a:pt x="1530" y="33"/>
                </a:cubicBezTo>
                <a:cubicBezTo>
                  <a:pt x="1530" y="24"/>
                  <a:pt x="1530" y="24"/>
                  <a:pt x="1530" y="24"/>
                </a:cubicBezTo>
                <a:cubicBezTo>
                  <a:pt x="1507" y="24"/>
                  <a:pt x="1507" y="24"/>
                  <a:pt x="1507" y="24"/>
                </a:cubicBezTo>
                <a:cubicBezTo>
                  <a:pt x="1507" y="11"/>
                  <a:pt x="1507" y="11"/>
                  <a:pt x="1507" y="11"/>
                </a:cubicBezTo>
                <a:cubicBezTo>
                  <a:pt x="1531" y="11"/>
                  <a:pt x="1531" y="11"/>
                  <a:pt x="1531" y="11"/>
                </a:cubicBezTo>
                <a:cubicBezTo>
                  <a:pt x="1531" y="2"/>
                  <a:pt x="1531" y="2"/>
                  <a:pt x="1531" y="2"/>
                </a:cubicBezTo>
                <a:cubicBezTo>
                  <a:pt x="1495" y="2"/>
                  <a:pt x="1495" y="2"/>
                  <a:pt x="1495" y="2"/>
                </a:cubicBezTo>
                <a:cubicBezTo>
                  <a:pt x="1495" y="57"/>
                  <a:pt x="1495" y="57"/>
                  <a:pt x="1495" y="57"/>
                </a:cubicBezTo>
                <a:close/>
                <a:moveTo>
                  <a:pt x="1599" y="20"/>
                </a:moveTo>
                <a:cubicBezTo>
                  <a:pt x="1598" y="7"/>
                  <a:pt x="1590" y="1"/>
                  <a:pt x="1576" y="0"/>
                </a:cubicBezTo>
                <a:cubicBezTo>
                  <a:pt x="1561" y="1"/>
                  <a:pt x="1553" y="11"/>
                  <a:pt x="1553" y="30"/>
                </a:cubicBezTo>
                <a:cubicBezTo>
                  <a:pt x="1553" y="48"/>
                  <a:pt x="1561" y="57"/>
                  <a:pt x="1576" y="58"/>
                </a:cubicBezTo>
                <a:cubicBezTo>
                  <a:pt x="1590" y="58"/>
                  <a:pt x="1598" y="51"/>
                  <a:pt x="1599" y="39"/>
                </a:cubicBezTo>
                <a:cubicBezTo>
                  <a:pt x="1586" y="39"/>
                  <a:pt x="1586" y="39"/>
                  <a:pt x="1586" y="39"/>
                </a:cubicBezTo>
                <a:cubicBezTo>
                  <a:pt x="1586" y="46"/>
                  <a:pt x="1583" y="49"/>
                  <a:pt x="1576" y="50"/>
                </a:cubicBezTo>
                <a:cubicBezTo>
                  <a:pt x="1569" y="49"/>
                  <a:pt x="1566" y="43"/>
                  <a:pt x="1565" y="30"/>
                </a:cubicBezTo>
                <a:cubicBezTo>
                  <a:pt x="1566" y="16"/>
                  <a:pt x="1569" y="10"/>
                  <a:pt x="1576" y="9"/>
                </a:cubicBezTo>
                <a:cubicBezTo>
                  <a:pt x="1582" y="9"/>
                  <a:pt x="1586" y="13"/>
                  <a:pt x="1586" y="20"/>
                </a:cubicBezTo>
                <a:cubicBezTo>
                  <a:pt x="1599" y="20"/>
                  <a:pt x="1599" y="20"/>
                  <a:pt x="1599" y="20"/>
                </a:cubicBezTo>
                <a:close/>
                <a:moveTo>
                  <a:pt x="1631" y="57"/>
                </a:moveTo>
                <a:cubicBezTo>
                  <a:pt x="1631" y="33"/>
                  <a:pt x="1631" y="33"/>
                  <a:pt x="1631" y="33"/>
                </a:cubicBezTo>
                <a:cubicBezTo>
                  <a:pt x="1652" y="33"/>
                  <a:pt x="1652" y="33"/>
                  <a:pt x="1652" y="33"/>
                </a:cubicBezTo>
                <a:cubicBezTo>
                  <a:pt x="1652" y="57"/>
                  <a:pt x="1652" y="57"/>
                  <a:pt x="1652" y="57"/>
                </a:cubicBezTo>
                <a:cubicBezTo>
                  <a:pt x="1664" y="57"/>
                  <a:pt x="1664" y="57"/>
                  <a:pt x="1664" y="57"/>
                </a:cubicBezTo>
                <a:cubicBezTo>
                  <a:pt x="1664" y="2"/>
                  <a:pt x="1664" y="2"/>
                  <a:pt x="1664" y="2"/>
                </a:cubicBezTo>
                <a:cubicBezTo>
                  <a:pt x="1652" y="2"/>
                  <a:pt x="1652" y="2"/>
                  <a:pt x="1652" y="2"/>
                </a:cubicBezTo>
                <a:cubicBezTo>
                  <a:pt x="1652" y="24"/>
                  <a:pt x="1652" y="24"/>
                  <a:pt x="1652" y="24"/>
                </a:cubicBezTo>
                <a:cubicBezTo>
                  <a:pt x="1631" y="24"/>
                  <a:pt x="1631" y="24"/>
                  <a:pt x="1631" y="24"/>
                </a:cubicBezTo>
                <a:cubicBezTo>
                  <a:pt x="1631" y="2"/>
                  <a:pt x="1631" y="2"/>
                  <a:pt x="1631" y="2"/>
                </a:cubicBezTo>
                <a:cubicBezTo>
                  <a:pt x="1620" y="2"/>
                  <a:pt x="1620" y="2"/>
                  <a:pt x="1620" y="2"/>
                </a:cubicBezTo>
                <a:cubicBezTo>
                  <a:pt x="1620" y="57"/>
                  <a:pt x="1620" y="57"/>
                  <a:pt x="1620" y="57"/>
                </a:cubicBezTo>
                <a:cubicBezTo>
                  <a:pt x="1631" y="57"/>
                  <a:pt x="1631" y="57"/>
                  <a:pt x="1631" y="57"/>
                </a:cubicBezTo>
                <a:close/>
                <a:moveTo>
                  <a:pt x="1737" y="57"/>
                </a:moveTo>
                <a:cubicBezTo>
                  <a:pt x="1737" y="2"/>
                  <a:pt x="1737" y="2"/>
                  <a:pt x="1737" y="2"/>
                </a:cubicBezTo>
                <a:cubicBezTo>
                  <a:pt x="1726" y="2"/>
                  <a:pt x="1726" y="2"/>
                  <a:pt x="1726" y="2"/>
                </a:cubicBezTo>
                <a:cubicBezTo>
                  <a:pt x="1726" y="45"/>
                  <a:pt x="1726" y="45"/>
                  <a:pt x="1726" y="45"/>
                </a:cubicBezTo>
                <a:cubicBezTo>
                  <a:pt x="1725" y="45"/>
                  <a:pt x="1725" y="45"/>
                  <a:pt x="1725" y="45"/>
                </a:cubicBezTo>
                <a:cubicBezTo>
                  <a:pt x="1705" y="2"/>
                  <a:pt x="1705" y="2"/>
                  <a:pt x="1705" y="2"/>
                </a:cubicBezTo>
                <a:cubicBezTo>
                  <a:pt x="1687" y="2"/>
                  <a:pt x="1687" y="2"/>
                  <a:pt x="1687" y="2"/>
                </a:cubicBezTo>
                <a:cubicBezTo>
                  <a:pt x="1687" y="57"/>
                  <a:pt x="1687" y="57"/>
                  <a:pt x="1687" y="57"/>
                </a:cubicBezTo>
                <a:cubicBezTo>
                  <a:pt x="1698" y="57"/>
                  <a:pt x="1698" y="57"/>
                  <a:pt x="1698" y="57"/>
                </a:cubicBezTo>
                <a:cubicBezTo>
                  <a:pt x="1698" y="11"/>
                  <a:pt x="1698" y="11"/>
                  <a:pt x="1698" y="11"/>
                </a:cubicBezTo>
                <a:cubicBezTo>
                  <a:pt x="1699" y="11"/>
                  <a:pt x="1699" y="11"/>
                  <a:pt x="1699" y="11"/>
                </a:cubicBezTo>
                <a:cubicBezTo>
                  <a:pt x="1720" y="57"/>
                  <a:pt x="1720" y="57"/>
                  <a:pt x="1720" y="57"/>
                </a:cubicBezTo>
                <a:cubicBezTo>
                  <a:pt x="1737" y="57"/>
                  <a:pt x="1737" y="57"/>
                  <a:pt x="1737" y="57"/>
                </a:cubicBezTo>
                <a:close/>
                <a:moveTo>
                  <a:pt x="1784" y="58"/>
                </a:moveTo>
                <a:cubicBezTo>
                  <a:pt x="1801" y="57"/>
                  <a:pt x="1810" y="48"/>
                  <a:pt x="1810" y="30"/>
                </a:cubicBezTo>
                <a:cubicBezTo>
                  <a:pt x="1810" y="11"/>
                  <a:pt x="1801" y="1"/>
                  <a:pt x="1784" y="0"/>
                </a:cubicBezTo>
                <a:cubicBezTo>
                  <a:pt x="1767" y="1"/>
                  <a:pt x="1759" y="11"/>
                  <a:pt x="1758" y="30"/>
                </a:cubicBezTo>
                <a:cubicBezTo>
                  <a:pt x="1759" y="48"/>
                  <a:pt x="1767" y="57"/>
                  <a:pt x="1784" y="58"/>
                </a:cubicBezTo>
                <a:close/>
                <a:moveTo>
                  <a:pt x="1784" y="9"/>
                </a:moveTo>
                <a:cubicBezTo>
                  <a:pt x="1793" y="9"/>
                  <a:pt x="1798" y="16"/>
                  <a:pt x="1798" y="30"/>
                </a:cubicBezTo>
                <a:cubicBezTo>
                  <a:pt x="1798" y="43"/>
                  <a:pt x="1793" y="50"/>
                  <a:pt x="1784" y="50"/>
                </a:cubicBezTo>
                <a:cubicBezTo>
                  <a:pt x="1775" y="50"/>
                  <a:pt x="1771" y="43"/>
                  <a:pt x="1771" y="30"/>
                </a:cubicBezTo>
                <a:cubicBezTo>
                  <a:pt x="1771" y="16"/>
                  <a:pt x="1775" y="9"/>
                  <a:pt x="1784" y="9"/>
                </a:cubicBezTo>
                <a:close/>
                <a:moveTo>
                  <a:pt x="1868" y="57"/>
                </a:moveTo>
                <a:cubicBezTo>
                  <a:pt x="1868" y="48"/>
                  <a:pt x="1868" y="48"/>
                  <a:pt x="1868" y="48"/>
                </a:cubicBezTo>
                <a:cubicBezTo>
                  <a:pt x="1844" y="48"/>
                  <a:pt x="1844" y="48"/>
                  <a:pt x="1844" y="48"/>
                </a:cubicBezTo>
                <a:cubicBezTo>
                  <a:pt x="1844" y="2"/>
                  <a:pt x="1844" y="2"/>
                  <a:pt x="1844" y="2"/>
                </a:cubicBezTo>
                <a:cubicBezTo>
                  <a:pt x="1833" y="2"/>
                  <a:pt x="1833" y="2"/>
                  <a:pt x="1833" y="2"/>
                </a:cubicBezTo>
                <a:cubicBezTo>
                  <a:pt x="1833" y="57"/>
                  <a:pt x="1833" y="57"/>
                  <a:pt x="1833" y="57"/>
                </a:cubicBezTo>
                <a:cubicBezTo>
                  <a:pt x="1868" y="57"/>
                  <a:pt x="1868" y="57"/>
                  <a:pt x="1868" y="57"/>
                </a:cubicBezTo>
                <a:close/>
                <a:moveTo>
                  <a:pt x="1913" y="58"/>
                </a:moveTo>
                <a:cubicBezTo>
                  <a:pt x="1929" y="57"/>
                  <a:pt x="1938" y="48"/>
                  <a:pt x="1939" y="30"/>
                </a:cubicBezTo>
                <a:cubicBezTo>
                  <a:pt x="1938" y="11"/>
                  <a:pt x="1929" y="1"/>
                  <a:pt x="1913" y="0"/>
                </a:cubicBezTo>
                <a:cubicBezTo>
                  <a:pt x="1896" y="1"/>
                  <a:pt x="1887" y="11"/>
                  <a:pt x="1886" y="30"/>
                </a:cubicBezTo>
                <a:cubicBezTo>
                  <a:pt x="1887" y="48"/>
                  <a:pt x="1896" y="57"/>
                  <a:pt x="1913" y="58"/>
                </a:cubicBezTo>
                <a:close/>
                <a:moveTo>
                  <a:pt x="1913" y="9"/>
                </a:moveTo>
                <a:cubicBezTo>
                  <a:pt x="1922" y="9"/>
                  <a:pt x="1926" y="16"/>
                  <a:pt x="1926" y="30"/>
                </a:cubicBezTo>
                <a:cubicBezTo>
                  <a:pt x="1926" y="43"/>
                  <a:pt x="1922" y="50"/>
                  <a:pt x="1913" y="50"/>
                </a:cubicBezTo>
                <a:cubicBezTo>
                  <a:pt x="1903" y="50"/>
                  <a:pt x="1899" y="43"/>
                  <a:pt x="1899" y="30"/>
                </a:cubicBezTo>
                <a:cubicBezTo>
                  <a:pt x="1899" y="16"/>
                  <a:pt x="1903" y="9"/>
                  <a:pt x="1913" y="9"/>
                </a:cubicBezTo>
                <a:close/>
                <a:moveTo>
                  <a:pt x="1997" y="37"/>
                </a:moveTo>
                <a:cubicBezTo>
                  <a:pt x="1997" y="48"/>
                  <a:pt x="1997" y="48"/>
                  <a:pt x="1997" y="48"/>
                </a:cubicBezTo>
                <a:cubicBezTo>
                  <a:pt x="1997" y="49"/>
                  <a:pt x="1997" y="49"/>
                  <a:pt x="1997" y="48"/>
                </a:cubicBezTo>
                <a:cubicBezTo>
                  <a:pt x="1993" y="49"/>
                  <a:pt x="1989" y="50"/>
                  <a:pt x="1986" y="50"/>
                </a:cubicBezTo>
                <a:cubicBezTo>
                  <a:pt x="1976" y="49"/>
                  <a:pt x="1971" y="43"/>
                  <a:pt x="1971" y="30"/>
                </a:cubicBezTo>
                <a:cubicBezTo>
                  <a:pt x="1971" y="16"/>
                  <a:pt x="1976" y="9"/>
                  <a:pt x="1986" y="9"/>
                </a:cubicBezTo>
                <a:cubicBezTo>
                  <a:pt x="1994" y="9"/>
                  <a:pt x="1997" y="12"/>
                  <a:pt x="1997" y="18"/>
                </a:cubicBezTo>
                <a:cubicBezTo>
                  <a:pt x="2010" y="18"/>
                  <a:pt x="2010" y="18"/>
                  <a:pt x="2010" y="18"/>
                </a:cubicBezTo>
                <a:cubicBezTo>
                  <a:pt x="2010" y="6"/>
                  <a:pt x="2001" y="0"/>
                  <a:pt x="1984" y="0"/>
                </a:cubicBezTo>
                <a:cubicBezTo>
                  <a:pt x="1968" y="2"/>
                  <a:pt x="1959" y="11"/>
                  <a:pt x="1959" y="30"/>
                </a:cubicBezTo>
                <a:cubicBezTo>
                  <a:pt x="1959" y="47"/>
                  <a:pt x="1968" y="57"/>
                  <a:pt x="1984" y="58"/>
                </a:cubicBezTo>
                <a:cubicBezTo>
                  <a:pt x="1989" y="58"/>
                  <a:pt x="1994" y="58"/>
                  <a:pt x="1997" y="57"/>
                </a:cubicBezTo>
                <a:cubicBezTo>
                  <a:pt x="2001" y="57"/>
                  <a:pt x="2005" y="57"/>
                  <a:pt x="2009" y="55"/>
                </a:cubicBezTo>
                <a:cubicBezTo>
                  <a:pt x="2009" y="27"/>
                  <a:pt x="2009" y="27"/>
                  <a:pt x="2009" y="27"/>
                </a:cubicBezTo>
                <a:cubicBezTo>
                  <a:pt x="1987" y="27"/>
                  <a:pt x="1987" y="27"/>
                  <a:pt x="1987" y="27"/>
                </a:cubicBezTo>
                <a:cubicBezTo>
                  <a:pt x="1987" y="37"/>
                  <a:pt x="1987" y="37"/>
                  <a:pt x="1987" y="37"/>
                </a:cubicBezTo>
                <a:cubicBezTo>
                  <a:pt x="1997" y="37"/>
                  <a:pt x="1997" y="37"/>
                  <a:pt x="1997" y="37"/>
                </a:cubicBezTo>
                <a:close/>
                <a:moveTo>
                  <a:pt x="2048" y="57"/>
                </a:moveTo>
                <a:cubicBezTo>
                  <a:pt x="2059" y="57"/>
                  <a:pt x="2059" y="57"/>
                  <a:pt x="2059" y="57"/>
                </a:cubicBezTo>
                <a:cubicBezTo>
                  <a:pt x="2059" y="39"/>
                  <a:pt x="2059" y="39"/>
                  <a:pt x="2059" y="39"/>
                </a:cubicBezTo>
                <a:cubicBezTo>
                  <a:pt x="2078" y="2"/>
                  <a:pt x="2078" y="2"/>
                  <a:pt x="2078" y="2"/>
                </a:cubicBezTo>
                <a:cubicBezTo>
                  <a:pt x="2066" y="2"/>
                  <a:pt x="2066" y="2"/>
                  <a:pt x="2066" y="2"/>
                </a:cubicBezTo>
                <a:cubicBezTo>
                  <a:pt x="2054" y="27"/>
                  <a:pt x="2054" y="27"/>
                  <a:pt x="2054" y="27"/>
                </a:cubicBezTo>
                <a:cubicBezTo>
                  <a:pt x="2043" y="2"/>
                  <a:pt x="2043" y="2"/>
                  <a:pt x="2043" y="2"/>
                </a:cubicBezTo>
                <a:cubicBezTo>
                  <a:pt x="2029" y="2"/>
                  <a:pt x="2029" y="2"/>
                  <a:pt x="2029" y="2"/>
                </a:cubicBezTo>
                <a:cubicBezTo>
                  <a:pt x="2048" y="39"/>
                  <a:pt x="2048" y="39"/>
                  <a:pt x="2048" y="39"/>
                </a:cubicBezTo>
                <a:lnTo>
                  <a:pt x="2048" y="57"/>
                </a:lnTo>
                <a:close/>
              </a:path>
            </a:pathLst>
          </a:custGeom>
          <a:solidFill>
            <a:srgbClr val="B6000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93C20518-C331-4614-8292-9E24F056D629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475CFFE7-E919-4B62-8EA6-DA962A51C7F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8654" y="0"/>
            <a:ext cx="12210654" cy="6858000"/>
          </a:xfrm>
          <a:prstGeom prst="rect">
            <a:avLst/>
          </a:prstGeom>
        </p:spPr>
      </p:pic>
      <p:sp>
        <p:nvSpPr>
          <p:cNvPr id="10" name="矩形 9">
            <a:extLst>
              <a:ext uri="{FF2B5EF4-FFF2-40B4-BE49-F238E27FC236}">
                <a16:creationId xmlns:a16="http://schemas.microsoft.com/office/drawing/2014/main" id="{C414F731-275E-494D-9329-0CFC758FDB77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8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49A9D369-53B1-4880-9485-D348C6443293}"/>
              </a:ext>
            </a:extLst>
          </p:cNvPr>
          <p:cNvSpPr/>
          <p:nvPr userDrawn="1"/>
        </p:nvSpPr>
        <p:spPr>
          <a:xfrm>
            <a:off x="-18654" y="0"/>
            <a:ext cx="12210654" cy="6858000"/>
          </a:xfrm>
          <a:prstGeom prst="rect">
            <a:avLst/>
          </a:prstGeom>
          <a:gradFill flip="none" rotWithShape="1">
            <a:gsLst>
              <a:gs pos="23000">
                <a:schemeClr val="accent1">
                  <a:alpha val="80000"/>
                </a:schemeClr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" name="矩形 11" hidden="1">
            <a:extLst>
              <a:ext uri="{FF2B5EF4-FFF2-40B4-BE49-F238E27FC236}">
                <a16:creationId xmlns:a16="http://schemas.microsoft.com/office/drawing/2014/main" id="{D4008464-24C9-40DD-B390-A3C649CAE3C1}"/>
              </a:ext>
            </a:extLst>
          </p:cNvPr>
          <p:cNvSpPr/>
          <p:nvPr userDrawn="1"/>
        </p:nvSpPr>
        <p:spPr>
          <a:xfrm>
            <a:off x="-44452" y="-559"/>
            <a:ext cx="12236451" cy="6880329"/>
          </a:xfrm>
          <a:prstGeom prst="rect">
            <a:avLst/>
          </a:prstGeom>
          <a:gradFill flip="none" rotWithShape="1">
            <a:gsLst>
              <a:gs pos="22000">
                <a:srgbClr val="9B0D14">
                  <a:alpha val="18000"/>
                </a:srgbClr>
              </a:gs>
              <a:gs pos="0">
                <a:schemeClr val="accent1">
                  <a:alpha val="0"/>
                </a:schemeClr>
              </a:gs>
              <a:gs pos="100000">
                <a:schemeClr val="accent1">
                  <a:alpha val="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任意多边形: 形状 12">
            <a:extLst>
              <a:ext uri="{FF2B5EF4-FFF2-40B4-BE49-F238E27FC236}">
                <a16:creationId xmlns:a16="http://schemas.microsoft.com/office/drawing/2014/main" id="{27BDA49F-3D64-496E-B5C5-6A086CEA0F78}"/>
              </a:ext>
            </a:extLst>
          </p:cNvPr>
          <p:cNvSpPr/>
          <p:nvPr userDrawn="1"/>
        </p:nvSpPr>
        <p:spPr>
          <a:xfrm>
            <a:off x="6350" y="4578350"/>
            <a:ext cx="3638550" cy="2286000"/>
          </a:xfrm>
          <a:custGeom>
            <a:avLst/>
            <a:gdLst>
              <a:gd name="connsiteX0" fmla="*/ 0 w 3683000"/>
              <a:gd name="connsiteY0" fmla="*/ 2374900 h 2374900"/>
              <a:gd name="connsiteX1" fmla="*/ 3683000 w 3683000"/>
              <a:gd name="connsiteY1" fmla="*/ 0 h 2374900"/>
              <a:gd name="connsiteX0" fmla="*/ 0 w 3683000"/>
              <a:gd name="connsiteY0" fmla="*/ 2374900 h 2374900"/>
              <a:gd name="connsiteX1" fmla="*/ 1803400 w 3683000"/>
              <a:gd name="connsiteY1" fmla="*/ 698500 h 2374900"/>
              <a:gd name="connsiteX2" fmla="*/ 3683000 w 3683000"/>
              <a:gd name="connsiteY2" fmla="*/ 0 h 2374900"/>
              <a:gd name="connsiteX0" fmla="*/ 0 w 3683000"/>
              <a:gd name="connsiteY0" fmla="*/ 2374900 h 2374900"/>
              <a:gd name="connsiteX1" fmla="*/ 1282700 w 3683000"/>
              <a:gd name="connsiteY1" fmla="*/ 1028700 h 2374900"/>
              <a:gd name="connsiteX2" fmla="*/ 3683000 w 3683000"/>
              <a:gd name="connsiteY2" fmla="*/ 0 h 2374900"/>
              <a:gd name="connsiteX0" fmla="*/ 0 w 3683000"/>
              <a:gd name="connsiteY0" fmla="*/ 2374900 h 2374900"/>
              <a:gd name="connsiteX1" fmla="*/ 1282700 w 3683000"/>
              <a:gd name="connsiteY1" fmla="*/ 1028700 h 2374900"/>
              <a:gd name="connsiteX2" fmla="*/ 2743200 w 3683000"/>
              <a:gd name="connsiteY2" fmla="*/ 190500 h 2374900"/>
              <a:gd name="connsiteX3" fmla="*/ 3683000 w 3683000"/>
              <a:gd name="connsiteY3" fmla="*/ 0 h 2374900"/>
              <a:gd name="connsiteX0" fmla="*/ 0 w 3549650"/>
              <a:gd name="connsiteY0" fmla="*/ 2349500 h 2349500"/>
              <a:gd name="connsiteX1" fmla="*/ 1282700 w 3549650"/>
              <a:gd name="connsiteY1" fmla="*/ 10033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49500 h 2349500"/>
              <a:gd name="connsiteX1" fmla="*/ 1282700 w 3549650"/>
              <a:gd name="connsiteY1" fmla="*/ 10033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59525 h 2359525"/>
              <a:gd name="connsiteX1" fmla="*/ 1282700 w 3549650"/>
              <a:gd name="connsiteY1" fmla="*/ 1013325 h 2359525"/>
              <a:gd name="connsiteX2" fmla="*/ 2743200 w 3549650"/>
              <a:gd name="connsiteY2" fmla="*/ 175125 h 2359525"/>
              <a:gd name="connsiteX3" fmla="*/ 3549650 w 3549650"/>
              <a:gd name="connsiteY3" fmla="*/ 10025 h 2359525"/>
              <a:gd name="connsiteX0" fmla="*/ 0 w 3549650"/>
              <a:gd name="connsiteY0" fmla="*/ 2349500 h 2349500"/>
              <a:gd name="connsiteX1" fmla="*/ 1282700 w 3549650"/>
              <a:gd name="connsiteY1" fmla="*/ 10033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49500 h 2349500"/>
              <a:gd name="connsiteX1" fmla="*/ 1276350 w 3549650"/>
              <a:gd name="connsiteY1" fmla="*/ 10287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49500 h 2349500"/>
              <a:gd name="connsiteX1" fmla="*/ 1276350 w 3549650"/>
              <a:gd name="connsiteY1" fmla="*/ 10287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49500 h 2349500"/>
              <a:gd name="connsiteX1" fmla="*/ 1276350 w 3549650"/>
              <a:gd name="connsiteY1" fmla="*/ 10287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49500 h 2349500"/>
              <a:gd name="connsiteX1" fmla="*/ 1276350 w 3549650"/>
              <a:gd name="connsiteY1" fmla="*/ 10287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49500 h 2349500"/>
              <a:gd name="connsiteX1" fmla="*/ 1276350 w 3549650"/>
              <a:gd name="connsiteY1" fmla="*/ 10287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68700"/>
              <a:gd name="connsiteY0" fmla="*/ 2343150 h 2343150"/>
              <a:gd name="connsiteX1" fmla="*/ 1295400 w 3568700"/>
              <a:gd name="connsiteY1" fmla="*/ 1028700 h 2343150"/>
              <a:gd name="connsiteX2" fmla="*/ 2762250 w 3568700"/>
              <a:gd name="connsiteY2" fmla="*/ 165100 h 2343150"/>
              <a:gd name="connsiteX3" fmla="*/ 3568700 w 3568700"/>
              <a:gd name="connsiteY3" fmla="*/ 0 h 2343150"/>
              <a:gd name="connsiteX0" fmla="*/ 0 w 3568700"/>
              <a:gd name="connsiteY0" fmla="*/ 2343150 h 2343150"/>
              <a:gd name="connsiteX1" fmla="*/ 1295400 w 3568700"/>
              <a:gd name="connsiteY1" fmla="*/ 1028700 h 2343150"/>
              <a:gd name="connsiteX2" fmla="*/ 2762250 w 3568700"/>
              <a:gd name="connsiteY2" fmla="*/ 165100 h 2343150"/>
              <a:gd name="connsiteX3" fmla="*/ 3568700 w 3568700"/>
              <a:gd name="connsiteY3" fmla="*/ 0 h 2343150"/>
              <a:gd name="connsiteX0" fmla="*/ 0 w 3568700"/>
              <a:gd name="connsiteY0" fmla="*/ 2343150 h 2343150"/>
              <a:gd name="connsiteX1" fmla="*/ 1295400 w 3568700"/>
              <a:gd name="connsiteY1" fmla="*/ 1028700 h 2343150"/>
              <a:gd name="connsiteX2" fmla="*/ 2762250 w 3568700"/>
              <a:gd name="connsiteY2" fmla="*/ 165100 h 2343150"/>
              <a:gd name="connsiteX3" fmla="*/ 3568700 w 3568700"/>
              <a:gd name="connsiteY3" fmla="*/ 0 h 2343150"/>
              <a:gd name="connsiteX0" fmla="*/ 0 w 3568700"/>
              <a:gd name="connsiteY0" fmla="*/ 2343150 h 2343150"/>
              <a:gd name="connsiteX1" fmla="*/ 1295400 w 3568700"/>
              <a:gd name="connsiteY1" fmla="*/ 1028700 h 2343150"/>
              <a:gd name="connsiteX2" fmla="*/ 2762250 w 3568700"/>
              <a:gd name="connsiteY2" fmla="*/ 165100 h 2343150"/>
              <a:gd name="connsiteX3" fmla="*/ 3568700 w 3568700"/>
              <a:gd name="connsiteY3" fmla="*/ 0 h 2343150"/>
              <a:gd name="connsiteX0" fmla="*/ 0 w 3568700"/>
              <a:gd name="connsiteY0" fmla="*/ 2363944 h 2363944"/>
              <a:gd name="connsiteX1" fmla="*/ 1295400 w 3568700"/>
              <a:gd name="connsiteY1" fmla="*/ 1049494 h 2363944"/>
              <a:gd name="connsiteX2" fmla="*/ 2762250 w 3568700"/>
              <a:gd name="connsiteY2" fmla="*/ 185894 h 2363944"/>
              <a:gd name="connsiteX3" fmla="*/ 3568700 w 3568700"/>
              <a:gd name="connsiteY3" fmla="*/ 20794 h 2363944"/>
              <a:gd name="connsiteX0" fmla="*/ 0 w 3568700"/>
              <a:gd name="connsiteY0" fmla="*/ 2351038 h 2351038"/>
              <a:gd name="connsiteX1" fmla="*/ 1295400 w 3568700"/>
              <a:gd name="connsiteY1" fmla="*/ 1036588 h 2351038"/>
              <a:gd name="connsiteX2" fmla="*/ 2762250 w 3568700"/>
              <a:gd name="connsiteY2" fmla="*/ 172988 h 2351038"/>
              <a:gd name="connsiteX3" fmla="*/ 3568700 w 3568700"/>
              <a:gd name="connsiteY3" fmla="*/ 7888 h 2351038"/>
              <a:gd name="connsiteX0" fmla="*/ 0 w 3568700"/>
              <a:gd name="connsiteY0" fmla="*/ 2343150 h 2343150"/>
              <a:gd name="connsiteX1" fmla="*/ 1295400 w 3568700"/>
              <a:gd name="connsiteY1" fmla="*/ 1028700 h 2343150"/>
              <a:gd name="connsiteX2" fmla="*/ 2940050 w 3568700"/>
              <a:gd name="connsiteY2" fmla="*/ 317500 h 2343150"/>
              <a:gd name="connsiteX3" fmla="*/ 3568700 w 3568700"/>
              <a:gd name="connsiteY3" fmla="*/ 0 h 2343150"/>
              <a:gd name="connsiteX0" fmla="*/ 0 w 3568700"/>
              <a:gd name="connsiteY0" fmla="*/ 2353602 h 2353602"/>
              <a:gd name="connsiteX1" fmla="*/ 1295400 w 3568700"/>
              <a:gd name="connsiteY1" fmla="*/ 1039152 h 2353602"/>
              <a:gd name="connsiteX2" fmla="*/ 2908300 w 3568700"/>
              <a:gd name="connsiteY2" fmla="*/ 169202 h 2353602"/>
              <a:gd name="connsiteX3" fmla="*/ 3568700 w 3568700"/>
              <a:gd name="connsiteY3" fmla="*/ 10452 h 2353602"/>
              <a:gd name="connsiteX0" fmla="*/ 0 w 3670300"/>
              <a:gd name="connsiteY0" fmla="*/ 2282429 h 2282429"/>
              <a:gd name="connsiteX1" fmla="*/ 1295400 w 3670300"/>
              <a:gd name="connsiteY1" fmla="*/ 967979 h 2282429"/>
              <a:gd name="connsiteX2" fmla="*/ 2908300 w 3670300"/>
              <a:gd name="connsiteY2" fmla="*/ 98029 h 2282429"/>
              <a:gd name="connsiteX3" fmla="*/ 3670300 w 3670300"/>
              <a:gd name="connsiteY3" fmla="*/ 9129 h 2282429"/>
              <a:gd name="connsiteX0" fmla="*/ 0 w 3670300"/>
              <a:gd name="connsiteY0" fmla="*/ 2279383 h 2279383"/>
              <a:gd name="connsiteX1" fmla="*/ 1295400 w 3670300"/>
              <a:gd name="connsiteY1" fmla="*/ 964933 h 2279383"/>
              <a:gd name="connsiteX2" fmla="*/ 2959100 w 3670300"/>
              <a:gd name="connsiteY2" fmla="*/ 101333 h 2279383"/>
              <a:gd name="connsiteX3" fmla="*/ 3670300 w 3670300"/>
              <a:gd name="connsiteY3" fmla="*/ 6083 h 2279383"/>
              <a:gd name="connsiteX0" fmla="*/ 0 w 3670300"/>
              <a:gd name="connsiteY0" fmla="*/ 2284016 h 2284016"/>
              <a:gd name="connsiteX1" fmla="*/ 1295400 w 3670300"/>
              <a:gd name="connsiteY1" fmla="*/ 969566 h 2284016"/>
              <a:gd name="connsiteX2" fmla="*/ 2959100 w 3670300"/>
              <a:gd name="connsiteY2" fmla="*/ 105966 h 2284016"/>
              <a:gd name="connsiteX3" fmla="*/ 3670300 w 3670300"/>
              <a:gd name="connsiteY3" fmla="*/ 10716 h 2284016"/>
              <a:gd name="connsiteX0" fmla="*/ 0 w 3670300"/>
              <a:gd name="connsiteY0" fmla="*/ 2273300 h 2273300"/>
              <a:gd name="connsiteX1" fmla="*/ 1295400 w 3670300"/>
              <a:gd name="connsiteY1" fmla="*/ 958850 h 2273300"/>
              <a:gd name="connsiteX2" fmla="*/ 2959100 w 3670300"/>
              <a:gd name="connsiteY2" fmla="*/ 95250 h 2273300"/>
              <a:gd name="connsiteX3" fmla="*/ 3670300 w 3670300"/>
              <a:gd name="connsiteY3" fmla="*/ 0 h 2273300"/>
              <a:gd name="connsiteX0" fmla="*/ 0 w 3670300"/>
              <a:gd name="connsiteY0" fmla="*/ 2273300 h 2273300"/>
              <a:gd name="connsiteX1" fmla="*/ 1295400 w 3670300"/>
              <a:gd name="connsiteY1" fmla="*/ 958850 h 2273300"/>
              <a:gd name="connsiteX2" fmla="*/ 2959100 w 3670300"/>
              <a:gd name="connsiteY2" fmla="*/ 95250 h 2273300"/>
              <a:gd name="connsiteX3" fmla="*/ 3670300 w 3670300"/>
              <a:gd name="connsiteY3" fmla="*/ 0 h 2273300"/>
              <a:gd name="connsiteX0" fmla="*/ 0 w 3670300"/>
              <a:gd name="connsiteY0" fmla="*/ 2273300 h 2273300"/>
              <a:gd name="connsiteX1" fmla="*/ 1295400 w 3670300"/>
              <a:gd name="connsiteY1" fmla="*/ 958850 h 2273300"/>
              <a:gd name="connsiteX2" fmla="*/ 3041650 w 3670300"/>
              <a:gd name="connsiteY2" fmla="*/ 127000 h 2273300"/>
              <a:gd name="connsiteX3" fmla="*/ 3670300 w 3670300"/>
              <a:gd name="connsiteY3" fmla="*/ 0 h 2273300"/>
              <a:gd name="connsiteX0" fmla="*/ 0 w 3670300"/>
              <a:gd name="connsiteY0" fmla="*/ 2273300 h 2273300"/>
              <a:gd name="connsiteX1" fmla="*/ 1295400 w 3670300"/>
              <a:gd name="connsiteY1" fmla="*/ 958850 h 2273300"/>
              <a:gd name="connsiteX2" fmla="*/ 3041650 w 3670300"/>
              <a:gd name="connsiteY2" fmla="*/ 127000 h 2273300"/>
              <a:gd name="connsiteX3" fmla="*/ 3670300 w 3670300"/>
              <a:gd name="connsiteY3" fmla="*/ 0 h 2273300"/>
              <a:gd name="connsiteX0" fmla="*/ 0 w 3670300"/>
              <a:gd name="connsiteY0" fmla="*/ 2273300 h 2273300"/>
              <a:gd name="connsiteX1" fmla="*/ 1295400 w 3670300"/>
              <a:gd name="connsiteY1" fmla="*/ 958850 h 2273300"/>
              <a:gd name="connsiteX2" fmla="*/ 3041650 w 3670300"/>
              <a:gd name="connsiteY2" fmla="*/ 127000 h 2273300"/>
              <a:gd name="connsiteX3" fmla="*/ 3670300 w 3670300"/>
              <a:gd name="connsiteY3" fmla="*/ 0 h 2273300"/>
              <a:gd name="connsiteX0" fmla="*/ 0 w 3041650"/>
              <a:gd name="connsiteY0" fmla="*/ 2146300 h 2146300"/>
              <a:gd name="connsiteX1" fmla="*/ 1295400 w 3041650"/>
              <a:gd name="connsiteY1" fmla="*/ 831850 h 2146300"/>
              <a:gd name="connsiteX2" fmla="*/ 3041650 w 3041650"/>
              <a:gd name="connsiteY2" fmla="*/ 0 h 2146300"/>
              <a:gd name="connsiteX0" fmla="*/ 0 w 3498850"/>
              <a:gd name="connsiteY0" fmla="*/ 2273300 h 2273300"/>
              <a:gd name="connsiteX1" fmla="*/ 1295400 w 3498850"/>
              <a:gd name="connsiteY1" fmla="*/ 958850 h 2273300"/>
              <a:gd name="connsiteX2" fmla="*/ 3498850 w 3498850"/>
              <a:gd name="connsiteY2" fmla="*/ 0 h 2273300"/>
              <a:gd name="connsiteX0" fmla="*/ 0 w 3498850"/>
              <a:gd name="connsiteY0" fmla="*/ 2273300 h 2273300"/>
              <a:gd name="connsiteX1" fmla="*/ 1295400 w 3498850"/>
              <a:gd name="connsiteY1" fmla="*/ 958850 h 2273300"/>
              <a:gd name="connsiteX2" fmla="*/ 3498850 w 3498850"/>
              <a:gd name="connsiteY2" fmla="*/ 0 h 2273300"/>
              <a:gd name="connsiteX0" fmla="*/ 0 w 3498850"/>
              <a:gd name="connsiteY0" fmla="*/ 2273300 h 2273300"/>
              <a:gd name="connsiteX1" fmla="*/ 1295400 w 3498850"/>
              <a:gd name="connsiteY1" fmla="*/ 958850 h 2273300"/>
              <a:gd name="connsiteX2" fmla="*/ 3498850 w 3498850"/>
              <a:gd name="connsiteY2" fmla="*/ 0 h 2273300"/>
              <a:gd name="connsiteX0" fmla="*/ 0 w 3498850"/>
              <a:gd name="connsiteY0" fmla="*/ 2273300 h 2273300"/>
              <a:gd name="connsiteX1" fmla="*/ 1295400 w 3498850"/>
              <a:gd name="connsiteY1" fmla="*/ 958850 h 2273300"/>
              <a:gd name="connsiteX2" fmla="*/ 3498850 w 3498850"/>
              <a:gd name="connsiteY2" fmla="*/ 0 h 2273300"/>
              <a:gd name="connsiteX0" fmla="*/ 0 w 3498850"/>
              <a:gd name="connsiteY0" fmla="*/ 2273300 h 2273300"/>
              <a:gd name="connsiteX1" fmla="*/ 1295400 w 3498850"/>
              <a:gd name="connsiteY1" fmla="*/ 958850 h 2273300"/>
              <a:gd name="connsiteX2" fmla="*/ 3498850 w 3498850"/>
              <a:gd name="connsiteY2" fmla="*/ 0 h 2273300"/>
              <a:gd name="connsiteX0" fmla="*/ 0 w 3498850"/>
              <a:gd name="connsiteY0" fmla="*/ 2273300 h 2273300"/>
              <a:gd name="connsiteX1" fmla="*/ 1295400 w 3498850"/>
              <a:gd name="connsiteY1" fmla="*/ 958850 h 2273300"/>
              <a:gd name="connsiteX2" fmla="*/ 3498850 w 3498850"/>
              <a:gd name="connsiteY2" fmla="*/ 0 h 2273300"/>
              <a:gd name="connsiteX0" fmla="*/ 0 w 3638550"/>
              <a:gd name="connsiteY0" fmla="*/ 2286000 h 2286000"/>
              <a:gd name="connsiteX1" fmla="*/ 1295400 w 3638550"/>
              <a:gd name="connsiteY1" fmla="*/ 971550 h 2286000"/>
              <a:gd name="connsiteX2" fmla="*/ 3638550 w 3638550"/>
              <a:gd name="connsiteY2" fmla="*/ 0 h 2286000"/>
              <a:gd name="connsiteX0" fmla="*/ 0 w 3638550"/>
              <a:gd name="connsiteY0" fmla="*/ 2286000 h 2286000"/>
              <a:gd name="connsiteX1" fmla="*/ 1295400 w 3638550"/>
              <a:gd name="connsiteY1" fmla="*/ 971550 h 2286000"/>
              <a:gd name="connsiteX2" fmla="*/ 3638550 w 3638550"/>
              <a:gd name="connsiteY2" fmla="*/ 0 h 2286000"/>
              <a:gd name="connsiteX0" fmla="*/ 0 w 3638550"/>
              <a:gd name="connsiteY0" fmla="*/ 2286000 h 2286000"/>
              <a:gd name="connsiteX1" fmla="*/ 1295400 w 3638550"/>
              <a:gd name="connsiteY1" fmla="*/ 971550 h 2286000"/>
              <a:gd name="connsiteX2" fmla="*/ 3638550 w 3638550"/>
              <a:gd name="connsiteY2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638550" h="2286000">
                <a:moveTo>
                  <a:pt x="0" y="2286000"/>
                </a:moveTo>
                <a:cubicBezTo>
                  <a:pt x="296333" y="1913467"/>
                  <a:pt x="701675" y="1409700"/>
                  <a:pt x="1295400" y="971550"/>
                </a:cubicBezTo>
                <a:cubicBezTo>
                  <a:pt x="1889125" y="533400"/>
                  <a:pt x="2341033" y="229658"/>
                  <a:pt x="3638550" y="0"/>
                </a:cubicBezTo>
              </a:path>
            </a:pathLst>
          </a:custGeom>
          <a:noFill/>
          <a:ln w="25400">
            <a:gradFill flip="none" rotWithShape="1">
              <a:gsLst>
                <a:gs pos="0">
                  <a:schemeClr val="accent1">
                    <a:lumMod val="20000"/>
                    <a:lumOff val="80000"/>
                  </a:schemeClr>
                </a:gs>
                <a:gs pos="49000">
                  <a:srgbClr val="FFF9FA"/>
                </a:gs>
                <a:gs pos="100000">
                  <a:schemeClr val="bg1">
                    <a:alpha val="0"/>
                  </a:schemeClr>
                </a:gs>
              </a:gsLst>
              <a:lin ang="189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任意多边形: 形状 13">
            <a:extLst>
              <a:ext uri="{FF2B5EF4-FFF2-40B4-BE49-F238E27FC236}">
                <a16:creationId xmlns:a16="http://schemas.microsoft.com/office/drawing/2014/main" id="{DA58B3B7-979F-46A5-88C2-DABA50639F58}"/>
              </a:ext>
            </a:extLst>
          </p:cNvPr>
          <p:cNvSpPr/>
          <p:nvPr userDrawn="1"/>
        </p:nvSpPr>
        <p:spPr>
          <a:xfrm>
            <a:off x="-44451" y="4648374"/>
            <a:ext cx="3070101" cy="977728"/>
          </a:xfrm>
          <a:custGeom>
            <a:avLst/>
            <a:gdLst>
              <a:gd name="connsiteX0" fmla="*/ 0 w 2254470"/>
              <a:gd name="connsiteY0" fmla="*/ 823903 h 823903"/>
              <a:gd name="connsiteX1" fmla="*/ 2089150 w 2254470"/>
              <a:gd name="connsiteY1" fmla="*/ 61903 h 823903"/>
              <a:gd name="connsiteX2" fmla="*/ 1968500 w 2254470"/>
              <a:gd name="connsiteY2" fmla="*/ 100003 h 823903"/>
              <a:gd name="connsiteX0" fmla="*/ 0 w 1968500"/>
              <a:gd name="connsiteY0" fmla="*/ 723900 h 723900"/>
              <a:gd name="connsiteX1" fmla="*/ 1968500 w 1968500"/>
              <a:gd name="connsiteY1" fmla="*/ 0 h 723900"/>
              <a:gd name="connsiteX0" fmla="*/ 0 w 2102203"/>
              <a:gd name="connsiteY0" fmla="*/ 768840 h 768840"/>
              <a:gd name="connsiteX1" fmla="*/ 2102203 w 2102203"/>
              <a:gd name="connsiteY1" fmla="*/ 0 h 768840"/>
              <a:gd name="connsiteX0" fmla="*/ 0 w 2102203"/>
              <a:gd name="connsiteY0" fmla="*/ 768840 h 768840"/>
              <a:gd name="connsiteX1" fmla="*/ 2102203 w 2102203"/>
              <a:gd name="connsiteY1" fmla="*/ 0 h 768840"/>
              <a:gd name="connsiteX0" fmla="*/ 0 w 2102203"/>
              <a:gd name="connsiteY0" fmla="*/ 768840 h 768840"/>
              <a:gd name="connsiteX1" fmla="*/ 2102203 w 2102203"/>
              <a:gd name="connsiteY1" fmla="*/ 0 h 768840"/>
              <a:gd name="connsiteX0" fmla="*/ 0 w 2102203"/>
              <a:gd name="connsiteY0" fmla="*/ 768840 h 768840"/>
              <a:gd name="connsiteX1" fmla="*/ 2102203 w 2102203"/>
              <a:gd name="connsiteY1" fmla="*/ 0 h 768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02203" h="768840">
                <a:moveTo>
                  <a:pt x="0" y="768840"/>
                </a:moveTo>
                <a:cubicBezTo>
                  <a:pt x="214839" y="662361"/>
                  <a:pt x="687301" y="372375"/>
                  <a:pt x="2102203" y="0"/>
                </a:cubicBezTo>
              </a:path>
            </a:pathLst>
          </a:custGeom>
          <a:noFill/>
          <a:ln w="25400">
            <a:gradFill flip="none" rotWithShape="1">
              <a:gsLst>
                <a:gs pos="100000">
                  <a:schemeClr val="bg1">
                    <a:alpha val="0"/>
                  </a:schemeClr>
                </a:gs>
                <a:gs pos="79000">
                  <a:schemeClr val="bg1">
                    <a:alpha val="47000"/>
                  </a:schemeClr>
                </a:gs>
                <a:gs pos="0">
                  <a:schemeClr val="accent1">
                    <a:lumMod val="20000"/>
                    <a:lumOff val="80000"/>
                  </a:schemeClr>
                </a:gs>
              </a:gsLst>
              <a:lin ang="189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任意多边形: 形状 14">
            <a:extLst>
              <a:ext uri="{FF2B5EF4-FFF2-40B4-BE49-F238E27FC236}">
                <a16:creationId xmlns:a16="http://schemas.microsoft.com/office/drawing/2014/main" id="{47657262-2B41-45B7-8533-6D6E5190013B}"/>
              </a:ext>
            </a:extLst>
          </p:cNvPr>
          <p:cNvSpPr/>
          <p:nvPr userDrawn="1"/>
        </p:nvSpPr>
        <p:spPr>
          <a:xfrm>
            <a:off x="2427801" y="4499429"/>
            <a:ext cx="1737799" cy="2380342"/>
          </a:xfrm>
          <a:custGeom>
            <a:avLst/>
            <a:gdLst>
              <a:gd name="connsiteX0" fmla="*/ 0 w 1553029"/>
              <a:gd name="connsiteY0" fmla="*/ 2380342 h 2380342"/>
              <a:gd name="connsiteX1" fmla="*/ 1553029 w 1553029"/>
              <a:gd name="connsiteY1" fmla="*/ 0 h 2380342"/>
              <a:gd name="connsiteX2" fmla="*/ 1553029 w 1553029"/>
              <a:gd name="connsiteY2" fmla="*/ 0 h 2380342"/>
              <a:gd name="connsiteX0" fmla="*/ 0 w 1553029"/>
              <a:gd name="connsiteY0" fmla="*/ 2380342 h 2380342"/>
              <a:gd name="connsiteX1" fmla="*/ 1553029 w 1553029"/>
              <a:gd name="connsiteY1" fmla="*/ 0 h 2380342"/>
              <a:gd name="connsiteX2" fmla="*/ 1553029 w 1553029"/>
              <a:gd name="connsiteY2" fmla="*/ 0 h 2380342"/>
              <a:gd name="connsiteX0" fmla="*/ 168143 w 1721172"/>
              <a:gd name="connsiteY0" fmla="*/ 2380342 h 2380342"/>
              <a:gd name="connsiteX1" fmla="*/ 1721172 w 1721172"/>
              <a:gd name="connsiteY1" fmla="*/ 0 h 2380342"/>
              <a:gd name="connsiteX2" fmla="*/ 1721172 w 1721172"/>
              <a:gd name="connsiteY2" fmla="*/ 0 h 2380342"/>
              <a:gd name="connsiteX0" fmla="*/ 204757 w 1757786"/>
              <a:gd name="connsiteY0" fmla="*/ 2380342 h 2380342"/>
              <a:gd name="connsiteX1" fmla="*/ 1757786 w 1757786"/>
              <a:gd name="connsiteY1" fmla="*/ 0 h 2380342"/>
              <a:gd name="connsiteX2" fmla="*/ 1757786 w 1757786"/>
              <a:gd name="connsiteY2" fmla="*/ 0 h 2380342"/>
              <a:gd name="connsiteX0" fmla="*/ 184770 w 1737799"/>
              <a:gd name="connsiteY0" fmla="*/ 2380342 h 2380342"/>
              <a:gd name="connsiteX1" fmla="*/ 1737799 w 1737799"/>
              <a:gd name="connsiteY1" fmla="*/ 0 h 2380342"/>
              <a:gd name="connsiteX2" fmla="*/ 1737799 w 1737799"/>
              <a:gd name="connsiteY2" fmla="*/ 0 h 2380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7799" h="2380342">
                <a:moveTo>
                  <a:pt x="184770" y="2380342"/>
                </a:moveTo>
                <a:cubicBezTo>
                  <a:pt x="-219574" y="862995"/>
                  <a:pt x="-67657" y="450547"/>
                  <a:pt x="1737799" y="0"/>
                </a:cubicBezTo>
                <a:lnTo>
                  <a:pt x="1737799" y="0"/>
                </a:lnTo>
              </a:path>
            </a:pathLst>
          </a:custGeom>
          <a:noFill/>
          <a:ln w="25400">
            <a:gradFill flip="none" rotWithShape="1">
              <a:gsLst>
                <a:gs pos="0">
                  <a:schemeClr val="accent1">
                    <a:lumMod val="20000"/>
                    <a:lumOff val="80000"/>
                  </a:schemeClr>
                </a:gs>
                <a:gs pos="34000">
                  <a:srgbClr val="FEECED"/>
                </a:gs>
                <a:gs pos="100000">
                  <a:schemeClr val="bg1">
                    <a:alpha val="0"/>
                  </a:schemeClr>
                </a:gs>
              </a:gsLst>
              <a:lin ang="189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任意多边形: 形状 19">
            <a:extLst>
              <a:ext uri="{FF2B5EF4-FFF2-40B4-BE49-F238E27FC236}">
                <a16:creationId xmlns:a16="http://schemas.microsoft.com/office/drawing/2014/main" id="{F15A0620-B983-4759-B4AF-573CEBF3361F}"/>
              </a:ext>
            </a:extLst>
          </p:cNvPr>
          <p:cNvSpPr/>
          <p:nvPr userDrawn="1"/>
        </p:nvSpPr>
        <p:spPr>
          <a:xfrm>
            <a:off x="3406388" y="4549140"/>
            <a:ext cx="1881891" cy="2354580"/>
          </a:xfrm>
          <a:custGeom>
            <a:avLst/>
            <a:gdLst>
              <a:gd name="connsiteX0" fmla="*/ 883920 w 883920"/>
              <a:gd name="connsiteY0" fmla="*/ 2354580 h 2354580"/>
              <a:gd name="connsiteX1" fmla="*/ 0 w 883920"/>
              <a:gd name="connsiteY1" fmla="*/ 0 h 2354580"/>
              <a:gd name="connsiteX2" fmla="*/ 0 w 883920"/>
              <a:gd name="connsiteY2" fmla="*/ 0 h 2354580"/>
              <a:gd name="connsiteX0" fmla="*/ 883920 w 883920"/>
              <a:gd name="connsiteY0" fmla="*/ 2354580 h 2354580"/>
              <a:gd name="connsiteX1" fmla="*/ 0 w 883920"/>
              <a:gd name="connsiteY1" fmla="*/ 0 h 2354580"/>
              <a:gd name="connsiteX2" fmla="*/ 0 w 883920"/>
              <a:gd name="connsiteY2" fmla="*/ 0 h 2354580"/>
              <a:gd name="connsiteX0" fmla="*/ 1784531 w 1784531"/>
              <a:gd name="connsiteY0" fmla="*/ 2354580 h 2354580"/>
              <a:gd name="connsiteX1" fmla="*/ 900611 w 1784531"/>
              <a:gd name="connsiteY1" fmla="*/ 0 h 2354580"/>
              <a:gd name="connsiteX2" fmla="*/ 900611 w 1784531"/>
              <a:gd name="connsiteY2" fmla="*/ 0 h 2354580"/>
              <a:gd name="connsiteX0" fmla="*/ 1784531 w 1784531"/>
              <a:gd name="connsiteY0" fmla="*/ 2354580 h 2354580"/>
              <a:gd name="connsiteX1" fmla="*/ 900611 w 1784531"/>
              <a:gd name="connsiteY1" fmla="*/ 0 h 2354580"/>
              <a:gd name="connsiteX2" fmla="*/ 900611 w 1784531"/>
              <a:gd name="connsiteY2" fmla="*/ 0 h 2354580"/>
              <a:gd name="connsiteX0" fmla="*/ 1892653 w 1892653"/>
              <a:gd name="connsiteY0" fmla="*/ 2354580 h 2354580"/>
              <a:gd name="connsiteX1" fmla="*/ 1008733 w 1892653"/>
              <a:gd name="connsiteY1" fmla="*/ 0 h 2354580"/>
              <a:gd name="connsiteX2" fmla="*/ 1008733 w 1892653"/>
              <a:gd name="connsiteY2" fmla="*/ 0 h 2354580"/>
              <a:gd name="connsiteX0" fmla="*/ 1881891 w 1881891"/>
              <a:gd name="connsiteY0" fmla="*/ 2354580 h 2354580"/>
              <a:gd name="connsiteX1" fmla="*/ 997971 w 1881891"/>
              <a:gd name="connsiteY1" fmla="*/ 0 h 2354580"/>
              <a:gd name="connsiteX2" fmla="*/ 997971 w 1881891"/>
              <a:gd name="connsiteY2" fmla="*/ 0 h 2354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81891" h="2354580">
                <a:moveTo>
                  <a:pt x="1881891" y="2354580"/>
                </a:moveTo>
                <a:cubicBezTo>
                  <a:pt x="1061471" y="1645920"/>
                  <a:pt x="-1343909" y="327660"/>
                  <a:pt x="997971" y="0"/>
                </a:cubicBezTo>
                <a:lnTo>
                  <a:pt x="997971" y="0"/>
                </a:lnTo>
              </a:path>
            </a:pathLst>
          </a:custGeom>
          <a:noFill/>
          <a:ln w="25400">
            <a:gradFill>
              <a:gsLst>
                <a:gs pos="0">
                  <a:schemeClr val="bg1">
                    <a:alpha val="0"/>
                  </a:schemeClr>
                </a:gs>
                <a:gs pos="45000">
                  <a:srgbClr val="FEEEEF"/>
                </a:gs>
                <a:gs pos="100000">
                  <a:schemeClr val="accent1">
                    <a:lumMod val="20000"/>
                    <a:lumOff val="8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4" name="任意多边形: 形状 183">
            <a:extLst>
              <a:ext uri="{FF2B5EF4-FFF2-40B4-BE49-F238E27FC236}">
                <a16:creationId xmlns:a16="http://schemas.microsoft.com/office/drawing/2014/main" id="{80B66BDD-37F0-4A92-94FE-C3EB3FEE3B51}"/>
              </a:ext>
            </a:extLst>
          </p:cNvPr>
          <p:cNvSpPr/>
          <p:nvPr userDrawn="1"/>
        </p:nvSpPr>
        <p:spPr>
          <a:xfrm>
            <a:off x="4020842" y="4508500"/>
            <a:ext cx="4119857" cy="2451100"/>
          </a:xfrm>
          <a:custGeom>
            <a:avLst/>
            <a:gdLst>
              <a:gd name="connsiteX0" fmla="*/ 3390900 w 3390900"/>
              <a:gd name="connsiteY0" fmla="*/ 2451100 h 2451100"/>
              <a:gd name="connsiteX1" fmla="*/ 0 w 3390900"/>
              <a:gd name="connsiteY1" fmla="*/ 0 h 2451100"/>
              <a:gd name="connsiteX2" fmla="*/ 0 w 3390900"/>
              <a:gd name="connsiteY2" fmla="*/ 0 h 2451100"/>
              <a:gd name="connsiteX0" fmla="*/ 4147099 w 4147099"/>
              <a:gd name="connsiteY0" fmla="*/ 2451100 h 2451100"/>
              <a:gd name="connsiteX1" fmla="*/ 756199 w 4147099"/>
              <a:gd name="connsiteY1" fmla="*/ 0 h 2451100"/>
              <a:gd name="connsiteX2" fmla="*/ 756199 w 4147099"/>
              <a:gd name="connsiteY2" fmla="*/ 0 h 2451100"/>
              <a:gd name="connsiteX0" fmla="*/ 4168172 w 4168172"/>
              <a:gd name="connsiteY0" fmla="*/ 2451100 h 2451100"/>
              <a:gd name="connsiteX1" fmla="*/ 777272 w 4168172"/>
              <a:gd name="connsiteY1" fmla="*/ 0 h 2451100"/>
              <a:gd name="connsiteX2" fmla="*/ 777272 w 4168172"/>
              <a:gd name="connsiteY2" fmla="*/ 0 h 2451100"/>
              <a:gd name="connsiteX0" fmla="*/ 4162810 w 4162810"/>
              <a:gd name="connsiteY0" fmla="*/ 2451100 h 2451100"/>
              <a:gd name="connsiteX1" fmla="*/ 771910 w 4162810"/>
              <a:gd name="connsiteY1" fmla="*/ 0 h 2451100"/>
              <a:gd name="connsiteX2" fmla="*/ 771910 w 4162810"/>
              <a:gd name="connsiteY2" fmla="*/ 0 h 2451100"/>
              <a:gd name="connsiteX0" fmla="*/ 4162810 w 4162810"/>
              <a:gd name="connsiteY0" fmla="*/ 2451100 h 2451100"/>
              <a:gd name="connsiteX1" fmla="*/ 771910 w 4162810"/>
              <a:gd name="connsiteY1" fmla="*/ 0 h 2451100"/>
              <a:gd name="connsiteX2" fmla="*/ 771910 w 4162810"/>
              <a:gd name="connsiteY2" fmla="*/ 0 h 2451100"/>
              <a:gd name="connsiteX0" fmla="*/ 4170878 w 4170878"/>
              <a:gd name="connsiteY0" fmla="*/ 2451100 h 2451100"/>
              <a:gd name="connsiteX1" fmla="*/ 779978 w 4170878"/>
              <a:gd name="connsiteY1" fmla="*/ 0 h 2451100"/>
              <a:gd name="connsiteX2" fmla="*/ 779978 w 4170878"/>
              <a:gd name="connsiteY2" fmla="*/ 0 h 2451100"/>
              <a:gd name="connsiteX0" fmla="*/ 4119857 w 4119857"/>
              <a:gd name="connsiteY0" fmla="*/ 2451100 h 2451100"/>
              <a:gd name="connsiteX1" fmla="*/ 728957 w 4119857"/>
              <a:gd name="connsiteY1" fmla="*/ 0 h 2451100"/>
              <a:gd name="connsiteX2" fmla="*/ 728957 w 4119857"/>
              <a:gd name="connsiteY2" fmla="*/ 0 h 2451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19857" h="2451100">
                <a:moveTo>
                  <a:pt x="4119857" y="2451100"/>
                </a:moveTo>
                <a:cubicBezTo>
                  <a:pt x="2760957" y="1707727"/>
                  <a:pt x="-1745003" y="479213"/>
                  <a:pt x="728957" y="0"/>
                </a:cubicBezTo>
                <a:lnTo>
                  <a:pt x="728957" y="0"/>
                </a:lnTo>
              </a:path>
            </a:pathLst>
          </a:custGeom>
          <a:noFill/>
          <a:ln w="25400">
            <a:gradFill>
              <a:gsLst>
                <a:gs pos="47000">
                  <a:srgbClr val="FEF1F1"/>
                </a:gs>
                <a:gs pos="0">
                  <a:schemeClr val="bg1">
                    <a:alpha val="0"/>
                  </a:schemeClr>
                </a:gs>
                <a:gs pos="100000">
                  <a:schemeClr val="accent1">
                    <a:lumMod val="20000"/>
                    <a:lumOff val="8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6" name="任意多边形: 形状 185">
            <a:extLst>
              <a:ext uri="{FF2B5EF4-FFF2-40B4-BE49-F238E27FC236}">
                <a16:creationId xmlns:a16="http://schemas.microsoft.com/office/drawing/2014/main" id="{71EEF06E-B7FB-485C-8740-63EA8F5981CC}"/>
              </a:ext>
            </a:extLst>
          </p:cNvPr>
          <p:cNvSpPr/>
          <p:nvPr userDrawn="1"/>
        </p:nvSpPr>
        <p:spPr>
          <a:xfrm>
            <a:off x="4434121" y="4546600"/>
            <a:ext cx="6504207" cy="2339340"/>
          </a:xfrm>
          <a:custGeom>
            <a:avLst/>
            <a:gdLst>
              <a:gd name="connsiteX0" fmla="*/ 6154058 w 6154058"/>
              <a:gd name="connsiteY0" fmla="*/ 2336800 h 2336800"/>
              <a:gd name="connsiteX1" fmla="*/ 0 w 6154058"/>
              <a:gd name="connsiteY1" fmla="*/ 0 h 2336800"/>
              <a:gd name="connsiteX0" fmla="*/ 6541621 w 6541621"/>
              <a:gd name="connsiteY0" fmla="*/ 2336800 h 2336800"/>
              <a:gd name="connsiteX1" fmla="*/ 387563 w 6541621"/>
              <a:gd name="connsiteY1" fmla="*/ 0 h 2336800"/>
              <a:gd name="connsiteX0" fmla="*/ 6541621 w 6541621"/>
              <a:gd name="connsiteY0" fmla="*/ 2336800 h 2336800"/>
              <a:gd name="connsiteX1" fmla="*/ 387563 w 6541621"/>
              <a:gd name="connsiteY1" fmla="*/ 0 h 2336800"/>
              <a:gd name="connsiteX0" fmla="*/ 6548734 w 6548734"/>
              <a:gd name="connsiteY0" fmla="*/ 2336800 h 2336800"/>
              <a:gd name="connsiteX1" fmla="*/ 394676 w 6548734"/>
              <a:gd name="connsiteY1" fmla="*/ 0 h 2336800"/>
              <a:gd name="connsiteX0" fmla="*/ 6546531 w 6546531"/>
              <a:gd name="connsiteY0" fmla="*/ 2336800 h 2336800"/>
              <a:gd name="connsiteX1" fmla="*/ 392473 w 6546531"/>
              <a:gd name="connsiteY1" fmla="*/ 0 h 2336800"/>
              <a:gd name="connsiteX0" fmla="*/ 6462305 w 6462305"/>
              <a:gd name="connsiteY0" fmla="*/ 2362200 h 2362200"/>
              <a:gd name="connsiteX1" fmla="*/ 397147 w 6462305"/>
              <a:gd name="connsiteY1" fmla="*/ 0 h 2362200"/>
              <a:gd name="connsiteX0" fmla="*/ 6498389 w 6498389"/>
              <a:gd name="connsiteY0" fmla="*/ 2339340 h 2339340"/>
              <a:gd name="connsiteX1" fmla="*/ 395131 w 6498389"/>
              <a:gd name="connsiteY1" fmla="*/ 0 h 2339340"/>
              <a:gd name="connsiteX0" fmla="*/ 6502229 w 6502229"/>
              <a:gd name="connsiteY0" fmla="*/ 2339340 h 2339340"/>
              <a:gd name="connsiteX1" fmla="*/ 398971 w 6502229"/>
              <a:gd name="connsiteY1" fmla="*/ 0 h 2339340"/>
              <a:gd name="connsiteX0" fmla="*/ 6465121 w 6465121"/>
              <a:gd name="connsiteY0" fmla="*/ 2339340 h 2339340"/>
              <a:gd name="connsiteX1" fmla="*/ 361863 w 6465121"/>
              <a:gd name="connsiteY1" fmla="*/ 0 h 2339340"/>
              <a:gd name="connsiteX0" fmla="*/ 6504207 w 6504207"/>
              <a:gd name="connsiteY0" fmla="*/ 2339340 h 2339340"/>
              <a:gd name="connsiteX1" fmla="*/ 400949 w 6504207"/>
              <a:gd name="connsiteY1" fmla="*/ 0 h 2339340"/>
              <a:gd name="connsiteX0" fmla="*/ 6504207 w 6504207"/>
              <a:gd name="connsiteY0" fmla="*/ 2339340 h 2339340"/>
              <a:gd name="connsiteX1" fmla="*/ 400949 w 6504207"/>
              <a:gd name="connsiteY1" fmla="*/ 0 h 2339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504207" h="2339340">
                <a:moveTo>
                  <a:pt x="6504207" y="2339340"/>
                </a:moveTo>
                <a:cubicBezTo>
                  <a:pt x="4275961" y="1646949"/>
                  <a:pt x="-1574505" y="445105"/>
                  <a:pt x="400949" y="0"/>
                </a:cubicBezTo>
              </a:path>
            </a:pathLst>
          </a:custGeom>
          <a:noFill/>
          <a:ln w="25400">
            <a:gradFill>
              <a:gsLst>
                <a:gs pos="54000">
                  <a:srgbClr val="FDECED"/>
                </a:gs>
                <a:gs pos="0">
                  <a:schemeClr val="bg1">
                    <a:alpha val="0"/>
                  </a:schemeClr>
                </a:gs>
                <a:gs pos="100000">
                  <a:schemeClr val="accent1">
                    <a:lumMod val="20000"/>
                    <a:lumOff val="8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7" name="676fecc8-5938-4c2a-98aa-ea8df123951c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>
            <a:extLst>
              <a:ext uri="{FF2B5EF4-FFF2-40B4-BE49-F238E27FC236}">
                <a16:creationId xmlns:a16="http://schemas.microsoft.com/office/drawing/2014/main" id="{419096C1-39D6-4A7D-A875-74944D7F2B69}"/>
              </a:ext>
            </a:extLst>
          </p:cNvPr>
          <p:cNvGrpSpPr>
            <a:grpSpLocks noChangeAspect="1"/>
          </p:cNvGrpSpPr>
          <p:nvPr userDrawn="1">
            <p:custDataLst>
              <p:tags r:id="rId1"/>
            </p:custDataLst>
          </p:nvPr>
        </p:nvGrpSpPr>
        <p:grpSpPr>
          <a:xfrm>
            <a:off x="9288865" y="629945"/>
            <a:ext cx="2268410" cy="615576"/>
            <a:chOff x="2647449" y="2492374"/>
            <a:chExt cx="6897103" cy="1871663"/>
          </a:xfrm>
          <a:solidFill>
            <a:schemeClr val="bg1"/>
          </a:solidFill>
        </p:grpSpPr>
        <p:sp>
          <p:nvSpPr>
            <p:cNvPr id="188" name="ïṡlîḓê">
              <a:extLst>
                <a:ext uri="{FF2B5EF4-FFF2-40B4-BE49-F238E27FC236}">
                  <a16:creationId xmlns:a16="http://schemas.microsoft.com/office/drawing/2014/main" id="{A7100E10-6816-4AA9-9CE2-B51AA0B8958A}"/>
                </a:ext>
              </a:extLst>
            </p:cNvPr>
            <p:cNvSpPr/>
            <p:nvPr userDrawn="1"/>
          </p:nvSpPr>
          <p:spPr bwMode="auto">
            <a:xfrm>
              <a:off x="4864297" y="2650172"/>
              <a:ext cx="4625464" cy="1089247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9" name="ïṧlïďê">
              <a:extLst>
                <a:ext uri="{FF2B5EF4-FFF2-40B4-BE49-F238E27FC236}">
                  <a16:creationId xmlns:a16="http://schemas.microsoft.com/office/drawing/2014/main" id="{F60BE995-2C5B-4F61-87D9-4800BBA022DF}"/>
                </a:ext>
              </a:extLst>
            </p:cNvPr>
            <p:cNvSpPr/>
            <p:nvPr userDrawn="1"/>
          </p:nvSpPr>
          <p:spPr bwMode="auto">
            <a:xfrm>
              <a:off x="4816081" y="4076932"/>
              <a:ext cx="4728471" cy="131499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90" name="ïş1îdé">
              <a:extLst>
                <a:ext uri="{FF2B5EF4-FFF2-40B4-BE49-F238E27FC236}">
                  <a16:creationId xmlns:a16="http://schemas.microsoft.com/office/drawing/2014/main" id="{DEA90481-31F5-4AD1-9D11-A8CF1AADC87A}"/>
                </a:ext>
              </a:extLst>
            </p:cNvPr>
            <p:cNvSpPr/>
            <p:nvPr userDrawn="1"/>
          </p:nvSpPr>
          <p:spPr bwMode="auto">
            <a:xfrm>
              <a:off x="2647449" y="2492374"/>
              <a:ext cx="1838789" cy="1871663"/>
            </a:xfrm>
            <a:custGeom>
              <a:avLst/>
              <a:gdLst>
                <a:gd name="T0" fmla="*/ 606 w 808"/>
                <a:gd name="T1" fmla="*/ 701 h 821"/>
                <a:gd name="T2" fmla="*/ 597 w 808"/>
                <a:gd name="T3" fmla="*/ 703 h 821"/>
                <a:gd name="T4" fmla="*/ 597 w 808"/>
                <a:gd name="T5" fmla="*/ 684 h 821"/>
                <a:gd name="T6" fmla="*/ 620 w 808"/>
                <a:gd name="T7" fmla="*/ 651 h 821"/>
                <a:gd name="T8" fmla="*/ 606 w 808"/>
                <a:gd name="T9" fmla="*/ 661 h 821"/>
                <a:gd name="T10" fmla="*/ 584 w 808"/>
                <a:gd name="T11" fmla="*/ 659 h 821"/>
                <a:gd name="T12" fmla="*/ 591 w 808"/>
                <a:gd name="T13" fmla="*/ 642 h 821"/>
                <a:gd name="T14" fmla="*/ 597 w 808"/>
                <a:gd name="T15" fmla="*/ 649 h 821"/>
                <a:gd name="T16" fmla="*/ 620 w 808"/>
                <a:gd name="T17" fmla="*/ 619 h 821"/>
                <a:gd name="T18" fmla="*/ 636 w 808"/>
                <a:gd name="T19" fmla="*/ 634 h 821"/>
                <a:gd name="T20" fmla="*/ 623 w 808"/>
                <a:gd name="T21" fmla="*/ 679 h 821"/>
                <a:gd name="T22" fmla="*/ 620 w 808"/>
                <a:gd name="T23" fmla="*/ 692 h 821"/>
                <a:gd name="T24" fmla="*/ 177 w 808"/>
                <a:gd name="T25" fmla="*/ 710 h 821"/>
                <a:gd name="T26" fmla="*/ 216 w 808"/>
                <a:gd name="T27" fmla="*/ 643 h 821"/>
                <a:gd name="T28" fmla="*/ 233 w 808"/>
                <a:gd name="T29" fmla="*/ 632 h 821"/>
                <a:gd name="T30" fmla="*/ 209 w 808"/>
                <a:gd name="T31" fmla="*/ 667 h 821"/>
                <a:gd name="T32" fmla="*/ 245 w 808"/>
                <a:gd name="T33" fmla="*/ 647 h 821"/>
                <a:gd name="T34" fmla="*/ 246 w 808"/>
                <a:gd name="T35" fmla="*/ 676 h 821"/>
                <a:gd name="T36" fmla="*/ 228 w 808"/>
                <a:gd name="T37" fmla="*/ 694 h 821"/>
                <a:gd name="T38" fmla="*/ 203 w 808"/>
                <a:gd name="T39" fmla="*/ 719 h 821"/>
                <a:gd name="T40" fmla="*/ 207 w 808"/>
                <a:gd name="T41" fmla="*/ 683 h 821"/>
                <a:gd name="T42" fmla="*/ 446 w 808"/>
                <a:gd name="T43" fmla="*/ 698 h 821"/>
                <a:gd name="T44" fmla="*/ 444 w 808"/>
                <a:gd name="T45" fmla="*/ 686 h 821"/>
                <a:gd name="T46" fmla="*/ 445 w 808"/>
                <a:gd name="T47" fmla="*/ 674 h 821"/>
                <a:gd name="T48" fmla="*/ 434 w 808"/>
                <a:gd name="T49" fmla="*/ 668 h 821"/>
                <a:gd name="T50" fmla="*/ 438 w 808"/>
                <a:gd name="T51" fmla="*/ 651 h 821"/>
                <a:gd name="T52" fmla="*/ 456 w 808"/>
                <a:gd name="T53" fmla="*/ 644 h 821"/>
                <a:gd name="T54" fmla="*/ 465 w 808"/>
                <a:gd name="T55" fmla="*/ 643 h 821"/>
                <a:gd name="T56" fmla="*/ 457 w 808"/>
                <a:gd name="T57" fmla="*/ 675 h 821"/>
                <a:gd name="T58" fmla="*/ 455 w 808"/>
                <a:gd name="T59" fmla="*/ 690 h 821"/>
                <a:gd name="T60" fmla="*/ 265 w 808"/>
                <a:gd name="T61" fmla="*/ 713 h 821"/>
                <a:gd name="T62" fmla="*/ 562 w 808"/>
                <a:gd name="T63" fmla="*/ 715 h 821"/>
                <a:gd name="T64" fmla="*/ 292 w 808"/>
                <a:gd name="T65" fmla="*/ 705 h 821"/>
                <a:gd name="T66" fmla="*/ 300 w 808"/>
                <a:gd name="T67" fmla="*/ 666 h 821"/>
                <a:gd name="T68" fmla="*/ 285 w 808"/>
                <a:gd name="T69" fmla="*/ 672 h 821"/>
                <a:gd name="T70" fmla="*/ 302 w 808"/>
                <a:gd name="T71" fmla="*/ 650 h 821"/>
                <a:gd name="T72" fmla="*/ 307 w 808"/>
                <a:gd name="T73" fmla="*/ 637 h 821"/>
                <a:gd name="T74" fmla="*/ 319 w 808"/>
                <a:gd name="T75" fmla="*/ 648 h 821"/>
                <a:gd name="T76" fmla="*/ 305 w 808"/>
                <a:gd name="T77" fmla="*/ 696 h 821"/>
                <a:gd name="T78" fmla="*/ 511 w 808"/>
                <a:gd name="T79" fmla="*/ 689 h 821"/>
                <a:gd name="T80" fmla="*/ 538 w 808"/>
                <a:gd name="T81" fmla="*/ 638 h 821"/>
                <a:gd name="T82" fmla="*/ 529 w 808"/>
                <a:gd name="T83" fmla="*/ 700 h 821"/>
                <a:gd name="T84" fmla="*/ 241 w 808"/>
                <a:gd name="T85" fmla="*/ 701 h 821"/>
                <a:gd name="T86" fmla="*/ 469 w 808"/>
                <a:gd name="T87" fmla="*/ 701 h 821"/>
                <a:gd name="T88" fmla="*/ 447 w 808"/>
                <a:gd name="T89" fmla="*/ 705 h 821"/>
                <a:gd name="T90" fmla="*/ 349 w 808"/>
                <a:gd name="T91" fmla="*/ 697 h 821"/>
                <a:gd name="T92" fmla="*/ 371 w 808"/>
                <a:gd name="T93" fmla="*/ 665 h 821"/>
                <a:gd name="T94" fmla="*/ 400 w 808"/>
                <a:gd name="T95" fmla="*/ 667 h 821"/>
                <a:gd name="T96" fmla="*/ 375 w 808"/>
                <a:gd name="T97" fmla="*/ 697 h 821"/>
                <a:gd name="T98" fmla="*/ 220 w 808"/>
                <a:gd name="T99" fmla="*/ 683 h 821"/>
                <a:gd name="T100" fmla="*/ 223 w 808"/>
                <a:gd name="T101" fmla="*/ 690 h 821"/>
                <a:gd name="T102" fmla="*/ 318 w 808"/>
                <a:gd name="T103" fmla="*/ 697 h 821"/>
                <a:gd name="T104" fmla="*/ 206 w 808"/>
                <a:gd name="T105" fmla="*/ 674 h 821"/>
                <a:gd name="T106" fmla="*/ 311 w 808"/>
                <a:gd name="T107" fmla="*/ 660 h 821"/>
                <a:gd name="T108" fmla="*/ 614 w 808"/>
                <a:gd name="T109" fmla="*/ 661 h 821"/>
                <a:gd name="T110" fmla="*/ 607 w 808"/>
                <a:gd name="T111" fmla="*/ 650 h 821"/>
                <a:gd name="T112" fmla="*/ 217 w 808"/>
                <a:gd name="T113" fmla="*/ 627 h 821"/>
                <a:gd name="T114" fmla="*/ 161 w 808"/>
                <a:gd name="T115" fmla="*/ 585 h 821"/>
                <a:gd name="T116" fmla="*/ 114 w 808"/>
                <a:gd name="T117" fmla="*/ 372 h 821"/>
                <a:gd name="T118" fmla="*/ 243 w 808"/>
                <a:gd name="T119" fmla="*/ 205 h 821"/>
                <a:gd name="T120" fmla="*/ 433 w 808"/>
                <a:gd name="T121" fmla="*/ 152 h 821"/>
                <a:gd name="T122" fmla="*/ 653 w 808"/>
                <a:gd name="T123" fmla="*/ 325 h 821"/>
                <a:gd name="T124" fmla="*/ 664 w 808"/>
                <a:gd name="T125" fmla="*/ 501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821">
                  <a:moveTo>
                    <a:pt x="404" y="821"/>
                  </a:moveTo>
                  <a:cubicBezTo>
                    <a:pt x="626" y="821"/>
                    <a:pt x="808" y="637"/>
                    <a:pt x="808" y="411"/>
                  </a:cubicBezTo>
                  <a:cubicBezTo>
                    <a:pt x="808" y="185"/>
                    <a:pt x="626" y="0"/>
                    <a:pt x="404" y="0"/>
                  </a:cubicBezTo>
                  <a:cubicBezTo>
                    <a:pt x="181" y="0"/>
                    <a:pt x="0" y="185"/>
                    <a:pt x="0" y="411"/>
                  </a:cubicBezTo>
                  <a:cubicBezTo>
                    <a:pt x="0" y="637"/>
                    <a:pt x="181" y="821"/>
                    <a:pt x="404" y="821"/>
                  </a:cubicBezTo>
                  <a:close/>
                  <a:moveTo>
                    <a:pt x="404" y="3"/>
                  </a:moveTo>
                  <a:cubicBezTo>
                    <a:pt x="474" y="48"/>
                    <a:pt x="616" y="90"/>
                    <a:pt x="583" y="158"/>
                  </a:cubicBezTo>
                  <a:cubicBezTo>
                    <a:pt x="638" y="106"/>
                    <a:pt x="721" y="230"/>
                    <a:pt x="785" y="285"/>
                  </a:cubicBezTo>
                  <a:cubicBezTo>
                    <a:pt x="765" y="362"/>
                    <a:pt x="769" y="520"/>
                    <a:pt x="693" y="507"/>
                  </a:cubicBezTo>
                  <a:cubicBezTo>
                    <a:pt x="761" y="544"/>
                    <a:pt x="669" y="666"/>
                    <a:pt x="644" y="734"/>
                  </a:cubicBezTo>
                  <a:cubicBezTo>
                    <a:pt x="567" y="740"/>
                    <a:pt x="412" y="799"/>
                    <a:pt x="405" y="723"/>
                  </a:cubicBezTo>
                  <a:cubicBezTo>
                    <a:pt x="392" y="797"/>
                    <a:pt x="241" y="737"/>
                    <a:pt x="161" y="732"/>
                  </a:cubicBezTo>
                  <a:cubicBezTo>
                    <a:pt x="134" y="658"/>
                    <a:pt x="46" y="545"/>
                    <a:pt x="113" y="509"/>
                  </a:cubicBezTo>
                  <a:cubicBezTo>
                    <a:pt x="35" y="520"/>
                    <a:pt x="47" y="364"/>
                    <a:pt x="23" y="284"/>
                  </a:cubicBezTo>
                  <a:cubicBezTo>
                    <a:pt x="90" y="245"/>
                    <a:pt x="172" y="105"/>
                    <a:pt x="229" y="159"/>
                  </a:cubicBezTo>
                  <a:cubicBezTo>
                    <a:pt x="197" y="85"/>
                    <a:pt x="340" y="46"/>
                    <a:pt x="404" y="3"/>
                  </a:cubicBezTo>
                  <a:close/>
                  <a:moveTo>
                    <a:pt x="609" y="729"/>
                  </a:move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09" y="729"/>
                    <a:pt x="609" y="729"/>
                    <a:pt x="609" y="729"/>
                  </a:cubicBezTo>
                  <a:close/>
                  <a:moveTo>
                    <a:pt x="176" y="724"/>
                  </a:move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3"/>
                    <a:pt x="194" y="683"/>
                    <a:pt x="195" y="683"/>
                  </a:cubicBezTo>
                  <a:cubicBezTo>
                    <a:pt x="195" y="683"/>
                    <a:pt x="195" y="683"/>
                    <a:pt x="195" y="683"/>
                  </a:cubicBezTo>
                  <a:cubicBezTo>
                    <a:pt x="195" y="683"/>
                    <a:pt x="195" y="682"/>
                    <a:pt x="196" y="682"/>
                  </a:cubicBezTo>
                  <a:cubicBezTo>
                    <a:pt x="196" y="682"/>
                    <a:pt x="196" y="682"/>
                    <a:pt x="196" y="682"/>
                  </a:cubicBezTo>
                  <a:cubicBezTo>
                    <a:pt x="196" y="682"/>
                    <a:pt x="196" y="682"/>
                    <a:pt x="196" y="681"/>
                  </a:cubicBezTo>
                  <a:cubicBezTo>
                    <a:pt x="196" y="681"/>
                    <a:pt x="196" y="681"/>
                    <a:pt x="196" y="681"/>
                  </a:cubicBezTo>
                  <a:cubicBezTo>
                    <a:pt x="196" y="681"/>
                    <a:pt x="196" y="681"/>
                    <a:pt x="197" y="681"/>
                  </a:cubicBezTo>
                  <a:cubicBezTo>
                    <a:pt x="197" y="681"/>
                    <a:pt x="197" y="681"/>
                    <a:pt x="197" y="681"/>
                  </a:cubicBezTo>
                  <a:cubicBezTo>
                    <a:pt x="198" y="679"/>
                    <a:pt x="199" y="677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15" y="706"/>
                    <a:pt x="215" y="706"/>
                    <a:pt x="215" y="706"/>
                  </a:cubicBezTo>
                  <a:cubicBezTo>
                    <a:pt x="214" y="707"/>
                    <a:pt x="214" y="707"/>
                    <a:pt x="214" y="707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8"/>
                    <a:pt x="214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213" y="698"/>
                    <a:pt x="213" y="698"/>
                    <a:pt x="213" y="697"/>
                  </a:cubicBezTo>
                  <a:cubicBezTo>
                    <a:pt x="213" y="697"/>
                    <a:pt x="213" y="697"/>
                    <a:pt x="213" y="697"/>
                  </a:cubicBezTo>
                  <a:cubicBezTo>
                    <a:pt x="213" y="696"/>
                    <a:pt x="213" y="696"/>
                    <a:pt x="213" y="695"/>
                  </a:cubicBezTo>
                  <a:cubicBezTo>
                    <a:pt x="213" y="695"/>
                    <a:pt x="213" y="695"/>
                    <a:pt x="213" y="695"/>
                  </a:cubicBezTo>
                  <a:cubicBezTo>
                    <a:pt x="213" y="693"/>
                    <a:pt x="213" y="691"/>
                    <a:pt x="213" y="689"/>
                  </a:cubicBezTo>
                  <a:cubicBezTo>
                    <a:pt x="213" y="689"/>
                    <a:pt x="213" y="689"/>
                    <a:pt x="213" y="689"/>
                  </a:cubicBezTo>
                  <a:cubicBezTo>
                    <a:pt x="213" y="688"/>
                    <a:pt x="213" y="688"/>
                    <a:pt x="214" y="687"/>
                  </a:cubicBezTo>
                  <a:cubicBezTo>
                    <a:pt x="214" y="687"/>
                    <a:pt x="214" y="687"/>
                    <a:pt x="214" y="687"/>
                  </a:cubicBezTo>
                  <a:cubicBezTo>
                    <a:pt x="214" y="686"/>
                    <a:pt x="214" y="685"/>
                    <a:pt x="215" y="684"/>
                  </a:cubicBezTo>
                  <a:cubicBezTo>
                    <a:pt x="215" y="684"/>
                    <a:pt x="215" y="684"/>
                    <a:pt x="215" y="684"/>
                  </a:cubicBezTo>
                  <a:cubicBezTo>
                    <a:pt x="215" y="684"/>
                    <a:pt x="216" y="683"/>
                    <a:pt x="216" y="682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7" y="681"/>
                    <a:pt x="217" y="680"/>
                    <a:pt x="218" y="679"/>
                  </a:cubicBezTo>
                  <a:cubicBezTo>
                    <a:pt x="218" y="679"/>
                    <a:pt x="218" y="679"/>
                    <a:pt x="218" y="679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6" y="679"/>
                    <a:pt x="213" y="681"/>
                    <a:pt x="210" y="683"/>
                  </a:cubicBezTo>
                  <a:cubicBezTo>
                    <a:pt x="210" y="683"/>
                    <a:pt x="210" y="683"/>
                    <a:pt x="210" y="683"/>
                  </a:cubicBezTo>
                  <a:cubicBezTo>
                    <a:pt x="209" y="684"/>
                    <a:pt x="208" y="684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79"/>
                  </a:cubicBezTo>
                  <a:cubicBezTo>
                    <a:pt x="202" y="679"/>
                    <a:pt x="202" y="679"/>
                    <a:pt x="202" y="679"/>
                  </a:cubicBezTo>
                  <a:cubicBezTo>
                    <a:pt x="202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0" y="680"/>
                    <a:pt x="200" y="680"/>
                  </a:cubicBezTo>
                  <a:cubicBezTo>
                    <a:pt x="200" y="680"/>
                    <a:pt x="200" y="680"/>
                    <a:pt x="200" y="680"/>
                  </a:cubicBezTo>
                  <a:cubicBezTo>
                    <a:pt x="200" y="680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76" y="724"/>
                    <a:pt x="176" y="724"/>
                    <a:pt x="176" y="724"/>
                  </a:cubicBezTo>
                  <a:close/>
                  <a:moveTo>
                    <a:pt x="425" y="723"/>
                  </a:move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4" y="668"/>
                    <a:pt x="454" y="668"/>
                  </a:cubicBezTo>
                  <a:cubicBezTo>
                    <a:pt x="454" y="668"/>
                    <a:pt x="454" y="668"/>
                    <a:pt x="454" y="668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0"/>
                    <a:pt x="445" y="640"/>
                    <a:pt x="445" y="640"/>
                  </a:cubicBezTo>
                  <a:cubicBezTo>
                    <a:pt x="445" y="639"/>
                    <a:pt x="445" y="639"/>
                    <a:pt x="445" y="639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0" y="670"/>
                    <a:pt x="458" y="671"/>
                    <a:pt x="458" y="671"/>
                  </a:cubicBezTo>
                  <a:cubicBezTo>
                    <a:pt x="458" y="671"/>
                    <a:pt x="458" y="671"/>
                    <a:pt x="458" y="671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6" y="723"/>
                    <a:pt x="426" y="723"/>
                    <a:pt x="426" y="723"/>
                  </a:cubicBezTo>
                  <a:lnTo>
                    <a:pt x="425" y="723"/>
                  </a:lnTo>
                  <a:close/>
                  <a:moveTo>
                    <a:pt x="270" y="716"/>
                  </a:move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lose/>
                  <a:moveTo>
                    <a:pt x="562" y="715"/>
                  </a:moveTo>
                  <a:cubicBezTo>
                    <a:pt x="562" y="715"/>
                    <a:pt x="562" y="715"/>
                    <a:pt x="562" y="715"/>
                  </a:cubicBezTo>
                  <a:cubicBezTo>
                    <a:pt x="562" y="715"/>
                    <a:pt x="562" y="715"/>
                    <a:pt x="562" y="715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2" y="715"/>
                    <a:pt x="562" y="715"/>
                    <a:pt x="562" y="715"/>
                  </a:cubicBezTo>
                  <a:close/>
                  <a:moveTo>
                    <a:pt x="304" y="713"/>
                  </a:moveTo>
                  <a:cubicBezTo>
                    <a:pt x="302" y="712"/>
                    <a:pt x="302" y="712"/>
                    <a:pt x="302" y="712"/>
                  </a:cubicBezTo>
                  <a:cubicBezTo>
                    <a:pt x="302" y="712"/>
                    <a:pt x="302" y="712"/>
                    <a:pt x="302" y="712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1"/>
                    <a:pt x="302" y="621"/>
                    <a:pt x="302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lose/>
                  <a:moveTo>
                    <a:pt x="506" y="712"/>
                  </a:moveTo>
                  <a:cubicBezTo>
                    <a:pt x="506" y="710"/>
                    <a:pt x="506" y="710"/>
                    <a:pt x="506" y="710"/>
                  </a:cubicBezTo>
                  <a:cubicBezTo>
                    <a:pt x="506" y="710"/>
                    <a:pt x="506" y="710"/>
                    <a:pt x="506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0"/>
                    <a:pt x="536" y="650"/>
                    <a:pt x="535" y="647"/>
                  </a:cubicBezTo>
                  <a:cubicBezTo>
                    <a:pt x="535" y="647"/>
                    <a:pt x="535" y="647"/>
                    <a:pt x="535" y="647"/>
                  </a:cubicBezTo>
                  <a:cubicBezTo>
                    <a:pt x="535" y="645"/>
                    <a:pt x="534" y="644"/>
                    <a:pt x="534" y="643"/>
                  </a:cubicBezTo>
                  <a:cubicBezTo>
                    <a:pt x="534" y="643"/>
                    <a:pt x="534" y="643"/>
                    <a:pt x="534" y="643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2" y="642"/>
                    <a:pt x="542" y="642"/>
                    <a:pt x="543" y="643"/>
                  </a:cubicBezTo>
                  <a:cubicBezTo>
                    <a:pt x="543" y="643"/>
                    <a:pt x="543" y="643"/>
                    <a:pt x="543" y="643"/>
                  </a:cubicBezTo>
                  <a:cubicBezTo>
                    <a:pt x="544" y="645"/>
                    <a:pt x="544" y="645"/>
                    <a:pt x="544" y="647"/>
                  </a:cubicBezTo>
                  <a:cubicBezTo>
                    <a:pt x="544" y="647"/>
                    <a:pt x="544" y="647"/>
                    <a:pt x="544" y="647"/>
                  </a:cubicBezTo>
                  <a:cubicBezTo>
                    <a:pt x="544" y="648"/>
                    <a:pt x="544" y="648"/>
                    <a:pt x="544" y="649"/>
                  </a:cubicBezTo>
                  <a:cubicBezTo>
                    <a:pt x="544" y="649"/>
                    <a:pt x="544" y="649"/>
                    <a:pt x="544" y="649"/>
                  </a:cubicBezTo>
                  <a:cubicBezTo>
                    <a:pt x="539" y="675"/>
                    <a:pt x="539" y="675"/>
                    <a:pt x="539" y="675"/>
                  </a:cubicBezTo>
                  <a:cubicBezTo>
                    <a:pt x="540" y="675"/>
                    <a:pt x="540" y="675"/>
                    <a:pt x="540" y="675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07" y="712"/>
                    <a:pt x="507" y="712"/>
                    <a:pt x="507" y="712"/>
                  </a:cubicBezTo>
                  <a:lnTo>
                    <a:pt x="506" y="712"/>
                  </a:lnTo>
                  <a:close/>
                  <a:moveTo>
                    <a:pt x="242" y="710"/>
                  </a:move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2" y="710"/>
                    <a:pt x="242" y="710"/>
                    <a:pt x="242" y="710"/>
                  </a:cubicBezTo>
                  <a:close/>
                  <a:moveTo>
                    <a:pt x="468" y="708"/>
                  </a:moveTo>
                  <a:cubicBezTo>
                    <a:pt x="467" y="707"/>
                    <a:pt x="467" y="707"/>
                    <a:pt x="467" y="707"/>
                  </a:cubicBezTo>
                  <a:cubicBezTo>
                    <a:pt x="467" y="707"/>
                    <a:pt x="467" y="707"/>
                    <a:pt x="467" y="707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lose/>
                  <a:moveTo>
                    <a:pt x="445" y="707"/>
                  </a:move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lose/>
                  <a:moveTo>
                    <a:pt x="352" y="706"/>
                  </a:move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1" y="699"/>
                    <a:pt x="371" y="699"/>
                    <a:pt x="370" y="699"/>
                  </a:cubicBezTo>
                  <a:cubicBezTo>
                    <a:pt x="370" y="699"/>
                    <a:pt x="370" y="699"/>
                    <a:pt x="370" y="699"/>
                  </a:cubicBezTo>
                  <a:cubicBezTo>
                    <a:pt x="370" y="699"/>
                    <a:pt x="369" y="699"/>
                    <a:pt x="369" y="699"/>
                  </a:cubicBezTo>
                  <a:cubicBezTo>
                    <a:pt x="369" y="699"/>
                    <a:pt x="369" y="700"/>
                    <a:pt x="369" y="700"/>
                  </a:cubicBezTo>
                  <a:cubicBezTo>
                    <a:pt x="369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7" y="701"/>
                    <a:pt x="367" y="701"/>
                    <a:pt x="366" y="701"/>
                  </a:cubicBezTo>
                  <a:cubicBezTo>
                    <a:pt x="366" y="701"/>
                    <a:pt x="366" y="701"/>
                    <a:pt x="366" y="701"/>
                  </a:cubicBezTo>
                  <a:cubicBezTo>
                    <a:pt x="366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2"/>
                  </a:cubicBezTo>
                  <a:cubicBezTo>
                    <a:pt x="364" y="702"/>
                    <a:pt x="364" y="702"/>
                    <a:pt x="364" y="702"/>
                  </a:cubicBezTo>
                  <a:cubicBezTo>
                    <a:pt x="364" y="702"/>
                    <a:pt x="363" y="702"/>
                    <a:pt x="363" y="702"/>
                  </a:cubicBezTo>
                  <a:cubicBezTo>
                    <a:pt x="363" y="702"/>
                    <a:pt x="363" y="702"/>
                    <a:pt x="363" y="702"/>
                  </a:cubicBezTo>
                  <a:cubicBezTo>
                    <a:pt x="363" y="702"/>
                    <a:pt x="362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2" y="706"/>
                    <a:pt x="352" y="706"/>
                    <a:pt x="352" y="706"/>
                  </a:cubicBezTo>
                  <a:close/>
                  <a:moveTo>
                    <a:pt x="218" y="701"/>
                  </a:move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6" y="698"/>
                    <a:pt x="216" y="697"/>
                  </a:cubicBezTo>
                  <a:cubicBezTo>
                    <a:pt x="216" y="697"/>
                    <a:pt x="216" y="697"/>
                    <a:pt x="216" y="697"/>
                  </a:cubicBezTo>
                  <a:cubicBezTo>
                    <a:pt x="216" y="697"/>
                    <a:pt x="216" y="696"/>
                    <a:pt x="215" y="696"/>
                  </a:cubicBezTo>
                  <a:cubicBezTo>
                    <a:pt x="215" y="696"/>
                    <a:pt x="215" y="696"/>
                    <a:pt x="215" y="696"/>
                  </a:cubicBezTo>
                  <a:cubicBezTo>
                    <a:pt x="215" y="695"/>
                    <a:pt x="215" y="695"/>
                    <a:pt x="215" y="694"/>
                  </a:cubicBezTo>
                  <a:cubicBezTo>
                    <a:pt x="215" y="694"/>
                    <a:pt x="215" y="694"/>
                    <a:pt x="215" y="694"/>
                  </a:cubicBezTo>
                  <a:cubicBezTo>
                    <a:pt x="215" y="694"/>
                    <a:pt x="215" y="693"/>
                    <a:pt x="215" y="692"/>
                  </a:cubicBezTo>
                  <a:cubicBezTo>
                    <a:pt x="215" y="692"/>
                    <a:pt x="215" y="692"/>
                    <a:pt x="215" y="692"/>
                  </a:cubicBezTo>
                  <a:cubicBezTo>
                    <a:pt x="215" y="692"/>
                    <a:pt x="215" y="691"/>
                    <a:pt x="215" y="691"/>
                  </a:cubicBezTo>
                  <a:cubicBezTo>
                    <a:pt x="215" y="691"/>
                    <a:pt x="215" y="691"/>
                    <a:pt x="215" y="691"/>
                  </a:cubicBezTo>
                  <a:cubicBezTo>
                    <a:pt x="216" y="690"/>
                    <a:pt x="216" y="689"/>
                    <a:pt x="216" y="689"/>
                  </a:cubicBezTo>
                  <a:cubicBezTo>
                    <a:pt x="216" y="689"/>
                    <a:pt x="216" y="689"/>
                    <a:pt x="216" y="689"/>
                  </a:cubicBezTo>
                  <a:cubicBezTo>
                    <a:pt x="216" y="688"/>
                    <a:pt x="216" y="688"/>
                    <a:pt x="216" y="687"/>
                  </a:cubicBezTo>
                  <a:cubicBezTo>
                    <a:pt x="216" y="687"/>
                    <a:pt x="216" y="687"/>
                    <a:pt x="216" y="687"/>
                  </a:cubicBezTo>
                  <a:cubicBezTo>
                    <a:pt x="216" y="687"/>
                    <a:pt x="217" y="686"/>
                    <a:pt x="217" y="686"/>
                  </a:cubicBezTo>
                  <a:cubicBezTo>
                    <a:pt x="217" y="686"/>
                    <a:pt x="217" y="686"/>
                    <a:pt x="217" y="686"/>
                  </a:cubicBezTo>
                  <a:cubicBezTo>
                    <a:pt x="217" y="686"/>
                    <a:pt x="217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19" y="685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4" y="688"/>
                  </a:cubicBezTo>
                  <a:cubicBezTo>
                    <a:pt x="224" y="688"/>
                    <a:pt x="224" y="688"/>
                    <a:pt x="224" y="688"/>
                  </a:cubicBezTo>
                  <a:cubicBezTo>
                    <a:pt x="224" y="688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3" y="689"/>
                    <a:pt x="223" y="689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2" y="693"/>
                    <a:pt x="222" y="692"/>
                    <a:pt x="222" y="692"/>
                  </a:cubicBezTo>
                  <a:cubicBezTo>
                    <a:pt x="222" y="692"/>
                    <a:pt x="222" y="692"/>
                    <a:pt x="222" y="692"/>
                  </a:cubicBezTo>
                  <a:cubicBezTo>
                    <a:pt x="222" y="692"/>
                    <a:pt x="222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3"/>
                  </a:cubicBezTo>
                  <a:cubicBezTo>
                    <a:pt x="224" y="693"/>
                    <a:pt x="224" y="693"/>
                    <a:pt x="224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4"/>
                    <a:pt x="225" y="694"/>
                    <a:pt x="224" y="694"/>
                  </a:cubicBezTo>
                  <a:cubicBezTo>
                    <a:pt x="224" y="694"/>
                    <a:pt x="224" y="694"/>
                    <a:pt x="224" y="694"/>
                  </a:cubicBezTo>
                  <a:cubicBezTo>
                    <a:pt x="224" y="694"/>
                    <a:pt x="224" y="694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8"/>
                    <a:pt x="223" y="698"/>
                  </a:cubicBezTo>
                  <a:cubicBezTo>
                    <a:pt x="223" y="698"/>
                    <a:pt x="223" y="698"/>
                    <a:pt x="223" y="698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8" y="701"/>
                    <a:pt x="218" y="701"/>
                    <a:pt x="218" y="701"/>
                  </a:cubicBezTo>
                  <a:close/>
                  <a:moveTo>
                    <a:pt x="318" y="698"/>
                  </a:moveTo>
                  <a:cubicBezTo>
                    <a:pt x="318" y="698"/>
                    <a:pt x="318" y="698"/>
                    <a:pt x="318" y="698"/>
                  </a:cubicBezTo>
                  <a:cubicBezTo>
                    <a:pt x="318" y="698"/>
                    <a:pt x="318" y="698"/>
                    <a:pt x="318" y="698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8"/>
                    <a:pt x="319" y="698"/>
                    <a:pt x="319" y="698"/>
                  </a:cubicBezTo>
                  <a:lnTo>
                    <a:pt x="318" y="698"/>
                  </a:lnTo>
                  <a:close/>
                  <a:moveTo>
                    <a:pt x="203" y="679"/>
                  </a:moveTo>
                  <a:cubicBezTo>
                    <a:pt x="203" y="679"/>
                    <a:pt x="202" y="679"/>
                    <a:pt x="202" y="678"/>
                  </a:cubicBezTo>
                  <a:cubicBezTo>
                    <a:pt x="202" y="678"/>
                    <a:pt x="202" y="678"/>
                    <a:pt x="202" y="678"/>
                  </a:cubicBezTo>
                  <a:cubicBezTo>
                    <a:pt x="202" y="678"/>
                    <a:pt x="202" y="678"/>
                    <a:pt x="202" y="677"/>
                  </a:cubicBezTo>
                  <a:cubicBezTo>
                    <a:pt x="202" y="677"/>
                    <a:pt x="202" y="677"/>
                    <a:pt x="202" y="677"/>
                  </a:cubicBezTo>
                  <a:cubicBezTo>
                    <a:pt x="202" y="677"/>
                    <a:pt x="203" y="676"/>
                    <a:pt x="203" y="676"/>
                  </a:cubicBezTo>
                  <a:cubicBezTo>
                    <a:pt x="203" y="676"/>
                    <a:pt x="203" y="676"/>
                    <a:pt x="203" y="676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6" y="675"/>
                    <a:pt x="215" y="676"/>
                    <a:pt x="214" y="676"/>
                  </a:cubicBezTo>
                  <a:cubicBezTo>
                    <a:pt x="214" y="676"/>
                    <a:pt x="214" y="676"/>
                    <a:pt x="214" y="676"/>
                  </a:cubicBezTo>
                  <a:cubicBezTo>
                    <a:pt x="203" y="679"/>
                    <a:pt x="203" y="679"/>
                    <a:pt x="203" y="679"/>
                  </a:cubicBezTo>
                  <a:close/>
                  <a:moveTo>
                    <a:pt x="305" y="665"/>
                  </a:moveTo>
                  <a:cubicBezTo>
                    <a:pt x="306" y="655"/>
                    <a:pt x="306" y="655"/>
                    <a:pt x="306" y="655"/>
                  </a:cubicBezTo>
                  <a:cubicBezTo>
                    <a:pt x="306" y="655"/>
                    <a:pt x="306" y="655"/>
                    <a:pt x="306" y="655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5" y="665"/>
                    <a:pt x="305" y="665"/>
                    <a:pt x="305" y="665"/>
                  </a:cubicBezTo>
                  <a:close/>
                  <a:moveTo>
                    <a:pt x="598" y="662"/>
                  </a:move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2"/>
                    <a:pt x="599" y="662"/>
                    <a:pt x="599" y="662"/>
                  </a:cubicBezTo>
                  <a:lnTo>
                    <a:pt x="598" y="662"/>
                  </a:lnTo>
                  <a:close/>
                  <a:moveTo>
                    <a:pt x="615" y="662"/>
                  </a:move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2"/>
                    <a:pt x="616" y="662"/>
                    <a:pt x="616" y="662"/>
                  </a:cubicBezTo>
                  <a:lnTo>
                    <a:pt x="615" y="662"/>
                  </a:lnTo>
                  <a:close/>
                  <a:moveTo>
                    <a:pt x="607" y="656"/>
                  </a:moveTo>
                  <a:cubicBezTo>
                    <a:pt x="606" y="656"/>
                    <a:pt x="606" y="656"/>
                    <a:pt x="606" y="656"/>
                  </a:cubicBezTo>
                  <a:cubicBezTo>
                    <a:pt x="606" y="656"/>
                    <a:pt x="606" y="656"/>
                    <a:pt x="606" y="656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lose/>
                  <a:moveTo>
                    <a:pt x="307" y="647"/>
                  </a:moveTo>
                  <a:cubicBezTo>
                    <a:pt x="307" y="647"/>
                    <a:pt x="307" y="647"/>
                    <a:pt x="307" y="647"/>
                  </a:cubicBezTo>
                  <a:cubicBezTo>
                    <a:pt x="307" y="647"/>
                    <a:pt x="307" y="647"/>
                    <a:pt x="307" y="647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7" y="647"/>
                    <a:pt x="307" y="647"/>
                    <a:pt x="307" y="647"/>
                  </a:cubicBezTo>
                  <a:close/>
                  <a:moveTo>
                    <a:pt x="601" y="645"/>
                  </a:moveTo>
                  <a:cubicBezTo>
                    <a:pt x="601" y="645"/>
                    <a:pt x="601" y="645"/>
                    <a:pt x="601" y="645"/>
                  </a:cubicBezTo>
                  <a:close/>
                  <a:moveTo>
                    <a:pt x="217" y="632"/>
                  </a:moveTo>
                  <a:cubicBezTo>
                    <a:pt x="217" y="632"/>
                    <a:pt x="217" y="632"/>
                    <a:pt x="217" y="632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7" y="632"/>
                    <a:pt x="217" y="632"/>
                    <a:pt x="217" y="632"/>
                  </a:cubicBezTo>
                  <a:close/>
                  <a:moveTo>
                    <a:pt x="179" y="574"/>
                  </a:moveTo>
                  <a:cubicBezTo>
                    <a:pt x="174" y="578"/>
                    <a:pt x="174" y="578"/>
                    <a:pt x="174" y="578"/>
                  </a:cubicBezTo>
                  <a:cubicBezTo>
                    <a:pt x="164" y="563"/>
                    <a:pt x="164" y="563"/>
                    <a:pt x="164" y="563"/>
                  </a:cubicBezTo>
                  <a:cubicBezTo>
                    <a:pt x="181" y="551"/>
                    <a:pt x="181" y="551"/>
                    <a:pt x="181" y="551"/>
                  </a:cubicBezTo>
                  <a:cubicBezTo>
                    <a:pt x="190" y="565"/>
                    <a:pt x="190" y="565"/>
                    <a:pt x="190" y="565"/>
                  </a:cubicBezTo>
                  <a:cubicBezTo>
                    <a:pt x="192" y="567"/>
                    <a:pt x="193" y="569"/>
                    <a:pt x="193" y="571"/>
                  </a:cubicBezTo>
                  <a:cubicBezTo>
                    <a:pt x="194" y="572"/>
                    <a:pt x="194" y="574"/>
                    <a:pt x="194" y="576"/>
                  </a:cubicBezTo>
                  <a:cubicBezTo>
                    <a:pt x="194" y="578"/>
                    <a:pt x="193" y="580"/>
                    <a:pt x="192" y="582"/>
                  </a:cubicBezTo>
                  <a:cubicBezTo>
                    <a:pt x="190" y="585"/>
                    <a:pt x="188" y="586"/>
                    <a:pt x="185" y="588"/>
                  </a:cubicBezTo>
                  <a:cubicBezTo>
                    <a:pt x="180" y="592"/>
                    <a:pt x="176" y="593"/>
                    <a:pt x="172" y="593"/>
                  </a:cubicBezTo>
                  <a:cubicBezTo>
                    <a:pt x="168" y="592"/>
                    <a:pt x="164" y="589"/>
                    <a:pt x="161" y="585"/>
                  </a:cubicBezTo>
                  <a:cubicBezTo>
                    <a:pt x="152" y="571"/>
                    <a:pt x="152" y="571"/>
                    <a:pt x="152" y="571"/>
                  </a:cubicBezTo>
                  <a:cubicBezTo>
                    <a:pt x="157" y="568"/>
                    <a:pt x="157" y="568"/>
                    <a:pt x="157" y="568"/>
                  </a:cubicBezTo>
                  <a:cubicBezTo>
                    <a:pt x="166" y="581"/>
                    <a:pt x="166" y="581"/>
                    <a:pt x="166" y="581"/>
                  </a:cubicBezTo>
                  <a:cubicBezTo>
                    <a:pt x="168" y="584"/>
                    <a:pt x="170" y="585"/>
                    <a:pt x="172" y="585"/>
                  </a:cubicBezTo>
                  <a:cubicBezTo>
                    <a:pt x="174" y="585"/>
                    <a:pt x="177" y="584"/>
                    <a:pt x="181" y="582"/>
                  </a:cubicBezTo>
                  <a:cubicBezTo>
                    <a:pt x="184" y="579"/>
                    <a:pt x="186" y="577"/>
                    <a:pt x="186" y="575"/>
                  </a:cubicBezTo>
                  <a:cubicBezTo>
                    <a:pt x="187" y="573"/>
                    <a:pt x="187" y="571"/>
                    <a:pt x="185" y="568"/>
                  </a:cubicBezTo>
                  <a:cubicBezTo>
                    <a:pt x="180" y="561"/>
                    <a:pt x="180" y="561"/>
                    <a:pt x="180" y="561"/>
                  </a:cubicBezTo>
                  <a:cubicBezTo>
                    <a:pt x="173" y="566"/>
                    <a:pt x="173" y="566"/>
                    <a:pt x="173" y="566"/>
                  </a:cubicBezTo>
                  <a:cubicBezTo>
                    <a:pt x="179" y="574"/>
                    <a:pt x="179" y="574"/>
                    <a:pt x="179" y="574"/>
                  </a:cubicBezTo>
                  <a:close/>
                  <a:moveTo>
                    <a:pt x="143" y="556"/>
                  </a:moveTo>
                  <a:cubicBezTo>
                    <a:pt x="162" y="546"/>
                    <a:pt x="162" y="546"/>
                    <a:pt x="162" y="546"/>
                  </a:cubicBezTo>
                  <a:cubicBezTo>
                    <a:pt x="165" y="545"/>
                    <a:pt x="166" y="543"/>
                    <a:pt x="167" y="541"/>
                  </a:cubicBezTo>
                  <a:cubicBezTo>
                    <a:pt x="168" y="540"/>
                    <a:pt x="167" y="537"/>
                    <a:pt x="166" y="535"/>
                  </a:cubicBezTo>
                  <a:cubicBezTo>
                    <a:pt x="165" y="532"/>
                    <a:pt x="163" y="531"/>
                    <a:pt x="162" y="530"/>
                  </a:cubicBezTo>
                  <a:cubicBezTo>
                    <a:pt x="160" y="530"/>
                    <a:pt x="158" y="530"/>
                    <a:pt x="155" y="532"/>
                  </a:cubicBezTo>
                  <a:cubicBezTo>
                    <a:pt x="136" y="541"/>
                    <a:pt x="136" y="541"/>
                    <a:pt x="136" y="541"/>
                  </a:cubicBezTo>
                  <a:cubicBezTo>
                    <a:pt x="132" y="535"/>
                    <a:pt x="132" y="535"/>
                    <a:pt x="132" y="535"/>
                  </a:cubicBezTo>
                  <a:cubicBezTo>
                    <a:pt x="151" y="525"/>
                    <a:pt x="151" y="525"/>
                    <a:pt x="151" y="525"/>
                  </a:cubicBezTo>
                  <a:cubicBezTo>
                    <a:pt x="154" y="524"/>
                    <a:pt x="155" y="523"/>
                    <a:pt x="157" y="523"/>
                  </a:cubicBezTo>
                  <a:cubicBezTo>
                    <a:pt x="158" y="522"/>
                    <a:pt x="160" y="522"/>
                    <a:pt x="161" y="522"/>
                  </a:cubicBezTo>
                  <a:cubicBezTo>
                    <a:pt x="163" y="523"/>
                    <a:pt x="165" y="524"/>
                    <a:pt x="166" y="526"/>
                  </a:cubicBezTo>
                  <a:cubicBezTo>
                    <a:pt x="168" y="527"/>
                    <a:pt x="170" y="529"/>
                    <a:pt x="171" y="532"/>
                  </a:cubicBezTo>
                  <a:cubicBezTo>
                    <a:pt x="173" y="535"/>
                    <a:pt x="173" y="538"/>
                    <a:pt x="174" y="540"/>
                  </a:cubicBezTo>
                  <a:cubicBezTo>
                    <a:pt x="174" y="542"/>
                    <a:pt x="174" y="544"/>
                    <a:pt x="173" y="546"/>
                  </a:cubicBezTo>
                  <a:cubicBezTo>
                    <a:pt x="172" y="547"/>
                    <a:pt x="172" y="548"/>
                    <a:pt x="170" y="549"/>
                  </a:cubicBezTo>
                  <a:cubicBezTo>
                    <a:pt x="169" y="550"/>
                    <a:pt x="168" y="551"/>
                    <a:pt x="165" y="553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3" y="556"/>
                    <a:pt x="143" y="556"/>
                    <a:pt x="143" y="556"/>
                  </a:cubicBezTo>
                  <a:close/>
                  <a:moveTo>
                    <a:pt x="130" y="509"/>
                  </a:moveTo>
                  <a:cubicBezTo>
                    <a:pt x="141" y="499"/>
                    <a:pt x="141" y="499"/>
                    <a:pt x="141" y="499"/>
                  </a:cubicBezTo>
                  <a:cubicBezTo>
                    <a:pt x="145" y="509"/>
                    <a:pt x="145" y="509"/>
                    <a:pt x="145" y="509"/>
                  </a:cubicBezTo>
                  <a:cubicBezTo>
                    <a:pt x="130" y="509"/>
                    <a:pt x="130" y="509"/>
                    <a:pt x="130" y="509"/>
                  </a:cubicBezTo>
                  <a:close/>
                  <a:moveTo>
                    <a:pt x="125" y="514"/>
                  </a:moveTo>
                  <a:cubicBezTo>
                    <a:pt x="122" y="507"/>
                    <a:pt x="122" y="507"/>
                    <a:pt x="122" y="507"/>
                  </a:cubicBezTo>
                  <a:cubicBezTo>
                    <a:pt x="151" y="481"/>
                    <a:pt x="151" y="481"/>
                    <a:pt x="151" y="481"/>
                  </a:cubicBezTo>
                  <a:cubicBezTo>
                    <a:pt x="153" y="489"/>
                    <a:pt x="153" y="489"/>
                    <a:pt x="153" y="489"/>
                  </a:cubicBezTo>
                  <a:cubicBezTo>
                    <a:pt x="147" y="495"/>
                    <a:pt x="147" y="495"/>
                    <a:pt x="147" y="495"/>
                  </a:cubicBezTo>
                  <a:cubicBezTo>
                    <a:pt x="152" y="509"/>
                    <a:pt x="152" y="509"/>
                    <a:pt x="152" y="509"/>
                  </a:cubicBezTo>
                  <a:cubicBezTo>
                    <a:pt x="160" y="510"/>
                    <a:pt x="160" y="510"/>
                    <a:pt x="160" y="510"/>
                  </a:cubicBezTo>
                  <a:cubicBezTo>
                    <a:pt x="163" y="517"/>
                    <a:pt x="163" y="517"/>
                    <a:pt x="163" y="517"/>
                  </a:cubicBezTo>
                  <a:cubicBezTo>
                    <a:pt x="125" y="514"/>
                    <a:pt x="125" y="514"/>
                    <a:pt x="125" y="514"/>
                  </a:cubicBezTo>
                  <a:close/>
                  <a:moveTo>
                    <a:pt x="115" y="485"/>
                  </a:moveTo>
                  <a:cubicBezTo>
                    <a:pt x="113" y="475"/>
                    <a:pt x="113" y="475"/>
                    <a:pt x="113" y="475"/>
                  </a:cubicBezTo>
                  <a:cubicBezTo>
                    <a:pt x="135" y="456"/>
                    <a:pt x="135" y="456"/>
                    <a:pt x="135" y="456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09" y="454"/>
                    <a:pt x="109" y="454"/>
                    <a:pt x="109" y="454"/>
                  </a:cubicBezTo>
                  <a:cubicBezTo>
                    <a:pt x="144" y="447"/>
                    <a:pt x="144" y="447"/>
                    <a:pt x="144" y="447"/>
                  </a:cubicBezTo>
                  <a:cubicBezTo>
                    <a:pt x="145" y="456"/>
                    <a:pt x="145" y="456"/>
                    <a:pt x="145" y="456"/>
                  </a:cubicBezTo>
                  <a:cubicBezTo>
                    <a:pt x="122" y="476"/>
                    <a:pt x="122" y="476"/>
                    <a:pt x="122" y="476"/>
                  </a:cubicBezTo>
                  <a:cubicBezTo>
                    <a:pt x="148" y="471"/>
                    <a:pt x="148" y="471"/>
                    <a:pt x="148" y="471"/>
                  </a:cubicBezTo>
                  <a:cubicBezTo>
                    <a:pt x="149" y="478"/>
                    <a:pt x="149" y="478"/>
                    <a:pt x="149" y="478"/>
                  </a:cubicBezTo>
                  <a:cubicBezTo>
                    <a:pt x="115" y="485"/>
                    <a:pt x="115" y="485"/>
                    <a:pt x="115" y="485"/>
                  </a:cubicBezTo>
                  <a:close/>
                  <a:moveTo>
                    <a:pt x="128" y="427"/>
                  </a:moveTo>
                  <a:cubicBezTo>
                    <a:pt x="121" y="427"/>
                    <a:pt x="121" y="427"/>
                    <a:pt x="121" y="427"/>
                  </a:cubicBezTo>
                  <a:cubicBezTo>
                    <a:pt x="121" y="410"/>
                    <a:pt x="121" y="410"/>
                    <a:pt x="121" y="410"/>
                  </a:cubicBezTo>
                  <a:cubicBezTo>
                    <a:pt x="142" y="409"/>
                    <a:pt x="142" y="409"/>
                    <a:pt x="142" y="409"/>
                  </a:cubicBezTo>
                  <a:cubicBezTo>
                    <a:pt x="142" y="425"/>
                    <a:pt x="142" y="425"/>
                    <a:pt x="142" y="425"/>
                  </a:cubicBezTo>
                  <a:cubicBezTo>
                    <a:pt x="142" y="428"/>
                    <a:pt x="142" y="431"/>
                    <a:pt x="142" y="432"/>
                  </a:cubicBezTo>
                  <a:cubicBezTo>
                    <a:pt x="141" y="434"/>
                    <a:pt x="140" y="435"/>
                    <a:pt x="139" y="437"/>
                  </a:cubicBezTo>
                  <a:cubicBezTo>
                    <a:pt x="138" y="439"/>
                    <a:pt x="136" y="440"/>
                    <a:pt x="134" y="441"/>
                  </a:cubicBezTo>
                  <a:cubicBezTo>
                    <a:pt x="132" y="442"/>
                    <a:pt x="129" y="442"/>
                    <a:pt x="126" y="443"/>
                  </a:cubicBezTo>
                  <a:cubicBezTo>
                    <a:pt x="119" y="443"/>
                    <a:pt x="115" y="441"/>
                    <a:pt x="112" y="439"/>
                  </a:cubicBezTo>
                  <a:cubicBezTo>
                    <a:pt x="109" y="436"/>
                    <a:pt x="107" y="432"/>
                    <a:pt x="107" y="426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13" y="410"/>
                    <a:pt x="113" y="410"/>
                    <a:pt x="113" y="410"/>
                  </a:cubicBezTo>
                  <a:cubicBezTo>
                    <a:pt x="113" y="426"/>
                    <a:pt x="113" y="426"/>
                    <a:pt x="113" y="426"/>
                  </a:cubicBezTo>
                  <a:cubicBezTo>
                    <a:pt x="113" y="429"/>
                    <a:pt x="114" y="431"/>
                    <a:pt x="116" y="432"/>
                  </a:cubicBezTo>
                  <a:cubicBezTo>
                    <a:pt x="118" y="434"/>
                    <a:pt x="121" y="434"/>
                    <a:pt x="125" y="434"/>
                  </a:cubicBezTo>
                  <a:cubicBezTo>
                    <a:pt x="129" y="434"/>
                    <a:pt x="132" y="433"/>
                    <a:pt x="133" y="432"/>
                  </a:cubicBezTo>
                  <a:cubicBezTo>
                    <a:pt x="135" y="431"/>
                    <a:pt x="136" y="428"/>
                    <a:pt x="136" y="425"/>
                  </a:cubicBezTo>
                  <a:cubicBezTo>
                    <a:pt x="136" y="417"/>
                    <a:pt x="136" y="417"/>
                    <a:pt x="136" y="417"/>
                  </a:cubicBezTo>
                  <a:cubicBezTo>
                    <a:pt x="127" y="417"/>
                    <a:pt x="127" y="417"/>
                    <a:pt x="127" y="417"/>
                  </a:cubicBezTo>
                  <a:cubicBezTo>
                    <a:pt x="128" y="427"/>
                    <a:pt x="128" y="427"/>
                    <a:pt x="128" y="427"/>
                  </a:cubicBezTo>
                  <a:close/>
                  <a:moveTo>
                    <a:pt x="115" y="385"/>
                  </a:moveTo>
                  <a:cubicBezTo>
                    <a:pt x="115" y="385"/>
                    <a:pt x="115" y="385"/>
                    <a:pt x="115" y="385"/>
                  </a:cubicBezTo>
                  <a:cubicBezTo>
                    <a:pt x="115" y="382"/>
                    <a:pt x="116" y="379"/>
                    <a:pt x="117" y="378"/>
                  </a:cubicBezTo>
                  <a:cubicBezTo>
                    <a:pt x="119" y="377"/>
                    <a:pt x="122" y="377"/>
                    <a:pt x="127" y="377"/>
                  </a:cubicBezTo>
                  <a:cubicBezTo>
                    <a:pt x="131" y="377"/>
                    <a:pt x="134" y="378"/>
                    <a:pt x="135" y="379"/>
                  </a:cubicBezTo>
                  <a:cubicBezTo>
                    <a:pt x="137" y="381"/>
                    <a:pt x="138" y="383"/>
                    <a:pt x="137" y="386"/>
                  </a:cubicBezTo>
                  <a:cubicBezTo>
                    <a:pt x="137" y="395"/>
                    <a:pt x="137" y="395"/>
                    <a:pt x="137" y="395"/>
                  </a:cubicBezTo>
                  <a:cubicBezTo>
                    <a:pt x="114" y="394"/>
                    <a:pt x="114" y="394"/>
                    <a:pt x="114" y="394"/>
                  </a:cubicBezTo>
                  <a:cubicBezTo>
                    <a:pt x="115" y="385"/>
                    <a:pt x="115" y="385"/>
                    <a:pt x="115" y="385"/>
                  </a:cubicBezTo>
                  <a:close/>
                  <a:moveTo>
                    <a:pt x="107" y="401"/>
                  </a:moveTo>
                  <a:cubicBezTo>
                    <a:pt x="108" y="384"/>
                    <a:pt x="108" y="384"/>
                    <a:pt x="108" y="384"/>
                  </a:cubicBezTo>
                  <a:cubicBezTo>
                    <a:pt x="109" y="378"/>
                    <a:pt x="111" y="374"/>
                    <a:pt x="114" y="372"/>
                  </a:cubicBezTo>
                  <a:cubicBezTo>
                    <a:pt x="117" y="369"/>
                    <a:pt x="122" y="368"/>
                    <a:pt x="128" y="369"/>
                  </a:cubicBezTo>
                  <a:cubicBezTo>
                    <a:pt x="131" y="369"/>
                    <a:pt x="134" y="370"/>
                    <a:pt x="136" y="371"/>
                  </a:cubicBezTo>
                  <a:cubicBezTo>
                    <a:pt x="138" y="372"/>
                    <a:pt x="140" y="373"/>
                    <a:pt x="141" y="375"/>
                  </a:cubicBezTo>
                  <a:cubicBezTo>
                    <a:pt x="142" y="377"/>
                    <a:pt x="143" y="378"/>
                    <a:pt x="143" y="380"/>
                  </a:cubicBezTo>
                  <a:cubicBezTo>
                    <a:pt x="144" y="381"/>
                    <a:pt x="144" y="384"/>
                    <a:pt x="144" y="387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07" y="401"/>
                    <a:pt x="107" y="401"/>
                    <a:pt x="107" y="401"/>
                  </a:cubicBezTo>
                  <a:close/>
                  <a:moveTo>
                    <a:pt x="128" y="362"/>
                  </a:moveTo>
                  <a:cubicBezTo>
                    <a:pt x="123" y="361"/>
                    <a:pt x="118" y="359"/>
                    <a:pt x="116" y="355"/>
                  </a:cubicBezTo>
                  <a:cubicBezTo>
                    <a:pt x="114" y="351"/>
                    <a:pt x="114" y="347"/>
                    <a:pt x="115" y="341"/>
                  </a:cubicBezTo>
                  <a:cubicBezTo>
                    <a:pt x="116" y="335"/>
                    <a:pt x="119" y="331"/>
                    <a:pt x="122" y="329"/>
                  </a:cubicBezTo>
                  <a:cubicBezTo>
                    <a:pt x="126" y="327"/>
                    <a:pt x="131" y="326"/>
                    <a:pt x="137" y="328"/>
                  </a:cubicBezTo>
                  <a:cubicBezTo>
                    <a:pt x="143" y="329"/>
                    <a:pt x="147" y="332"/>
                    <a:pt x="149" y="335"/>
                  </a:cubicBezTo>
                  <a:cubicBezTo>
                    <a:pt x="152" y="339"/>
                    <a:pt x="152" y="343"/>
                    <a:pt x="151" y="349"/>
                  </a:cubicBezTo>
                  <a:cubicBezTo>
                    <a:pt x="149" y="355"/>
                    <a:pt x="147" y="359"/>
                    <a:pt x="143" y="361"/>
                  </a:cubicBezTo>
                  <a:cubicBezTo>
                    <a:pt x="140" y="364"/>
                    <a:pt x="135" y="364"/>
                    <a:pt x="128" y="362"/>
                  </a:cubicBezTo>
                  <a:close/>
                  <a:moveTo>
                    <a:pt x="121" y="342"/>
                  </a:moveTo>
                  <a:cubicBezTo>
                    <a:pt x="122" y="339"/>
                    <a:pt x="123" y="337"/>
                    <a:pt x="125" y="336"/>
                  </a:cubicBezTo>
                  <a:cubicBezTo>
                    <a:pt x="128" y="335"/>
                    <a:pt x="131" y="335"/>
                    <a:pt x="135" y="336"/>
                  </a:cubicBezTo>
                  <a:cubicBezTo>
                    <a:pt x="139" y="337"/>
                    <a:pt x="142" y="338"/>
                    <a:pt x="143" y="340"/>
                  </a:cubicBezTo>
                  <a:cubicBezTo>
                    <a:pt x="145" y="342"/>
                    <a:pt x="145" y="345"/>
                    <a:pt x="145" y="348"/>
                  </a:cubicBezTo>
                  <a:cubicBezTo>
                    <a:pt x="144" y="351"/>
                    <a:pt x="142" y="353"/>
                    <a:pt x="140" y="354"/>
                  </a:cubicBezTo>
                  <a:cubicBezTo>
                    <a:pt x="138" y="355"/>
                    <a:pt x="135" y="355"/>
                    <a:pt x="130" y="354"/>
                  </a:cubicBezTo>
                  <a:cubicBezTo>
                    <a:pt x="126" y="353"/>
                    <a:pt x="124" y="352"/>
                    <a:pt x="122" y="350"/>
                  </a:cubicBezTo>
                  <a:cubicBezTo>
                    <a:pt x="121" y="348"/>
                    <a:pt x="120" y="345"/>
                    <a:pt x="121" y="342"/>
                  </a:cubicBezTo>
                  <a:close/>
                  <a:moveTo>
                    <a:pt x="124" y="314"/>
                  </a:moveTo>
                  <a:cubicBezTo>
                    <a:pt x="127" y="305"/>
                    <a:pt x="127" y="305"/>
                    <a:pt x="127" y="305"/>
                  </a:cubicBezTo>
                  <a:cubicBezTo>
                    <a:pt x="156" y="301"/>
                    <a:pt x="156" y="301"/>
                    <a:pt x="156" y="301"/>
                  </a:cubicBezTo>
                  <a:cubicBezTo>
                    <a:pt x="133" y="292"/>
                    <a:pt x="133" y="292"/>
                    <a:pt x="133" y="292"/>
                  </a:cubicBezTo>
                  <a:cubicBezTo>
                    <a:pt x="135" y="284"/>
                    <a:pt x="135" y="284"/>
                    <a:pt x="135" y="284"/>
                  </a:cubicBezTo>
                  <a:cubicBezTo>
                    <a:pt x="168" y="298"/>
                    <a:pt x="168" y="298"/>
                    <a:pt x="168" y="298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6" y="327"/>
                    <a:pt x="156" y="327"/>
                    <a:pt x="156" y="327"/>
                  </a:cubicBezTo>
                  <a:cubicBezTo>
                    <a:pt x="124" y="314"/>
                    <a:pt x="124" y="314"/>
                    <a:pt x="124" y="314"/>
                  </a:cubicBezTo>
                  <a:close/>
                  <a:moveTo>
                    <a:pt x="166" y="273"/>
                  </a:moveTo>
                  <a:cubicBezTo>
                    <a:pt x="160" y="269"/>
                    <a:pt x="160" y="269"/>
                    <a:pt x="160" y="269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79" y="279"/>
                    <a:pt x="179" y="279"/>
                    <a:pt x="179" y="279"/>
                  </a:cubicBezTo>
                  <a:cubicBezTo>
                    <a:pt x="178" y="281"/>
                    <a:pt x="176" y="283"/>
                    <a:pt x="175" y="284"/>
                  </a:cubicBezTo>
                  <a:cubicBezTo>
                    <a:pt x="174" y="286"/>
                    <a:pt x="172" y="286"/>
                    <a:pt x="171" y="287"/>
                  </a:cubicBezTo>
                  <a:cubicBezTo>
                    <a:pt x="168" y="288"/>
                    <a:pt x="166" y="288"/>
                    <a:pt x="164" y="288"/>
                  </a:cubicBezTo>
                  <a:cubicBezTo>
                    <a:pt x="161" y="287"/>
                    <a:pt x="159" y="286"/>
                    <a:pt x="156" y="284"/>
                  </a:cubicBezTo>
                  <a:cubicBezTo>
                    <a:pt x="151" y="281"/>
                    <a:pt x="147" y="278"/>
                    <a:pt x="146" y="274"/>
                  </a:cubicBezTo>
                  <a:cubicBezTo>
                    <a:pt x="145" y="270"/>
                    <a:pt x="146" y="265"/>
                    <a:pt x="149" y="260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54" y="264"/>
                    <a:pt x="154" y="264"/>
                    <a:pt x="154" y="264"/>
                  </a:cubicBezTo>
                  <a:cubicBezTo>
                    <a:pt x="153" y="266"/>
                    <a:pt x="152" y="268"/>
                    <a:pt x="153" y="271"/>
                  </a:cubicBezTo>
                  <a:cubicBezTo>
                    <a:pt x="154" y="273"/>
                    <a:pt x="156" y="275"/>
                    <a:pt x="160" y="277"/>
                  </a:cubicBezTo>
                  <a:cubicBezTo>
                    <a:pt x="163" y="279"/>
                    <a:pt x="166" y="280"/>
                    <a:pt x="168" y="280"/>
                  </a:cubicBezTo>
                  <a:cubicBezTo>
                    <a:pt x="170" y="279"/>
                    <a:pt x="172" y="278"/>
                    <a:pt x="174" y="276"/>
                  </a:cubicBezTo>
                  <a:cubicBezTo>
                    <a:pt x="178" y="268"/>
                    <a:pt x="178" y="268"/>
                    <a:pt x="178" y="268"/>
                  </a:cubicBezTo>
                  <a:cubicBezTo>
                    <a:pt x="171" y="264"/>
                    <a:pt x="171" y="264"/>
                    <a:pt x="171" y="264"/>
                  </a:cubicBezTo>
                  <a:cubicBezTo>
                    <a:pt x="166" y="273"/>
                    <a:pt x="166" y="273"/>
                    <a:pt x="166" y="273"/>
                  </a:cubicBezTo>
                  <a:close/>
                  <a:moveTo>
                    <a:pt x="197" y="199"/>
                  </a:moveTo>
                  <a:cubicBezTo>
                    <a:pt x="211" y="215"/>
                    <a:pt x="211" y="215"/>
                    <a:pt x="211" y="215"/>
                  </a:cubicBezTo>
                  <a:cubicBezTo>
                    <a:pt x="213" y="217"/>
                    <a:pt x="215" y="218"/>
                    <a:pt x="217" y="219"/>
                  </a:cubicBezTo>
                  <a:cubicBezTo>
                    <a:pt x="219" y="219"/>
                    <a:pt x="221" y="218"/>
                    <a:pt x="223" y="216"/>
                  </a:cubicBezTo>
                  <a:cubicBezTo>
                    <a:pt x="225" y="214"/>
                    <a:pt x="226" y="212"/>
                    <a:pt x="226" y="210"/>
                  </a:cubicBezTo>
                  <a:cubicBezTo>
                    <a:pt x="226" y="208"/>
                    <a:pt x="225" y="206"/>
                    <a:pt x="223" y="204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4" y="183"/>
                    <a:pt x="214" y="183"/>
                    <a:pt x="214" y="183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0" y="201"/>
                    <a:pt x="231" y="202"/>
                    <a:pt x="232" y="203"/>
                  </a:cubicBezTo>
                  <a:cubicBezTo>
                    <a:pt x="233" y="205"/>
                    <a:pt x="233" y="206"/>
                    <a:pt x="233" y="207"/>
                  </a:cubicBezTo>
                  <a:cubicBezTo>
                    <a:pt x="233" y="209"/>
                    <a:pt x="233" y="212"/>
                    <a:pt x="232" y="214"/>
                  </a:cubicBezTo>
                  <a:cubicBezTo>
                    <a:pt x="231" y="216"/>
                    <a:pt x="229" y="218"/>
                    <a:pt x="227" y="220"/>
                  </a:cubicBezTo>
                  <a:cubicBezTo>
                    <a:pt x="224" y="222"/>
                    <a:pt x="222" y="224"/>
                    <a:pt x="220" y="225"/>
                  </a:cubicBezTo>
                  <a:cubicBezTo>
                    <a:pt x="218" y="226"/>
                    <a:pt x="216" y="226"/>
                    <a:pt x="214" y="226"/>
                  </a:cubicBezTo>
                  <a:cubicBezTo>
                    <a:pt x="213" y="225"/>
                    <a:pt x="212" y="225"/>
                    <a:pt x="210" y="224"/>
                  </a:cubicBezTo>
                  <a:cubicBezTo>
                    <a:pt x="209" y="223"/>
                    <a:pt x="208" y="222"/>
                    <a:pt x="206" y="220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7" y="199"/>
                    <a:pt x="197" y="199"/>
                    <a:pt x="197" y="199"/>
                  </a:cubicBezTo>
                  <a:close/>
                  <a:moveTo>
                    <a:pt x="222" y="175"/>
                  </a:moveTo>
                  <a:cubicBezTo>
                    <a:pt x="230" y="170"/>
                    <a:pt x="230" y="170"/>
                    <a:pt x="230" y="170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42" y="162"/>
                    <a:pt x="242" y="162"/>
                    <a:pt x="242" y="162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22" y="175"/>
                    <a:pt x="222" y="175"/>
                    <a:pt x="222" y="175"/>
                  </a:cubicBezTo>
                  <a:close/>
                  <a:moveTo>
                    <a:pt x="282" y="180"/>
                  </a:moveTo>
                  <a:cubicBezTo>
                    <a:pt x="275" y="184"/>
                    <a:pt x="275" y="184"/>
                    <a:pt x="275" y="184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64" y="149"/>
                    <a:pt x="264" y="149"/>
                    <a:pt x="264" y="149"/>
                  </a:cubicBezTo>
                  <a:cubicBezTo>
                    <a:pt x="282" y="180"/>
                    <a:pt x="282" y="180"/>
                    <a:pt x="282" y="180"/>
                  </a:cubicBezTo>
                  <a:close/>
                  <a:moveTo>
                    <a:pt x="297" y="172"/>
                  </a:moveTo>
                  <a:cubicBezTo>
                    <a:pt x="268" y="146"/>
                    <a:pt x="268" y="146"/>
                    <a:pt x="268" y="146"/>
                  </a:cubicBezTo>
                  <a:cubicBezTo>
                    <a:pt x="276" y="142"/>
                    <a:pt x="276" y="142"/>
                    <a:pt x="276" y="142"/>
                  </a:cubicBezTo>
                  <a:cubicBezTo>
                    <a:pt x="297" y="162"/>
                    <a:pt x="297" y="162"/>
                    <a:pt x="297" y="162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302" y="130"/>
                    <a:pt x="302" y="130"/>
                    <a:pt x="302" y="130"/>
                  </a:cubicBezTo>
                  <a:cubicBezTo>
                    <a:pt x="304" y="169"/>
                    <a:pt x="304" y="169"/>
                    <a:pt x="304" y="169"/>
                  </a:cubicBezTo>
                  <a:cubicBezTo>
                    <a:pt x="297" y="172"/>
                    <a:pt x="297" y="172"/>
                    <a:pt x="297" y="172"/>
                  </a:cubicBezTo>
                  <a:close/>
                  <a:moveTo>
                    <a:pt x="325" y="130"/>
                  </a:moveTo>
                  <a:cubicBezTo>
                    <a:pt x="323" y="131"/>
                    <a:pt x="321" y="132"/>
                    <a:pt x="320" y="134"/>
                  </a:cubicBezTo>
                  <a:cubicBezTo>
                    <a:pt x="319" y="136"/>
                    <a:pt x="319" y="138"/>
                    <a:pt x="320" y="141"/>
                  </a:cubicBezTo>
                  <a:cubicBezTo>
                    <a:pt x="339" y="135"/>
                    <a:pt x="339" y="135"/>
                    <a:pt x="339" y="135"/>
                  </a:cubicBezTo>
                  <a:cubicBezTo>
                    <a:pt x="341" y="141"/>
                    <a:pt x="341" y="141"/>
                    <a:pt x="341" y="141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22" y="150"/>
                    <a:pt x="323" y="152"/>
                    <a:pt x="325" y="153"/>
                  </a:cubicBezTo>
                  <a:cubicBezTo>
                    <a:pt x="327" y="154"/>
                    <a:pt x="329" y="154"/>
                    <a:pt x="332" y="153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5" y="155"/>
                    <a:pt x="345" y="155"/>
                    <a:pt x="345" y="155"/>
                  </a:cubicBezTo>
                  <a:cubicBezTo>
                    <a:pt x="333" y="159"/>
                    <a:pt x="333" y="159"/>
                    <a:pt x="333" y="159"/>
                  </a:cubicBezTo>
                  <a:cubicBezTo>
                    <a:pt x="331" y="160"/>
                    <a:pt x="328" y="160"/>
                    <a:pt x="327" y="160"/>
                  </a:cubicBezTo>
                  <a:cubicBezTo>
                    <a:pt x="325" y="160"/>
                    <a:pt x="323" y="160"/>
                    <a:pt x="322" y="159"/>
                  </a:cubicBezTo>
                  <a:cubicBezTo>
                    <a:pt x="320" y="158"/>
                    <a:pt x="318" y="157"/>
                    <a:pt x="316" y="155"/>
                  </a:cubicBezTo>
                  <a:cubicBezTo>
                    <a:pt x="315" y="153"/>
                    <a:pt x="314" y="150"/>
                    <a:pt x="313" y="147"/>
                  </a:cubicBezTo>
                  <a:cubicBezTo>
                    <a:pt x="311" y="141"/>
                    <a:pt x="311" y="136"/>
                    <a:pt x="313" y="132"/>
                  </a:cubicBezTo>
                  <a:cubicBezTo>
                    <a:pt x="315" y="129"/>
                    <a:pt x="318" y="126"/>
                    <a:pt x="324" y="124"/>
                  </a:cubicBezTo>
                  <a:cubicBezTo>
                    <a:pt x="335" y="121"/>
                    <a:pt x="335" y="121"/>
                    <a:pt x="335" y="121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25" y="130"/>
                    <a:pt x="325" y="130"/>
                    <a:pt x="325" y="130"/>
                  </a:cubicBezTo>
                  <a:close/>
                  <a:moveTo>
                    <a:pt x="364" y="122"/>
                  </a:moveTo>
                  <a:cubicBezTo>
                    <a:pt x="364" y="122"/>
                    <a:pt x="364" y="122"/>
                    <a:pt x="364" y="122"/>
                  </a:cubicBezTo>
                  <a:cubicBezTo>
                    <a:pt x="367" y="122"/>
                    <a:pt x="368" y="122"/>
                    <a:pt x="369" y="123"/>
                  </a:cubicBezTo>
                  <a:cubicBezTo>
                    <a:pt x="370" y="123"/>
                    <a:pt x="371" y="124"/>
                    <a:pt x="371" y="126"/>
                  </a:cubicBezTo>
                  <a:cubicBezTo>
                    <a:pt x="371" y="128"/>
                    <a:pt x="371" y="129"/>
                    <a:pt x="370" y="130"/>
                  </a:cubicBezTo>
                  <a:cubicBezTo>
                    <a:pt x="369" y="130"/>
                    <a:pt x="368" y="131"/>
                    <a:pt x="365" y="131"/>
                  </a:cubicBezTo>
                  <a:cubicBezTo>
                    <a:pt x="356" y="133"/>
                    <a:pt x="356" y="133"/>
                    <a:pt x="356" y="133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64" y="122"/>
                    <a:pt x="364" y="122"/>
                    <a:pt x="364" y="122"/>
                  </a:cubicBezTo>
                  <a:close/>
                  <a:moveTo>
                    <a:pt x="347" y="118"/>
                  </a:moveTo>
                  <a:cubicBezTo>
                    <a:pt x="365" y="116"/>
                    <a:pt x="365" y="116"/>
                    <a:pt x="365" y="116"/>
                  </a:cubicBezTo>
                  <a:cubicBezTo>
                    <a:pt x="369" y="115"/>
                    <a:pt x="372" y="116"/>
                    <a:pt x="375" y="117"/>
                  </a:cubicBezTo>
                  <a:cubicBezTo>
                    <a:pt x="377" y="119"/>
                    <a:pt x="378" y="121"/>
                    <a:pt x="379" y="125"/>
                  </a:cubicBezTo>
                  <a:cubicBezTo>
                    <a:pt x="379" y="128"/>
                    <a:pt x="379" y="130"/>
                    <a:pt x="378" y="132"/>
                  </a:cubicBezTo>
                  <a:cubicBezTo>
                    <a:pt x="377" y="134"/>
                    <a:pt x="375" y="135"/>
                    <a:pt x="373" y="136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76" y="151"/>
                    <a:pt x="376" y="151"/>
                    <a:pt x="376" y="151"/>
                  </a:cubicBezTo>
                  <a:cubicBezTo>
                    <a:pt x="366" y="138"/>
                    <a:pt x="366" y="138"/>
                    <a:pt x="366" y="138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419" y="121"/>
                  </a:moveTo>
                  <a:cubicBezTo>
                    <a:pt x="401" y="121"/>
                    <a:pt x="401" y="121"/>
                    <a:pt x="401" y="121"/>
                  </a:cubicBezTo>
                  <a:cubicBezTo>
                    <a:pt x="399" y="121"/>
                    <a:pt x="397" y="121"/>
                    <a:pt x="396" y="122"/>
                  </a:cubicBezTo>
                  <a:cubicBezTo>
                    <a:pt x="395" y="123"/>
                    <a:pt x="395" y="124"/>
                    <a:pt x="395" y="125"/>
                  </a:cubicBezTo>
                  <a:cubicBezTo>
                    <a:pt x="395" y="127"/>
                    <a:pt x="395" y="128"/>
                    <a:pt x="396" y="128"/>
                  </a:cubicBezTo>
                  <a:cubicBezTo>
                    <a:pt x="397" y="129"/>
                    <a:pt x="398" y="129"/>
                    <a:pt x="399" y="129"/>
                  </a:cubicBezTo>
                  <a:cubicBezTo>
                    <a:pt x="409" y="129"/>
                    <a:pt x="409" y="129"/>
                    <a:pt x="409" y="129"/>
                  </a:cubicBezTo>
                  <a:cubicBezTo>
                    <a:pt x="413" y="130"/>
                    <a:pt x="416" y="130"/>
                    <a:pt x="418" y="132"/>
                  </a:cubicBezTo>
                  <a:cubicBezTo>
                    <a:pt x="420" y="134"/>
                    <a:pt x="420" y="136"/>
                    <a:pt x="420" y="140"/>
                  </a:cubicBezTo>
                  <a:cubicBezTo>
                    <a:pt x="420" y="144"/>
                    <a:pt x="419" y="146"/>
                    <a:pt x="417" y="148"/>
                  </a:cubicBezTo>
                  <a:cubicBezTo>
                    <a:pt x="415" y="150"/>
                    <a:pt x="412" y="150"/>
                    <a:pt x="408" y="150"/>
                  </a:cubicBezTo>
                  <a:cubicBezTo>
                    <a:pt x="388" y="150"/>
                    <a:pt x="388" y="150"/>
                    <a:pt x="388" y="150"/>
                  </a:cubicBezTo>
                  <a:cubicBezTo>
                    <a:pt x="388" y="144"/>
                    <a:pt x="388" y="144"/>
                    <a:pt x="388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10" y="144"/>
                    <a:pt x="411" y="143"/>
                  </a:cubicBezTo>
                  <a:cubicBezTo>
                    <a:pt x="412" y="142"/>
                    <a:pt x="413" y="141"/>
                    <a:pt x="413" y="140"/>
                  </a:cubicBezTo>
                  <a:cubicBezTo>
                    <a:pt x="413" y="139"/>
                    <a:pt x="412" y="137"/>
                    <a:pt x="411" y="137"/>
                  </a:cubicBezTo>
                  <a:cubicBezTo>
                    <a:pt x="411" y="136"/>
                    <a:pt x="409" y="136"/>
                    <a:pt x="407" y="136"/>
                  </a:cubicBezTo>
                  <a:cubicBezTo>
                    <a:pt x="399" y="136"/>
                    <a:pt x="399" y="136"/>
                    <a:pt x="399" y="136"/>
                  </a:cubicBezTo>
                  <a:cubicBezTo>
                    <a:pt x="395" y="136"/>
                    <a:pt x="392" y="135"/>
                    <a:pt x="390" y="133"/>
                  </a:cubicBezTo>
                  <a:cubicBezTo>
                    <a:pt x="388" y="131"/>
                    <a:pt x="387" y="129"/>
                    <a:pt x="387" y="125"/>
                  </a:cubicBezTo>
                  <a:cubicBezTo>
                    <a:pt x="387" y="121"/>
                    <a:pt x="388" y="119"/>
                    <a:pt x="390" y="117"/>
                  </a:cubicBezTo>
                  <a:cubicBezTo>
                    <a:pt x="392" y="115"/>
                    <a:pt x="395" y="114"/>
                    <a:pt x="400" y="114"/>
                  </a:cubicBezTo>
                  <a:cubicBezTo>
                    <a:pt x="419" y="115"/>
                    <a:pt x="419" y="115"/>
                    <a:pt x="419" y="115"/>
                  </a:cubicBezTo>
                  <a:cubicBezTo>
                    <a:pt x="419" y="121"/>
                    <a:pt x="419" y="121"/>
                    <a:pt x="419" y="121"/>
                  </a:cubicBezTo>
                  <a:close/>
                  <a:moveTo>
                    <a:pt x="433" y="152"/>
                  </a:moveTo>
                  <a:cubicBezTo>
                    <a:pt x="426" y="151"/>
                    <a:pt x="426" y="151"/>
                    <a:pt x="426" y="151"/>
                  </a:cubicBezTo>
                  <a:cubicBezTo>
                    <a:pt x="431" y="115"/>
                    <a:pt x="431" y="115"/>
                    <a:pt x="431" y="115"/>
                  </a:cubicBezTo>
                  <a:cubicBezTo>
                    <a:pt x="438" y="117"/>
                    <a:pt x="438" y="117"/>
                    <a:pt x="438" y="117"/>
                  </a:cubicBezTo>
                  <a:cubicBezTo>
                    <a:pt x="433" y="152"/>
                    <a:pt x="433" y="152"/>
                    <a:pt x="433" y="152"/>
                  </a:cubicBezTo>
                  <a:close/>
                  <a:moveTo>
                    <a:pt x="453" y="126"/>
                  </a:moveTo>
                  <a:cubicBezTo>
                    <a:pt x="442" y="124"/>
                    <a:pt x="442" y="124"/>
                    <a:pt x="442" y="124"/>
                  </a:cubicBezTo>
                  <a:cubicBezTo>
                    <a:pt x="443" y="118"/>
                    <a:pt x="443" y="118"/>
                    <a:pt x="443" y="118"/>
                  </a:cubicBezTo>
                  <a:cubicBezTo>
                    <a:pt x="473" y="123"/>
                    <a:pt x="473" y="123"/>
                    <a:pt x="473" y="123"/>
                  </a:cubicBezTo>
                  <a:cubicBezTo>
                    <a:pt x="472" y="129"/>
                    <a:pt x="472" y="129"/>
                    <a:pt x="472" y="129"/>
                  </a:cubicBezTo>
                  <a:cubicBezTo>
                    <a:pt x="461" y="127"/>
                    <a:pt x="461" y="127"/>
                    <a:pt x="461" y="127"/>
                  </a:cubicBezTo>
                  <a:cubicBezTo>
                    <a:pt x="456" y="156"/>
                    <a:pt x="456" y="156"/>
                    <a:pt x="456" y="156"/>
                  </a:cubicBezTo>
                  <a:cubicBezTo>
                    <a:pt x="448" y="155"/>
                    <a:pt x="448" y="155"/>
                    <a:pt x="448" y="155"/>
                  </a:cubicBezTo>
                  <a:cubicBezTo>
                    <a:pt x="453" y="126"/>
                    <a:pt x="453" y="126"/>
                    <a:pt x="453" y="126"/>
                  </a:cubicBezTo>
                  <a:close/>
                  <a:moveTo>
                    <a:pt x="477" y="124"/>
                  </a:moveTo>
                  <a:cubicBezTo>
                    <a:pt x="485" y="127"/>
                    <a:pt x="485" y="127"/>
                    <a:pt x="485" y="127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9" y="135"/>
                    <a:pt x="509" y="135"/>
                    <a:pt x="509" y="135"/>
                  </a:cubicBezTo>
                  <a:cubicBezTo>
                    <a:pt x="490" y="150"/>
                    <a:pt x="490" y="150"/>
                    <a:pt x="490" y="150"/>
                  </a:cubicBezTo>
                  <a:cubicBezTo>
                    <a:pt x="485" y="165"/>
                    <a:pt x="485" y="165"/>
                    <a:pt x="485" y="165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3" y="147"/>
                    <a:pt x="483" y="147"/>
                    <a:pt x="483" y="147"/>
                  </a:cubicBezTo>
                  <a:cubicBezTo>
                    <a:pt x="477" y="124"/>
                    <a:pt x="477" y="124"/>
                    <a:pt x="477" y="124"/>
                  </a:cubicBezTo>
                  <a:close/>
                  <a:moveTo>
                    <a:pt x="541" y="171"/>
                  </a:moveTo>
                  <a:cubicBezTo>
                    <a:pt x="545" y="166"/>
                    <a:pt x="548" y="163"/>
                    <a:pt x="552" y="162"/>
                  </a:cubicBezTo>
                  <a:cubicBezTo>
                    <a:pt x="557" y="161"/>
                    <a:pt x="561" y="162"/>
                    <a:pt x="566" y="166"/>
                  </a:cubicBezTo>
                  <a:cubicBezTo>
                    <a:pt x="571" y="169"/>
                    <a:pt x="574" y="173"/>
                    <a:pt x="574" y="177"/>
                  </a:cubicBezTo>
                  <a:cubicBezTo>
                    <a:pt x="575" y="181"/>
                    <a:pt x="574" y="186"/>
                    <a:pt x="570" y="191"/>
                  </a:cubicBezTo>
                  <a:cubicBezTo>
                    <a:pt x="567" y="196"/>
                    <a:pt x="563" y="200"/>
                    <a:pt x="559" y="200"/>
                  </a:cubicBezTo>
                  <a:cubicBezTo>
                    <a:pt x="555" y="201"/>
                    <a:pt x="550" y="200"/>
                    <a:pt x="545" y="197"/>
                  </a:cubicBezTo>
                  <a:cubicBezTo>
                    <a:pt x="540" y="193"/>
                    <a:pt x="538" y="190"/>
                    <a:pt x="537" y="185"/>
                  </a:cubicBezTo>
                  <a:cubicBezTo>
                    <a:pt x="536" y="181"/>
                    <a:pt x="538" y="176"/>
                    <a:pt x="541" y="171"/>
                  </a:cubicBezTo>
                  <a:close/>
                  <a:moveTo>
                    <a:pt x="563" y="171"/>
                  </a:moveTo>
                  <a:cubicBezTo>
                    <a:pt x="565" y="173"/>
                    <a:pt x="567" y="175"/>
                    <a:pt x="567" y="178"/>
                  </a:cubicBezTo>
                  <a:cubicBezTo>
                    <a:pt x="567" y="180"/>
                    <a:pt x="566" y="183"/>
                    <a:pt x="564" y="187"/>
                  </a:cubicBezTo>
                  <a:cubicBezTo>
                    <a:pt x="561" y="190"/>
                    <a:pt x="559" y="192"/>
                    <a:pt x="556" y="193"/>
                  </a:cubicBezTo>
                  <a:cubicBezTo>
                    <a:pt x="554" y="194"/>
                    <a:pt x="551" y="193"/>
                    <a:pt x="549" y="192"/>
                  </a:cubicBezTo>
                  <a:cubicBezTo>
                    <a:pt x="546" y="190"/>
                    <a:pt x="545" y="188"/>
                    <a:pt x="545" y="185"/>
                  </a:cubicBezTo>
                  <a:cubicBezTo>
                    <a:pt x="544" y="182"/>
                    <a:pt x="546" y="179"/>
                    <a:pt x="548" y="176"/>
                  </a:cubicBezTo>
                  <a:cubicBezTo>
                    <a:pt x="550" y="172"/>
                    <a:pt x="553" y="170"/>
                    <a:pt x="555" y="169"/>
                  </a:cubicBezTo>
                  <a:cubicBezTo>
                    <a:pt x="557" y="169"/>
                    <a:pt x="560" y="169"/>
                    <a:pt x="563" y="171"/>
                  </a:cubicBezTo>
                  <a:close/>
                  <a:moveTo>
                    <a:pt x="574" y="198"/>
                  </a:moveTo>
                  <a:cubicBezTo>
                    <a:pt x="577" y="194"/>
                    <a:pt x="580" y="192"/>
                    <a:pt x="581" y="191"/>
                  </a:cubicBezTo>
                  <a:cubicBezTo>
                    <a:pt x="583" y="189"/>
                    <a:pt x="585" y="189"/>
                    <a:pt x="587" y="188"/>
                  </a:cubicBezTo>
                  <a:cubicBezTo>
                    <a:pt x="589" y="188"/>
                    <a:pt x="591" y="189"/>
                    <a:pt x="593" y="190"/>
                  </a:cubicBezTo>
                  <a:cubicBezTo>
                    <a:pt x="595" y="191"/>
                    <a:pt x="597" y="192"/>
                    <a:pt x="600" y="195"/>
                  </a:cubicBezTo>
                  <a:cubicBezTo>
                    <a:pt x="608" y="202"/>
                    <a:pt x="608" y="202"/>
                    <a:pt x="608" y="202"/>
                  </a:cubicBezTo>
                  <a:cubicBezTo>
                    <a:pt x="604" y="207"/>
                    <a:pt x="604" y="207"/>
                    <a:pt x="604" y="207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3" y="197"/>
                    <a:pt x="591" y="196"/>
                    <a:pt x="589" y="196"/>
                  </a:cubicBezTo>
                  <a:cubicBezTo>
                    <a:pt x="587" y="196"/>
                    <a:pt x="585" y="197"/>
                    <a:pt x="583" y="199"/>
                  </a:cubicBezTo>
                  <a:cubicBezTo>
                    <a:pt x="599" y="213"/>
                    <a:pt x="599" y="213"/>
                    <a:pt x="599" y="213"/>
                  </a:cubicBezTo>
                  <a:cubicBezTo>
                    <a:pt x="595" y="218"/>
                    <a:pt x="595" y="218"/>
                    <a:pt x="595" y="218"/>
                  </a:cubicBezTo>
                  <a:cubicBezTo>
                    <a:pt x="579" y="204"/>
                    <a:pt x="579" y="204"/>
                    <a:pt x="579" y="204"/>
                  </a:cubicBezTo>
                  <a:cubicBezTo>
                    <a:pt x="569" y="215"/>
                    <a:pt x="569" y="215"/>
                    <a:pt x="569" y="215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4" y="198"/>
                    <a:pt x="574" y="198"/>
                    <a:pt x="574" y="198"/>
                  </a:cubicBezTo>
                  <a:close/>
                  <a:moveTo>
                    <a:pt x="641" y="254"/>
                  </a:moveTo>
                  <a:cubicBezTo>
                    <a:pt x="635" y="244"/>
                    <a:pt x="635" y="244"/>
                    <a:pt x="635" y="244"/>
                  </a:cubicBezTo>
                  <a:cubicBezTo>
                    <a:pt x="640" y="241"/>
                    <a:pt x="640" y="241"/>
                    <a:pt x="640" y="241"/>
                  </a:cubicBezTo>
                  <a:cubicBezTo>
                    <a:pt x="656" y="267"/>
                    <a:pt x="656" y="267"/>
                    <a:pt x="656" y="267"/>
                  </a:cubicBezTo>
                  <a:cubicBezTo>
                    <a:pt x="651" y="270"/>
                    <a:pt x="651" y="270"/>
                    <a:pt x="651" y="270"/>
                  </a:cubicBezTo>
                  <a:cubicBezTo>
                    <a:pt x="645" y="260"/>
                    <a:pt x="645" y="260"/>
                    <a:pt x="645" y="260"/>
                  </a:cubicBezTo>
                  <a:cubicBezTo>
                    <a:pt x="620" y="276"/>
                    <a:pt x="620" y="276"/>
                    <a:pt x="620" y="276"/>
                  </a:cubicBezTo>
                  <a:cubicBezTo>
                    <a:pt x="616" y="269"/>
                    <a:pt x="616" y="269"/>
                    <a:pt x="616" y="269"/>
                  </a:cubicBezTo>
                  <a:cubicBezTo>
                    <a:pt x="641" y="254"/>
                    <a:pt x="641" y="254"/>
                    <a:pt x="641" y="254"/>
                  </a:cubicBezTo>
                  <a:close/>
                  <a:moveTo>
                    <a:pt x="662" y="290"/>
                  </a:moveTo>
                  <a:cubicBezTo>
                    <a:pt x="660" y="287"/>
                    <a:pt x="659" y="286"/>
                    <a:pt x="657" y="285"/>
                  </a:cubicBezTo>
                  <a:cubicBezTo>
                    <a:pt x="655" y="284"/>
                    <a:pt x="653" y="285"/>
                    <a:pt x="651" y="286"/>
                  </a:cubicBezTo>
                  <a:cubicBezTo>
                    <a:pt x="659" y="305"/>
                    <a:pt x="659" y="305"/>
                    <a:pt x="659" y="305"/>
                  </a:cubicBezTo>
                  <a:cubicBezTo>
                    <a:pt x="654" y="307"/>
                    <a:pt x="654" y="307"/>
                    <a:pt x="654" y="307"/>
                  </a:cubicBezTo>
                  <a:cubicBezTo>
                    <a:pt x="645" y="288"/>
                    <a:pt x="645" y="288"/>
                    <a:pt x="645" y="288"/>
                  </a:cubicBezTo>
                  <a:cubicBezTo>
                    <a:pt x="642" y="290"/>
                    <a:pt x="641" y="291"/>
                    <a:pt x="640" y="293"/>
                  </a:cubicBezTo>
                  <a:cubicBezTo>
                    <a:pt x="639" y="295"/>
                    <a:pt x="639" y="297"/>
                    <a:pt x="641" y="300"/>
                  </a:cubicBezTo>
                  <a:cubicBezTo>
                    <a:pt x="646" y="311"/>
                    <a:pt x="646" y="311"/>
                    <a:pt x="646" y="311"/>
                  </a:cubicBezTo>
                  <a:cubicBezTo>
                    <a:pt x="640" y="313"/>
                    <a:pt x="640" y="313"/>
                    <a:pt x="640" y="313"/>
                  </a:cubicBezTo>
                  <a:cubicBezTo>
                    <a:pt x="635" y="302"/>
                    <a:pt x="635" y="302"/>
                    <a:pt x="635" y="302"/>
                  </a:cubicBezTo>
                  <a:cubicBezTo>
                    <a:pt x="634" y="299"/>
                    <a:pt x="633" y="297"/>
                    <a:pt x="633" y="296"/>
                  </a:cubicBezTo>
                  <a:cubicBezTo>
                    <a:pt x="633" y="294"/>
                    <a:pt x="633" y="292"/>
                    <a:pt x="633" y="291"/>
                  </a:cubicBezTo>
                  <a:cubicBezTo>
                    <a:pt x="634" y="288"/>
                    <a:pt x="635" y="286"/>
                    <a:pt x="637" y="284"/>
                  </a:cubicBezTo>
                  <a:cubicBezTo>
                    <a:pt x="638" y="283"/>
                    <a:pt x="641" y="281"/>
                    <a:pt x="644" y="280"/>
                  </a:cubicBezTo>
                  <a:cubicBezTo>
                    <a:pt x="649" y="277"/>
                    <a:pt x="654" y="276"/>
                    <a:pt x="658" y="277"/>
                  </a:cubicBezTo>
                  <a:cubicBezTo>
                    <a:pt x="662" y="279"/>
                    <a:pt x="665" y="282"/>
                    <a:pt x="667" y="287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67" y="301"/>
                    <a:pt x="667" y="301"/>
                    <a:pt x="667" y="301"/>
                  </a:cubicBezTo>
                  <a:cubicBezTo>
                    <a:pt x="662" y="290"/>
                    <a:pt x="662" y="290"/>
                    <a:pt x="662" y="290"/>
                  </a:cubicBezTo>
                  <a:close/>
                  <a:moveTo>
                    <a:pt x="675" y="325"/>
                  </a:moveTo>
                  <a:cubicBezTo>
                    <a:pt x="674" y="322"/>
                    <a:pt x="672" y="320"/>
                    <a:pt x="670" y="319"/>
                  </a:cubicBezTo>
                  <a:cubicBezTo>
                    <a:pt x="668" y="319"/>
                    <a:pt x="665" y="319"/>
                    <a:pt x="660" y="320"/>
                  </a:cubicBezTo>
                  <a:cubicBezTo>
                    <a:pt x="657" y="322"/>
                    <a:pt x="654" y="323"/>
                    <a:pt x="653" y="325"/>
                  </a:cubicBezTo>
                  <a:cubicBezTo>
                    <a:pt x="652" y="327"/>
                    <a:pt x="652" y="329"/>
                    <a:pt x="653" y="332"/>
                  </a:cubicBezTo>
                  <a:cubicBezTo>
                    <a:pt x="657" y="344"/>
                    <a:pt x="657" y="344"/>
                    <a:pt x="657" y="344"/>
                  </a:cubicBezTo>
                  <a:cubicBezTo>
                    <a:pt x="651" y="346"/>
                    <a:pt x="651" y="346"/>
                    <a:pt x="651" y="346"/>
                  </a:cubicBezTo>
                  <a:cubicBezTo>
                    <a:pt x="647" y="334"/>
                    <a:pt x="647" y="334"/>
                    <a:pt x="647" y="334"/>
                  </a:cubicBezTo>
                  <a:cubicBezTo>
                    <a:pt x="646" y="331"/>
                    <a:pt x="646" y="329"/>
                    <a:pt x="646" y="327"/>
                  </a:cubicBezTo>
                  <a:cubicBezTo>
                    <a:pt x="646" y="326"/>
                    <a:pt x="646" y="324"/>
                    <a:pt x="647" y="322"/>
                  </a:cubicBezTo>
                  <a:cubicBezTo>
                    <a:pt x="647" y="320"/>
                    <a:pt x="649" y="318"/>
                    <a:pt x="651" y="316"/>
                  </a:cubicBezTo>
                  <a:cubicBezTo>
                    <a:pt x="653" y="315"/>
                    <a:pt x="655" y="314"/>
                    <a:pt x="658" y="313"/>
                  </a:cubicBezTo>
                  <a:cubicBezTo>
                    <a:pt x="664" y="311"/>
                    <a:pt x="669" y="310"/>
                    <a:pt x="673" y="312"/>
                  </a:cubicBezTo>
                  <a:cubicBezTo>
                    <a:pt x="676" y="314"/>
                    <a:pt x="679" y="317"/>
                    <a:pt x="681" y="323"/>
                  </a:cubicBezTo>
                  <a:cubicBezTo>
                    <a:pt x="684" y="335"/>
                    <a:pt x="684" y="335"/>
                    <a:pt x="684" y="335"/>
                  </a:cubicBezTo>
                  <a:cubicBezTo>
                    <a:pt x="679" y="337"/>
                    <a:pt x="679" y="337"/>
                    <a:pt x="679" y="337"/>
                  </a:cubicBezTo>
                  <a:cubicBezTo>
                    <a:pt x="675" y="325"/>
                    <a:pt x="675" y="325"/>
                    <a:pt x="675" y="325"/>
                  </a:cubicBezTo>
                  <a:close/>
                  <a:moveTo>
                    <a:pt x="689" y="352"/>
                  </a:moveTo>
                  <a:cubicBezTo>
                    <a:pt x="675" y="354"/>
                    <a:pt x="675" y="354"/>
                    <a:pt x="675" y="354"/>
                  </a:cubicBezTo>
                  <a:cubicBezTo>
                    <a:pt x="677" y="368"/>
                    <a:pt x="677" y="368"/>
                    <a:pt x="677" y="368"/>
                  </a:cubicBezTo>
                  <a:cubicBezTo>
                    <a:pt x="691" y="365"/>
                    <a:pt x="691" y="365"/>
                    <a:pt x="691" y="365"/>
                  </a:cubicBezTo>
                  <a:cubicBezTo>
                    <a:pt x="692" y="373"/>
                    <a:pt x="692" y="373"/>
                    <a:pt x="692" y="373"/>
                  </a:cubicBezTo>
                  <a:cubicBezTo>
                    <a:pt x="658" y="379"/>
                    <a:pt x="658" y="379"/>
                    <a:pt x="658" y="379"/>
                  </a:cubicBezTo>
                  <a:cubicBezTo>
                    <a:pt x="656" y="372"/>
                    <a:pt x="656" y="372"/>
                    <a:pt x="656" y="372"/>
                  </a:cubicBezTo>
                  <a:cubicBezTo>
                    <a:pt x="671" y="369"/>
                    <a:pt x="671" y="369"/>
                    <a:pt x="671" y="369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54" y="358"/>
                    <a:pt x="654" y="358"/>
                    <a:pt x="654" y="358"/>
                  </a:cubicBezTo>
                  <a:cubicBezTo>
                    <a:pt x="653" y="351"/>
                    <a:pt x="653" y="351"/>
                    <a:pt x="653" y="351"/>
                  </a:cubicBezTo>
                  <a:cubicBezTo>
                    <a:pt x="687" y="344"/>
                    <a:pt x="687" y="344"/>
                    <a:pt x="687" y="344"/>
                  </a:cubicBezTo>
                  <a:cubicBezTo>
                    <a:pt x="689" y="352"/>
                    <a:pt x="689" y="352"/>
                    <a:pt x="689" y="352"/>
                  </a:cubicBezTo>
                  <a:close/>
                  <a:moveTo>
                    <a:pt x="695" y="386"/>
                  </a:moveTo>
                  <a:cubicBezTo>
                    <a:pt x="695" y="396"/>
                    <a:pt x="695" y="396"/>
                    <a:pt x="695" y="396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95" y="410"/>
                    <a:pt x="695" y="410"/>
                    <a:pt x="695" y="410"/>
                  </a:cubicBezTo>
                  <a:cubicBezTo>
                    <a:pt x="695" y="418"/>
                    <a:pt x="695" y="418"/>
                    <a:pt x="695" y="418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0" y="410"/>
                    <a:pt x="660" y="410"/>
                    <a:pt x="660" y="410"/>
                  </a:cubicBezTo>
                  <a:cubicBezTo>
                    <a:pt x="686" y="394"/>
                    <a:pt x="686" y="394"/>
                    <a:pt x="686" y="394"/>
                  </a:cubicBezTo>
                  <a:cubicBezTo>
                    <a:pt x="660" y="395"/>
                    <a:pt x="660" y="395"/>
                    <a:pt x="660" y="395"/>
                  </a:cubicBezTo>
                  <a:cubicBezTo>
                    <a:pt x="659" y="387"/>
                    <a:pt x="659" y="387"/>
                    <a:pt x="659" y="387"/>
                  </a:cubicBezTo>
                  <a:cubicBezTo>
                    <a:pt x="695" y="386"/>
                    <a:pt x="695" y="386"/>
                    <a:pt x="695" y="386"/>
                  </a:cubicBezTo>
                  <a:close/>
                  <a:moveTo>
                    <a:pt x="677" y="425"/>
                  </a:moveTo>
                  <a:cubicBezTo>
                    <a:pt x="683" y="426"/>
                    <a:pt x="688" y="428"/>
                    <a:pt x="690" y="431"/>
                  </a:cubicBezTo>
                  <a:cubicBezTo>
                    <a:pt x="693" y="434"/>
                    <a:pt x="694" y="439"/>
                    <a:pt x="693" y="445"/>
                  </a:cubicBezTo>
                  <a:cubicBezTo>
                    <a:pt x="692" y="451"/>
                    <a:pt x="690" y="455"/>
                    <a:pt x="687" y="458"/>
                  </a:cubicBezTo>
                  <a:cubicBezTo>
                    <a:pt x="684" y="460"/>
                    <a:pt x="679" y="461"/>
                    <a:pt x="673" y="460"/>
                  </a:cubicBezTo>
                  <a:cubicBezTo>
                    <a:pt x="667" y="459"/>
                    <a:pt x="662" y="457"/>
                    <a:pt x="660" y="454"/>
                  </a:cubicBezTo>
                  <a:cubicBezTo>
                    <a:pt x="657" y="451"/>
                    <a:pt x="656" y="446"/>
                    <a:pt x="657" y="440"/>
                  </a:cubicBezTo>
                  <a:cubicBezTo>
                    <a:pt x="657" y="434"/>
                    <a:pt x="659" y="430"/>
                    <a:pt x="663" y="427"/>
                  </a:cubicBezTo>
                  <a:cubicBezTo>
                    <a:pt x="666" y="425"/>
                    <a:pt x="671" y="424"/>
                    <a:pt x="677" y="425"/>
                  </a:cubicBezTo>
                  <a:close/>
                  <a:moveTo>
                    <a:pt x="687" y="444"/>
                  </a:moveTo>
                  <a:cubicBezTo>
                    <a:pt x="687" y="447"/>
                    <a:pt x="685" y="450"/>
                    <a:pt x="683" y="451"/>
                  </a:cubicBezTo>
                  <a:cubicBezTo>
                    <a:pt x="681" y="452"/>
                    <a:pt x="678" y="453"/>
                    <a:pt x="674" y="452"/>
                  </a:cubicBezTo>
                  <a:cubicBezTo>
                    <a:pt x="670" y="452"/>
                    <a:pt x="667" y="450"/>
                    <a:pt x="665" y="449"/>
                  </a:cubicBezTo>
                  <a:cubicBezTo>
                    <a:pt x="663" y="447"/>
                    <a:pt x="662" y="444"/>
                    <a:pt x="663" y="441"/>
                  </a:cubicBezTo>
                  <a:cubicBezTo>
                    <a:pt x="663" y="438"/>
                    <a:pt x="664" y="435"/>
                    <a:pt x="667" y="434"/>
                  </a:cubicBezTo>
                  <a:cubicBezTo>
                    <a:pt x="669" y="433"/>
                    <a:pt x="672" y="432"/>
                    <a:pt x="676" y="433"/>
                  </a:cubicBezTo>
                  <a:cubicBezTo>
                    <a:pt x="680" y="433"/>
                    <a:pt x="683" y="435"/>
                    <a:pt x="685" y="436"/>
                  </a:cubicBezTo>
                  <a:cubicBezTo>
                    <a:pt x="687" y="438"/>
                    <a:pt x="687" y="441"/>
                    <a:pt x="687" y="444"/>
                  </a:cubicBezTo>
                  <a:close/>
                  <a:moveTo>
                    <a:pt x="651" y="478"/>
                  </a:moveTo>
                  <a:cubicBezTo>
                    <a:pt x="652" y="474"/>
                    <a:pt x="653" y="472"/>
                    <a:pt x="654" y="471"/>
                  </a:cubicBezTo>
                  <a:cubicBezTo>
                    <a:pt x="655" y="469"/>
                    <a:pt x="656" y="468"/>
                    <a:pt x="658" y="467"/>
                  </a:cubicBezTo>
                  <a:cubicBezTo>
                    <a:pt x="659" y="466"/>
                    <a:pt x="661" y="466"/>
                    <a:pt x="662" y="465"/>
                  </a:cubicBezTo>
                  <a:cubicBezTo>
                    <a:pt x="664" y="465"/>
                    <a:pt x="666" y="466"/>
                    <a:pt x="669" y="466"/>
                  </a:cubicBezTo>
                  <a:cubicBezTo>
                    <a:pt x="689" y="471"/>
                    <a:pt x="689" y="471"/>
                    <a:pt x="689" y="471"/>
                  </a:cubicBezTo>
                  <a:cubicBezTo>
                    <a:pt x="687" y="478"/>
                    <a:pt x="687" y="478"/>
                    <a:pt x="687" y="478"/>
                  </a:cubicBezTo>
                  <a:cubicBezTo>
                    <a:pt x="667" y="474"/>
                    <a:pt x="667" y="474"/>
                    <a:pt x="667" y="474"/>
                  </a:cubicBezTo>
                  <a:cubicBezTo>
                    <a:pt x="665" y="473"/>
                    <a:pt x="664" y="473"/>
                    <a:pt x="663" y="473"/>
                  </a:cubicBezTo>
                  <a:cubicBezTo>
                    <a:pt x="662" y="473"/>
                    <a:pt x="661" y="473"/>
                    <a:pt x="661" y="473"/>
                  </a:cubicBezTo>
                  <a:cubicBezTo>
                    <a:pt x="660" y="474"/>
                    <a:pt x="659" y="475"/>
                    <a:pt x="658" y="475"/>
                  </a:cubicBezTo>
                  <a:cubicBezTo>
                    <a:pt x="658" y="476"/>
                    <a:pt x="657" y="478"/>
                    <a:pt x="657" y="480"/>
                  </a:cubicBezTo>
                  <a:cubicBezTo>
                    <a:pt x="655" y="488"/>
                    <a:pt x="655" y="488"/>
                    <a:pt x="655" y="488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1" y="478"/>
                    <a:pt x="651" y="478"/>
                    <a:pt x="651" y="478"/>
                  </a:cubicBezTo>
                  <a:close/>
                  <a:moveTo>
                    <a:pt x="667" y="494"/>
                  </a:moveTo>
                  <a:cubicBezTo>
                    <a:pt x="672" y="496"/>
                    <a:pt x="676" y="499"/>
                    <a:pt x="678" y="503"/>
                  </a:cubicBezTo>
                  <a:cubicBezTo>
                    <a:pt x="679" y="507"/>
                    <a:pt x="679" y="512"/>
                    <a:pt x="677" y="517"/>
                  </a:cubicBezTo>
                  <a:cubicBezTo>
                    <a:pt x="675" y="523"/>
                    <a:pt x="671" y="526"/>
                    <a:pt x="668" y="528"/>
                  </a:cubicBezTo>
                  <a:cubicBezTo>
                    <a:pt x="664" y="529"/>
                    <a:pt x="659" y="529"/>
                    <a:pt x="653" y="527"/>
                  </a:cubicBezTo>
                  <a:cubicBezTo>
                    <a:pt x="647" y="524"/>
                    <a:pt x="644" y="521"/>
                    <a:pt x="642" y="517"/>
                  </a:cubicBezTo>
                  <a:cubicBezTo>
                    <a:pt x="640" y="513"/>
                    <a:pt x="641" y="509"/>
                    <a:pt x="643" y="503"/>
                  </a:cubicBezTo>
                  <a:cubicBezTo>
                    <a:pt x="645" y="497"/>
                    <a:pt x="648" y="494"/>
                    <a:pt x="652" y="492"/>
                  </a:cubicBezTo>
                  <a:cubicBezTo>
                    <a:pt x="656" y="491"/>
                    <a:pt x="661" y="491"/>
                    <a:pt x="667" y="494"/>
                  </a:cubicBezTo>
                  <a:close/>
                  <a:moveTo>
                    <a:pt x="671" y="515"/>
                  </a:moveTo>
                  <a:cubicBezTo>
                    <a:pt x="670" y="518"/>
                    <a:pt x="668" y="520"/>
                    <a:pt x="666" y="520"/>
                  </a:cubicBezTo>
                  <a:cubicBezTo>
                    <a:pt x="663" y="521"/>
                    <a:pt x="660" y="521"/>
                    <a:pt x="656" y="519"/>
                  </a:cubicBezTo>
                  <a:cubicBezTo>
                    <a:pt x="652" y="517"/>
                    <a:pt x="650" y="516"/>
                    <a:pt x="649" y="513"/>
                  </a:cubicBezTo>
                  <a:cubicBezTo>
                    <a:pt x="647" y="511"/>
                    <a:pt x="647" y="508"/>
                    <a:pt x="648" y="505"/>
                  </a:cubicBezTo>
                  <a:cubicBezTo>
                    <a:pt x="650" y="502"/>
                    <a:pt x="651" y="500"/>
                    <a:pt x="654" y="500"/>
                  </a:cubicBezTo>
                  <a:cubicBezTo>
                    <a:pt x="656" y="499"/>
                    <a:pt x="660" y="500"/>
                    <a:pt x="664" y="501"/>
                  </a:cubicBezTo>
                  <a:cubicBezTo>
                    <a:pt x="667" y="503"/>
                    <a:pt x="670" y="505"/>
                    <a:pt x="671" y="507"/>
                  </a:cubicBezTo>
                  <a:cubicBezTo>
                    <a:pt x="672" y="509"/>
                    <a:pt x="672" y="512"/>
                    <a:pt x="671" y="515"/>
                  </a:cubicBezTo>
                  <a:close/>
                  <a:moveTo>
                    <a:pt x="641" y="544"/>
                  </a:moveTo>
                  <a:cubicBezTo>
                    <a:pt x="646" y="547"/>
                    <a:pt x="646" y="547"/>
                    <a:pt x="646" y="547"/>
                  </a:cubicBezTo>
                  <a:cubicBezTo>
                    <a:pt x="637" y="562"/>
                    <a:pt x="637" y="562"/>
                    <a:pt x="637" y="562"/>
                  </a:cubicBezTo>
                  <a:cubicBezTo>
                    <a:pt x="619" y="552"/>
                    <a:pt x="619" y="552"/>
                    <a:pt x="619" y="552"/>
                  </a:cubicBezTo>
                  <a:cubicBezTo>
                    <a:pt x="628" y="538"/>
                    <a:pt x="628" y="538"/>
                    <a:pt x="628" y="538"/>
                  </a:cubicBezTo>
                  <a:cubicBezTo>
                    <a:pt x="629" y="535"/>
                    <a:pt x="631" y="533"/>
                    <a:pt x="632" y="532"/>
                  </a:cubicBezTo>
                  <a:cubicBezTo>
                    <a:pt x="633" y="531"/>
                    <a:pt x="634" y="530"/>
                    <a:pt x="636" y="530"/>
                  </a:cubicBezTo>
                  <a:cubicBezTo>
                    <a:pt x="638" y="529"/>
                    <a:pt x="641" y="529"/>
                    <a:pt x="643" y="529"/>
                  </a:cubicBezTo>
                  <a:cubicBezTo>
                    <a:pt x="645" y="529"/>
                    <a:pt x="648" y="530"/>
                    <a:pt x="651" y="532"/>
                  </a:cubicBezTo>
                  <a:cubicBezTo>
                    <a:pt x="656" y="535"/>
                    <a:pt x="659" y="539"/>
                    <a:pt x="661" y="543"/>
                  </a:cubicBezTo>
                  <a:cubicBezTo>
                    <a:pt x="662" y="547"/>
                    <a:pt x="661" y="551"/>
                    <a:pt x="658" y="556"/>
                  </a:cubicBezTo>
                  <a:cubicBezTo>
                    <a:pt x="650" y="570"/>
                    <a:pt x="650" y="570"/>
                    <a:pt x="650" y="570"/>
                  </a:cubicBezTo>
                  <a:cubicBezTo>
                    <a:pt x="644" y="567"/>
                    <a:pt x="644" y="567"/>
                    <a:pt x="644" y="567"/>
                  </a:cubicBezTo>
                  <a:cubicBezTo>
                    <a:pt x="653" y="553"/>
                    <a:pt x="653" y="553"/>
                    <a:pt x="653" y="553"/>
                  </a:cubicBezTo>
                  <a:cubicBezTo>
                    <a:pt x="654" y="550"/>
                    <a:pt x="654" y="548"/>
                    <a:pt x="654" y="546"/>
                  </a:cubicBezTo>
                  <a:cubicBezTo>
                    <a:pt x="653" y="544"/>
                    <a:pt x="650" y="542"/>
                    <a:pt x="647" y="539"/>
                  </a:cubicBezTo>
                  <a:cubicBezTo>
                    <a:pt x="644" y="537"/>
                    <a:pt x="641" y="537"/>
                    <a:pt x="639" y="537"/>
                  </a:cubicBezTo>
                  <a:cubicBezTo>
                    <a:pt x="636" y="537"/>
                    <a:pt x="635" y="538"/>
                    <a:pt x="633" y="541"/>
                  </a:cubicBezTo>
                  <a:cubicBezTo>
                    <a:pt x="629" y="548"/>
                    <a:pt x="629" y="548"/>
                    <a:pt x="629" y="548"/>
                  </a:cubicBezTo>
                  <a:cubicBezTo>
                    <a:pt x="636" y="553"/>
                    <a:pt x="636" y="553"/>
                    <a:pt x="636" y="553"/>
                  </a:cubicBezTo>
                  <a:cubicBezTo>
                    <a:pt x="641" y="544"/>
                    <a:pt x="641" y="544"/>
                    <a:pt x="641" y="544"/>
                  </a:cubicBezTo>
                  <a:close/>
                  <a:moveTo>
                    <a:pt x="648" y="574"/>
                  </a:moveTo>
                  <a:cubicBezTo>
                    <a:pt x="643" y="581"/>
                    <a:pt x="643" y="581"/>
                    <a:pt x="643" y="581"/>
                  </a:cubicBezTo>
                  <a:cubicBezTo>
                    <a:pt x="627" y="580"/>
                    <a:pt x="627" y="580"/>
                    <a:pt x="627" y="580"/>
                  </a:cubicBezTo>
                  <a:cubicBezTo>
                    <a:pt x="632" y="595"/>
                    <a:pt x="632" y="595"/>
                    <a:pt x="632" y="595"/>
                  </a:cubicBezTo>
                  <a:cubicBezTo>
                    <a:pt x="627" y="602"/>
                    <a:pt x="627" y="602"/>
                    <a:pt x="627" y="602"/>
                  </a:cubicBezTo>
                  <a:cubicBezTo>
                    <a:pt x="619" y="579"/>
                    <a:pt x="619" y="579"/>
                    <a:pt x="619" y="579"/>
                  </a:cubicBezTo>
                  <a:cubicBezTo>
                    <a:pt x="607" y="570"/>
                    <a:pt x="607" y="570"/>
                    <a:pt x="607" y="570"/>
                  </a:cubicBezTo>
                  <a:cubicBezTo>
                    <a:pt x="611" y="564"/>
                    <a:pt x="611" y="564"/>
                    <a:pt x="611" y="564"/>
                  </a:cubicBezTo>
                  <a:cubicBezTo>
                    <a:pt x="624" y="573"/>
                    <a:pt x="624" y="573"/>
                    <a:pt x="624" y="573"/>
                  </a:cubicBezTo>
                  <a:cubicBezTo>
                    <a:pt x="648" y="574"/>
                    <a:pt x="648" y="574"/>
                    <a:pt x="648" y="574"/>
                  </a:cubicBezTo>
                  <a:close/>
                  <a:moveTo>
                    <a:pt x="264" y="535"/>
                  </a:moveTo>
                  <a:cubicBezTo>
                    <a:pt x="392" y="535"/>
                    <a:pt x="392" y="535"/>
                    <a:pt x="392" y="535"/>
                  </a:cubicBezTo>
                  <a:cubicBezTo>
                    <a:pt x="401" y="536"/>
                    <a:pt x="400" y="566"/>
                    <a:pt x="392" y="565"/>
                  </a:cubicBezTo>
                  <a:cubicBezTo>
                    <a:pt x="264" y="565"/>
                    <a:pt x="264" y="565"/>
                    <a:pt x="264" y="565"/>
                  </a:cubicBezTo>
                  <a:cubicBezTo>
                    <a:pt x="275" y="565"/>
                    <a:pt x="276" y="536"/>
                    <a:pt x="264" y="535"/>
                  </a:cubicBezTo>
                  <a:close/>
                  <a:moveTo>
                    <a:pt x="550" y="535"/>
                  </a:moveTo>
                  <a:cubicBezTo>
                    <a:pt x="538" y="536"/>
                    <a:pt x="539" y="565"/>
                    <a:pt x="550" y="565"/>
                  </a:cubicBezTo>
                  <a:cubicBezTo>
                    <a:pt x="421" y="565"/>
                    <a:pt x="421" y="565"/>
                    <a:pt x="421" y="565"/>
                  </a:cubicBezTo>
                  <a:cubicBezTo>
                    <a:pt x="413" y="566"/>
                    <a:pt x="412" y="536"/>
                    <a:pt x="421" y="535"/>
                  </a:cubicBezTo>
                  <a:cubicBezTo>
                    <a:pt x="550" y="535"/>
                    <a:pt x="550" y="535"/>
                    <a:pt x="550" y="535"/>
                  </a:cubicBezTo>
                  <a:close/>
                  <a:moveTo>
                    <a:pt x="495" y="212"/>
                  </a:moveTo>
                  <a:cubicBezTo>
                    <a:pt x="495" y="260"/>
                    <a:pt x="495" y="260"/>
                    <a:pt x="495" y="260"/>
                  </a:cubicBezTo>
                  <a:cubicBezTo>
                    <a:pt x="481" y="257"/>
                    <a:pt x="469" y="266"/>
                    <a:pt x="462" y="280"/>
                  </a:cubicBezTo>
                  <a:cubicBezTo>
                    <a:pt x="462" y="449"/>
                    <a:pt x="462" y="449"/>
                    <a:pt x="462" y="449"/>
                  </a:cubicBezTo>
                  <a:cubicBezTo>
                    <a:pt x="493" y="439"/>
                    <a:pt x="510" y="421"/>
                    <a:pt x="516" y="396"/>
                  </a:cubicBezTo>
                  <a:cubicBezTo>
                    <a:pt x="519" y="389"/>
                    <a:pt x="519" y="377"/>
                    <a:pt x="514" y="358"/>
                  </a:cubicBezTo>
                  <a:cubicBezTo>
                    <a:pt x="501" y="332"/>
                    <a:pt x="486" y="324"/>
                    <a:pt x="477" y="327"/>
                  </a:cubicBezTo>
                  <a:cubicBezTo>
                    <a:pt x="477" y="278"/>
                    <a:pt x="477" y="278"/>
                    <a:pt x="477" y="278"/>
                  </a:cubicBezTo>
                  <a:cubicBezTo>
                    <a:pt x="516" y="281"/>
                    <a:pt x="552" y="305"/>
                    <a:pt x="562" y="357"/>
                  </a:cubicBezTo>
                  <a:cubicBezTo>
                    <a:pt x="570" y="390"/>
                    <a:pt x="562" y="422"/>
                    <a:pt x="545" y="449"/>
                  </a:cubicBezTo>
                  <a:cubicBezTo>
                    <a:pt x="523" y="472"/>
                    <a:pt x="499" y="491"/>
                    <a:pt x="462" y="497"/>
                  </a:cubicBezTo>
                  <a:cubicBezTo>
                    <a:pt x="462" y="514"/>
                    <a:pt x="462" y="514"/>
                    <a:pt x="462" y="514"/>
                  </a:cubicBezTo>
                  <a:cubicBezTo>
                    <a:pt x="413" y="514"/>
                    <a:pt x="413" y="514"/>
                    <a:pt x="413" y="514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25" y="233"/>
                    <a:pt x="453" y="213"/>
                    <a:pt x="495" y="212"/>
                  </a:cubicBezTo>
                  <a:close/>
                  <a:moveTo>
                    <a:pt x="316" y="212"/>
                  </a:moveTo>
                  <a:cubicBezTo>
                    <a:pt x="358" y="213"/>
                    <a:pt x="386" y="233"/>
                    <a:pt x="398" y="274"/>
                  </a:cubicBezTo>
                  <a:cubicBezTo>
                    <a:pt x="398" y="514"/>
                    <a:pt x="398" y="514"/>
                    <a:pt x="398" y="514"/>
                  </a:cubicBezTo>
                  <a:cubicBezTo>
                    <a:pt x="349" y="514"/>
                    <a:pt x="349" y="514"/>
                    <a:pt x="349" y="514"/>
                  </a:cubicBezTo>
                  <a:cubicBezTo>
                    <a:pt x="349" y="497"/>
                    <a:pt x="349" y="497"/>
                    <a:pt x="349" y="497"/>
                  </a:cubicBezTo>
                  <a:cubicBezTo>
                    <a:pt x="312" y="491"/>
                    <a:pt x="288" y="472"/>
                    <a:pt x="267" y="449"/>
                  </a:cubicBezTo>
                  <a:cubicBezTo>
                    <a:pt x="249" y="422"/>
                    <a:pt x="241" y="390"/>
                    <a:pt x="249" y="357"/>
                  </a:cubicBezTo>
                  <a:cubicBezTo>
                    <a:pt x="259" y="305"/>
                    <a:pt x="295" y="281"/>
                    <a:pt x="334" y="27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25" y="324"/>
                    <a:pt x="310" y="332"/>
                    <a:pt x="297" y="358"/>
                  </a:cubicBezTo>
                  <a:cubicBezTo>
                    <a:pt x="292" y="377"/>
                    <a:pt x="292" y="389"/>
                    <a:pt x="295" y="396"/>
                  </a:cubicBezTo>
                  <a:cubicBezTo>
                    <a:pt x="302" y="421"/>
                    <a:pt x="318" y="439"/>
                    <a:pt x="349" y="449"/>
                  </a:cubicBezTo>
                  <a:cubicBezTo>
                    <a:pt x="349" y="280"/>
                    <a:pt x="349" y="280"/>
                    <a:pt x="349" y="280"/>
                  </a:cubicBezTo>
                  <a:cubicBezTo>
                    <a:pt x="343" y="266"/>
                    <a:pt x="330" y="257"/>
                    <a:pt x="316" y="260"/>
                  </a:cubicBezTo>
                  <a:cubicBezTo>
                    <a:pt x="316" y="212"/>
                    <a:pt x="316" y="212"/>
                    <a:pt x="316" y="212"/>
                  </a:cubicBezTo>
                  <a:close/>
                  <a:moveTo>
                    <a:pt x="249" y="587"/>
                  </a:moveTo>
                  <a:cubicBezTo>
                    <a:pt x="567" y="587"/>
                    <a:pt x="567" y="587"/>
                    <a:pt x="567" y="587"/>
                  </a:cubicBezTo>
                  <a:cubicBezTo>
                    <a:pt x="567" y="615"/>
                    <a:pt x="567" y="615"/>
                    <a:pt x="567" y="615"/>
                  </a:cubicBezTo>
                  <a:cubicBezTo>
                    <a:pt x="249" y="615"/>
                    <a:pt x="249" y="615"/>
                    <a:pt x="249" y="615"/>
                  </a:cubicBezTo>
                  <a:lnTo>
                    <a:pt x="249" y="5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grpSp>
        <p:nvGrpSpPr>
          <p:cNvPr id="203" name="组合 202">
            <a:extLst>
              <a:ext uri="{FF2B5EF4-FFF2-40B4-BE49-F238E27FC236}">
                <a16:creationId xmlns:a16="http://schemas.microsoft.com/office/drawing/2014/main" id="{3D415306-D148-4EBC-A3D6-52606ECB41D5}"/>
              </a:ext>
            </a:extLst>
          </p:cNvPr>
          <p:cNvGrpSpPr/>
          <p:nvPr userDrawn="1"/>
        </p:nvGrpSpPr>
        <p:grpSpPr>
          <a:xfrm>
            <a:off x="1481081" y="5003800"/>
            <a:ext cx="3321336" cy="0"/>
            <a:chOff x="1481081" y="5003800"/>
            <a:chExt cx="3321336" cy="0"/>
          </a:xfrm>
        </p:grpSpPr>
        <p:cxnSp>
          <p:nvCxnSpPr>
            <p:cNvPr id="196" name="直接连接符 195">
              <a:extLst>
                <a:ext uri="{FF2B5EF4-FFF2-40B4-BE49-F238E27FC236}">
                  <a16:creationId xmlns:a16="http://schemas.microsoft.com/office/drawing/2014/main" id="{BD236DD2-5AFB-4FB6-9DEA-A45D68A9A80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69571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接连接符 196">
              <a:extLst>
                <a:ext uri="{FF2B5EF4-FFF2-40B4-BE49-F238E27FC236}">
                  <a16:creationId xmlns:a16="http://schemas.microsoft.com/office/drawing/2014/main" id="{C7AE7D93-54B7-4AE3-8A2A-15A56AC563A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29670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接连接符 197">
              <a:extLst>
                <a:ext uri="{FF2B5EF4-FFF2-40B4-BE49-F238E27FC236}">
                  <a16:creationId xmlns:a16="http://schemas.microsoft.com/office/drawing/2014/main" id="{35E08A48-9C93-447B-A77C-1382F92F1E56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48108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接连接符 198">
              <a:extLst>
                <a:ext uri="{FF2B5EF4-FFF2-40B4-BE49-F238E27FC236}">
                  <a16:creationId xmlns:a16="http://schemas.microsoft.com/office/drawing/2014/main" id="{0C5706E7-AD5D-4C29-BA4D-172709C1279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926643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接连接符 199">
              <a:extLst>
                <a:ext uri="{FF2B5EF4-FFF2-40B4-BE49-F238E27FC236}">
                  <a16:creationId xmlns:a16="http://schemas.microsoft.com/office/drawing/2014/main" id="{2BFF8DE1-38A8-43EF-BF29-79BD7611E14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030055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接连接符 200">
              <a:extLst>
                <a:ext uri="{FF2B5EF4-FFF2-40B4-BE49-F238E27FC236}">
                  <a16:creationId xmlns:a16="http://schemas.microsoft.com/office/drawing/2014/main" id="{5A238652-B3A1-4BA8-BCFD-905656D38DCB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45766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组合 203">
            <a:extLst>
              <a:ext uri="{FF2B5EF4-FFF2-40B4-BE49-F238E27FC236}">
                <a16:creationId xmlns:a16="http://schemas.microsoft.com/office/drawing/2014/main" id="{1BB2B923-FA17-48C6-AC65-CAF891A9DE52}"/>
              </a:ext>
            </a:extLst>
          </p:cNvPr>
          <p:cNvGrpSpPr/>
          <p:nvPr userDrawn="1"/>
        </p:nvGrpSpPr>
        <p:grpSpPr>
          <a:xfrm>
            <a:off x="2884625" y="4648374"/>
            <a:ext cx="1696635" cy="0"/>
            <a:chOff x="1540680" y="5003800"/>
            <a:chExt cx="3266321" cy="0"/>
          </a:xfrm>
        </p:grpSpPr>
        <p:cxnSp>
          <p:nvCxnSpPr>
            <p:cNvPr id="205" name="直接连接符 204">
              <a:extLst>
                <a:ext uri="{FF2B5EF4-FFF2-40B4-BE49-F238E27FC236}">
                  <a16:creationId xmlns:a16="http://schemas.microsoft.com/office/drawing/2014/main" id="{D53835C2-BC4C-47BC-9788-8A3A8F06EB8C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80574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接连接符 205">
              <a:extLst>
                <a:ext uri="{FF2B5EF4-FFF2-40B4-BE49-F238E27FC236}">
                  <a16:creationId xmlns:a16="http://schemas.microsoft.com/office/drawing/2014/main" id="{020923C3-716A-4FC2-A40B-BD3EF5A3EF8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383804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接连接符 206">
              <a:extLst>
                <a:ext uri="{FF2B5EF4-FFF2-40B4-BE49-F238E27FC236}">
                  <a16:creationId xmlns:a16="http://schemas.microsoft.com/office/drawing/2014/main" id="{DCF5F03D-3596-4151-848A-883AA5D938A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54068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接连接符 207">
              <a:extLst>
                <a:ext uri="{FF2B5EF4-FFF2-40B4-BE49-F238E27FC236}">
                  <a16:creationId xmlns:a16="http://schemas.microsoft.com/office/drawing/2014/main" id="{A36AEA14-0313-4A01-9A73-278699BACDA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050422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接连接符 208">
              <a:extLst>
                <a:ext uri="{FF2B5EF4-FFF2-40B4-BE49-F238E27FC236}">
                  <a16:creationId xmlns:a16="http://schemas.microsoft.com/office/drawing/2014/main" id="{EBDB4E7E-3F5E-4BD0-A38B-CB809D8B619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13549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接连接符 209">
              <a:extLst>
                <a:ext uri="{FF2B5EF4-FFF2-40B4-BE49-F238E27FC236}">
                  <a16:creationId xmlns:a16="http://schemas.microsoft.com/office/drawing/2014/main" id="{A896D2C3-F7A2-4199-A150-36FD272DF35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5035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4" name="任意多边形: 形状 333" hidden="1">
            <a:extLst>
              <a:ext uri="{FF2B5EF4-FFF2-40B4-BE49-F238E27FC236}">
                <a16:creationId xmlns:a16="http://schemas.microsoft.com/office/drawing/2014/main" id="{0D3BE933-1750-4425-8FB5-9BA3324229D7}"/>
              </a:ext>
            </a:extLst>
          </p:cNvPr>
          <p:cNvSpPr/>
          <p:nvPr userDrawn="1"/>
        </p:nvSpPr>
        <p:spPr>
          <a:xfrm>
            <a:off x="1495361" y="963847"/>
            <a:ext cx="980425" cy="1013022"/>
          </a:xfrm>
          <a:custGeom>
            <a:avLst/>
            <a:gdLst>
              <a:gd name="connsiteX0" fmla="*/ 354347 w 980425"/>
              <a:gd name="connsiteY0" fmla="*/ 0 h 1013022"/>
              <a:gd name="connsiteX1" fmla="*/ 980425 w 980425"/>
              <a:gd name="connsiteY1" fmla="*/ 0 h 1013022"/>
              <a:gd name="connsiteX2" fmla="*/ 980425 w 980425"/>
              <a:gd name="connsiteY2" fmla="*/ 1013022 h 1013022"/>
              <a:gd name="connsiteX3" fmla="*/ 0 w 980425"/>
              <a:gd name="connsiteY3" fmla="*/ 1013022 h 1013022"/>
              <a:gd name="connsiteX4" fmla="*/ 0 w 980425"/>
              <a:gd name="connsiteY4" fmla="*/ 707434 h 1013022"/>
              <a:gd name="connsiteX5" fmla="*/ 354347 w 980425"/>
              <a:gd name="connsiteY5" fmla="*/ 707434 h 1013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0425" h="1013022">
                <a:moveTo>
                  <a:pt x="354347" y="0"/>
                </a:moveTo>
                <a:lnTo>
                  <a:pt x="980425" y="0"/>
                </a:lnTo>
                <a:lnTo>
                  <a:pt x="980425" y="1013022"/>
                </a:lnTo>
                <a:lnTo>
                  <a:pt x="0" y="1013022"/>
                </a:lnTo>
                <a:lnTo>
                  <a:pt x="0" y="707434"/>
                </a:lnTo>
                <a:lnTo>
                  <a:pt x="354347" y="707434"/>
                </a:lnTo>
                <a:close/>
              </a:path>
            </a:pathLst>
          </a:cu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>
              <a:ln>
                <a:noFill/>
              </a:ln>
              <a:noFill/>
            </a:endParaRPr>
          </a:p>
        </p:txBody>
      </p:sp>
      <p:sp>
        <p:nvSpPr>
          <p:cNvPr id="212" name="团" hidden="1">
            <a:extLst>
              <a:ext uri="{FF2B5EF4-FFF2-40B4-BE49-F238E27FC236}">
                <a16:creationId xmlns:a16="http://schemas.microsoft.com/office/drawing/2014/main" id="{4FD92C9D-0786-4EF6-81C1-F11CACA70321}"/>
              </a:ext>
            </a:extLst>
          </p:cNvPr>
          <p:cNvSpPr txBox="1"/>
          <p:nvPr userDrawn="1"/>
        </p:nvSpPr>
        <p:spPr>
          <a:xfrm>
            <a:off x="644732" y="345027"/>
            <a:ext cx="1210588" cy="1323439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rtlCol="0">
            <a:spAutoFit/>
          </a:bodyPr>
          <a:lstStyle/>
          <a:p>
            <a:r>
              <a:rPr kumimoji="0" lang="zh-CN" altLang="en-US" sz="8000" b="0" i="0" u="none" strike="noStrike" kern="1200" cap="none" spc="0" normalizeH="0" baseline="0" noProof="0" dirty="0">
                <a:ln>
                  <a:solidFill>
                    <a:schemeClr val="accent1">
                      <a:shade val="50000"/>
                    </a:schemeClr>
                  </a:solidFill>
                </a:ln>
                <a:solidFill>
                  <a:schemeClr val="bg1">
                    <a:alpha val="65000"/>
                  </a:schemeClr>
                </a:solidFill>
                <a:effectLst/>
                <a:uLnTx/>
                <a:uFillTx/>
                <a:latin typeface="禹卫书法行书简体&#10;" panose="02000603000000000000" pitchFamily="2" charset="-122"/>
                <a:ea typeface="禹卫书法行书简体&#10;" panose="02000603000000000000" pitchFamily="2" charset="-122"/>
                <a:cs typeface="+mn-cs"/>
              </a:rPr>
              <a:t>团</a:t>
            </a:r>
            <a:endParaRPr lang="zh-CN" altLang="en-US" sz="8000" dirty="0">
              <a:ln>
                <a:solidFill>
                  <a:schemeClr val="accent1">
                    <a:shade val="50000"/>
                  </a:schemeClr>
                </a:solidFill>
              </a:ln>
              <a:solidFill>
                <a:schemeClr val="bg1">
                  <a:alpha val="65000"/>
                </a:schemeClr>
              </a:solidFill>
              <a:effectLst/>
              <a:latin typeface="禹卫书法行书简体&#10;" panose="02000603000000000000" pitchFamily="2" charset="-122"/>
              <a:ea typeface="禹卫书法行书简体&#10;" panose="02000603000000000000" pitchFamily="2" charset="-122"/>
            </a:endParaRPr>
          </a:p>
        </p:txBody>
      </p:sp>
      <p:sp>
        <p:nvSpPr>
          <p:cNvPr id="213" name="结" hidden="1">
            <a:extLst>
              <a:ext uri="{FF2B5EF4-FFF2-40B4-BE49-F238E27FC236}">
                <a16:creationId xmlns:a16="http://schemas.microsoft.com/office/drawing/2014/main" id="{AB4E68C3-32D6-4744-B723-9A516A58AA08}"/>
              </a:ext>
            </a:extLst>
          </p:cNvPr>
          <p:cNvSpPr txBox="1"/>
          <p:nvPr userDrawn="1"/>
        </p:nvSpPr>
        <p:spPr>
          <a:xfrm>
            <a:off x="1495361" y="963847"/>
            <a:ext cx="954107" cy="101566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rtlCol="0">
            <a:spAutoFit/>
          </a:bodyPr>
          <a:lstStyle/>
          <a:p>
            <a:r>
              <a:rPr kumimoji="0" lang="zh-CN" altLang="en-US" sz="6000" b="0" i="0" u="none" strike="noStrike" kern="1200" cap="none" spc="0" normalizeH="0" baseline="0" noProof="0" dirty="0">
                <a:ln>
                  <a:solidFill>
                    <a:schemeClr val="accent1">
                      <a:shade val="50000"/>
                    </a:schemeClr>
                  </a:solidFill>
                </a:ln>
                <a:solidFill>
                  <a:prstClr val="white">
                    <a:alpha val="55000"/>
                  </a:prstClr>
                </a:solidFill>
                <a:effectLst/>
                <a:uLnTx/>
                <a:uFillTx/>
                <a:latin typeface="禹卫书法行书简体&#10;" panose="02000603000000000000" pitchFamily="2" charset="-122"/>
                <a:ea typeface="禹卫书法行书简体&#10;" panose="02000603000000000000" pitchFamily="2" charset="-122"/>
                <a:cs typeface="+mn-cs"/>
              </a:rPr>
              <a:t>结</a:t>
            </a:r>
            <a:endParaRPr lang="zh-CN" altLang="en-US" sz="6000" dirty="0">
              <a:ln>
                <a:solidFill>
                  <a:schemeClr val="accent1">
                    <a:shade val="50000"/>
                  </a:schemeClr>
                </a:solidFill>
              </a:ln>
              <a:solidFill>
                <a:prstClr val="white">
                  <a:alpha val="55000"/>
                </a:prstClr>
              </a:solidFill>
              <a:effectLst/>
              <a:latin typeface="禹卫书法行书简体&#10;" panose="02000603000000000000" pitchFamily="2" charset="-122"/>
              <a:ea typeface="禹卫书法行书简体&#10;" panose="02000603000000000000" pitchFamily="2" charset="-122"/>
            </a:endParaRPr>
          </a:p>
        </p:txBody>
      </p:sp>
      <p:sp>
        <p:nvSpPr>
          <p:cNvPr id="218" name="创" hidden="1">
            <a:extLst>
              <a:ext uri="{FF2B5EF4-FFF2-40B4-BE49-F238E27FC236}">
                <a16:creationId xmlns:a16="http://schemas.microsoft.com/office/drawing/2014/main" id="{94CD8390-104F-4750-9105-BDA05C543270}"/>
              </a:ext>
            </a:extLst>
          </p:cNvPr>
          <p:cNvSpPr txBox="1"/>
          <p:nvPr userDrawn="1"/>
        </p:nvSpPr>
        <p:spPr>
          <a:xfrm>
            <a:off x="2555381" y="2824027"/>
            <a:ext cx="954107" cy="1015664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rtlCol="0">
            <a:spAutoFit/>
          </a:bodyPr>
          <a:lstStyle/>
          <a:p>
            <a:r>
              <a:rPr kumimoji="0" lang="zh-CN" altLang="en-US" sz="6000" b="0" i="0" u="none" strike="noStrike" kern="1200" cap="none" spc="0" normalizeH="0" baseline="0" noProof="0" dirty="0">
                <a:ln>
                  <a:solidFill>
                    <a:schemeClr val="accent1">
                      <a:shade val="50000"/>
                    </a:schemeClr>
                  </a:solidFill>
                </a:ln>
                <a:solidFill>
                  <a:prstClr val="white">
                    <a:alpha val="55000"/>
                  </a:prstClr>
                </a:solidFill>
                <a:effectLst/>
                <a:uLnTx/>
                <a:uFillTx/>
                <a:latin typeface="禹卫书法行书简体&#10;" panose="02000603000000000000" pitchFamily="2" charset="-122"/>
                <a:ea typeface="禹卫书法行书简体&#10;" panose="02000603000000000000" pitchFamily="2" charset="-122"/>
                <a:cs typeface="+mn-cs"/>
              </a:rPr>
              <a:t>创</a:t>
            </a:r>
            <a:endParaRPr lang="zh-CN" altLang="en-US" sz="6000" dirty="0">
              <a:ln>
                <a:solidFill>
                  <a:schemeClr val="accent1">
                    <a:shade val="50000"/>
                  </a:schemeClr>
                </a:solidFill>
              </a:ln>
              <a:solidFill>
                <a:prstClr val="white">
                  <a:alpha val="55000"/>
                </a:prstClr>
              </a:solidFill>
              <a:effectLst/>
              <a:latin typeface="禹卫书法行书简体&#10;" panose="02000603000000000000" pitchFamily="2" charset="-122"/>
              <a:ea typeface="禹卫书法行书简体&#10;" panose="02000603000000000000" pitchFamily="2" charset="-122"/>
            </a:endParaRPr>
          </a:p>
        </p:txBody>
      </p:sp>
      <p:sp>
        <p:nvSpPr>
          <p:cNvPr id="287" name="勤" hidden="1">
            <a:extLst>
              <a:ext uri="{FF2B5EF4-FFF2-40B4-BE49-F238E27FC236}">
                <a16:creationId xmlns:a16="http://schemas.microsoft.com/office/drawing/2014/main" id="{8372A56F-F7C7-45CC-803A-23273639A313}"/>
              </a:ext>
            </a:extLst>
          </p:cNvPr>
          <p:cNvSpPr>
            <a:spLocks/>
          </p:cNvSpPr>
          <p:nvPr userDrawn="1"/>
        </p:nvSpPr>
        <p:spPr bwMode="auto">
          <a:xfrm rot="18101853">
            <a:off x="702394" y="1719933"/>
            <a:ext cx="1029376" cy="807528"/>
          </a:xfrm>
          <a:custGeom>
            <a:avLst/>
            <a:gdLst/>
            <a:ahLst/>
            <a:cxnLst/>
            <a:rect l="l" t="t" r="r" b="b"/>
            <a:pathLst>
              <a:path w="1029376" h="807528">
                <a:moveTo>
                  <a:pt x="141137" y="430548"/>
                </a:moveTo>
                <a:cubicBezTo>
                  <a:pt x="139856" y="428473"/>
                  <a:pt x="136439" y="427001"/>
                  <a:pt x="130887" y="426131"/>
                </a:cubicBezTo>
                <a:lnTo>
                  <a:pt x="125555" y="426199"/>
                </a:lnTo>
                <a:cubicBezTo>
                  <a:pt x="126394" y="426397"/>
                  <a:pt x="128392" y="427313"/>
                  <a:pt x="131550" y="428945"/>
                </a:cubicBezTo>
                <a:cubicBezTo>
                  <a:pt x="137224" y="431173"/>
                  <a:pt x="140641" y="432645"/>
                  <a:pt x="141800" y="433362"/>
                </a:cubicBezTo>
                <a:close/>
                <a:moveTo>
                  <a:pt x="266942" y="386709"/>
                </a:moveTo>
                <a:cubicBezTo>
                  <a:pt x="264792" y="384097"/>
                  <a:pt x="260528" y="380819"/>
                  <a:pt x="254152" y="376875"/>
                </a:cubicBezTo>
                <a:cubicBezTo>
                  <a:pt x="244359" y="371459"/>
                  <a:pt x="238769" y="371688"/>
                  <a:pt x="237380" y="377561"/>
                </a:cubicBezTo>
                <a:cubicBezTo>
                  <a:pt x="236785" y="380077"/>
                  <a:pt x="240934" y="383605"/>
                  <a:pt x="249827" y="388144"/>
                </a:cubicBezTo>
                <a:cubicBezTo>
                  <a:pt x="258720" y="392683"/>
                  <a:pt x="264463" y="394152"/>
                  <a:pt x="267056" y="392550"/>
                </a:cubicBezTo>
                <a:cubicBezTo>
                  <a:pt x="269131" y="391269"/>
                  <a:pt x="269093" y="389322"/>
                  <a:pt x="266942" y="386709"/>
                </a:cubicBezTo>
                <a:close/>
                <a:moveTo>
                  <a:pt x="321746" y="352328"/>
                </a:moveTo>
                <a:cubicBezTo>
                  <a:pt x="319824" y="349216"/>
                  <a:pt x="317086" y="347683"/>
                  <a:pt x="313532" y="347728"/>
                </a:cubicBezTo>
                <a:cubicBezTo>
                  <a:pt x="309978" y="347774"/>
                  <a:pt x="303163" y="344280"/>
                  <a:pt x="293088" y="337247"/>
                </a:cubicBezTo>
                <a:cubicBezTo>
                  <a:pt x="283013" y="330214"/>
                  <a:pt x="273895" y="322411"/>
                  <a:pt x="265735" y="313838"/>
                </a:cubicBezTo>
                <a:cubicBezTo>
                  <a:pt x="254813" y="301954"/>
                  <a:pt x="247797" y="296973"/>
                  <a:pt x="244685" y="298895"/>
                </a:cubicBezTo>
                <a:cubicBezTo>
                  <a:pt x="242610" y="300176"/>
                  <a:pt x="241794" y="301755"/>
                  <a:pt x="242236" y="303631"/>
                </a:cubicBezTo>
                <a:cubicBezTo>
                  <a:pt x="242678" y="305507"/>
                  <a:pt x="244657" y="306972"/>
                  <a:pt x="248174" y="308025"/>
                </a:cubicBezTo>
                <a:cubicBezTo>
                  <a:pt x="251689" y="309077"/>
                  <a:pt x="257947" y="313990"/>
                  <a:pt x="266947" y="322762"/>
                </a:cubicBezTo>
                <a:cubicBezTo>
                  <a:pt x="277105" y="332250"/>
                  <a:pt x="288221" y="340969"/>
                  <a:pt x="300295" y="348917"/>
                </a:cubicBezTo>
                <a:cubicBezTo>
                  <a:pt x="312368" y="356866"/>
                  <a:pt x="319182" y="360359"/>
                  <a:pt x="320739" y="359398"/>
                </a:cubicBezTo>
                <a:cubicBezTo>
                  <a:pt x="323332" y="357797"/>
                  <a:pt x="323668" y="355440"/>
                  <a:pt x="321746" y="352328"/>
                </a:cubicBezTo>
                <a:close/>
                <a:moveTo>
                  <a:pt x="335657" y="360932"/>
                </a:moveTo>
                <a:cubicBezTo>
                  <a:pt x="333735" y="357820"/>
                  <a:pt x="331218" y="357225"/>
                  <a:pt x="328106" y="359147"/>
                </a:cubicBezTo>
                <a:cubicBezTo>
                  <a:pt x="324994" y="361069"/>
                  <a:pt x="324918" y="363266"/>
                  <a:pt x="327877" y="365737"/>
                </a:cubicBezTo>
                <a:cubicBezTo>
                  <a:pt x="330836" y="368208"/>
                  <a:pt x="333353" y="368804"/>
                  <a:pt x="335428" y="367522"/>
                </a:cubicBezTo>
                <a:cubicBezTo>
                  <a:pt x="337503" y="366241"/>
                  <a:pt x="337579" y="364045"/>
                  <a:pt x="335657" y="360932"/>
                </a:cubicBezTo>
                <a:close/>
                <a:moveTo>
                  <a:pt x="303332" y="261602"/>
                </a:moveTo>
                <a:cubicBezTo>
                  <a:pt x="303531" y="260763"/>
                  <a:pt x="303001" y="260195"/>
                  <a:pt x="301742" y="259897"/>
                </a:cubicBezTo>
                <a:cubicBezTo>
                  <a:pt x="300484" y="259600"/>
                  <a:pt x="298916" y="259672"/>
                  <a:pt x="297040" y="260114"/>
                </a:cubicBezTo>
                <a:cubicBezTo>
                  <a:pt x="294325" y="260358"/>
                  <a:pt x="292918" y="260690"/>
                  <a:pt x="292818" y="261109"/>
                </a:cubicBezTo>
                <a:cubicBezTo>
                  <a:pt x="292719" y="261529"/>
                  <a:pt x="293928" y="262036"/>
                  <a:pt x="296445" y="262631"/>
                </a:cubicBezTo>
                <a:cubicBezTo>
                  <a:pt x="300960" y="264142"/>
                  <a:pt x="303256" y="263798"/>
                  <a:pt x="303332" y="261602"/>
                </a:cubicBezTo>
                <a:close/>
                <a:moveTo>
                  <a:pt x="356988" y="287576"/>
                </a:moveTo>
                <a:cubicBezTo>
                  <a:pt x="355066" y="284464"/>
                  <a:pt x="350578" y="280967"/>
                  <a:pt x="343523" y="277084"/>
                </a:cubicBezTo>
                <a:cubicBezTo>
                  <a:pt x="336468" y="273201"/>
                  <a:pt x="332948" y="269822"/>
                  <a:pt x="332964" y="266947"/>
                </a:cubicBezTo>
                <a:cubicBezTo>
                  <a:pt x="332979" y="264071"/>
                  <a:pt x="331629" y="262755"/>
                  <a:pt x="328914" y="262999"/>
                </a:cubicBezTo>
                <a:cubicBezTo>
                  <a:pt x="324521" y="262846"/>
                  <a:pt x="323445" y="264585"/>
                  <a:pt x="325687" y="268216"/>
                </a:cubicBezTo>
                <a:cubicBezTo>
                  <a:pt x="328250" y="272365"/>
                  <a:pt x="333848" y="276790"/>
                  <a:pt x="342481" y="281488"/>
                </a:cubicBezTo>
                <a:cubicBezTo>
                  <a:pt x="351435" y="286706"/>
                  <a:pt x="356271" y="288735"/>
                  <a:pt x="356988" y="287576"/>
                </a:cubicBezTo>
                <a:close/>
                <a:moveTo>
                  <a:pt x="400461" y="314465"/>
                </a:moveTo>
                <a:cubicBezTo>
                  <a:pt x="399179" y="312390"/>
                  <a:pt x="393772" y="308564"/>
                  <a:pt x="384238" y="302988"/>
                </a:cubicBezTo>
                <a:cubicBezTo>
                  <a:pt x="374705" y="297412"/>
                  <a:pt x="368001" y="294388"/>
                  <a:pt x="364126" y="293915"/>
                </a:cubicBezTo>
                <a:lnTo>
                  <a:pt x="363829" y="295173"/>
                </a:lnTo>
                <a:cubicBezTo>
                  <a:pt x="368908" y="299917"/>
                  <a:pt x="378342" y="305913"/>
                  <a:pt x="392132" y="313160"/>
                </a:cubicBezTo>
                <a:cubicBezTo>
                  <a:pt x="399606" y="317142"/>
                  <a:pt x="402383" y="317577"/>
                  <a:pt x="400461" y="314465"/>
                </a:cubicBezTo>
                <a:close/>
                <a:moveTo>
                  <a:pt x="413468" y="319865"/>
                </a:moveTo>
                <a:cubicBezTo>
                  <a:pt x="412027" y="317531"/>
                  <a:pt x="410139" y="317085"/>
                  <a:pt x="407805" y="318526"/>
                </a:cubicBezTo>
                <a:cubicBezTo>
                  <a:pt x="405471" y="319968"/>
                  <a:pt x="404625" y="321207"/>
                  <a:pt x="405265" y="322245"/>
                </a:cubicBezTo>
                <a:cubicBezTo>
                  <a:pt x="405906" y="323282"/>
                  <a:pt x="407793" y="323728"/>
                  <a:pt x="410928" y="323583"/>
                </a:cubicBezTo>
                <a:cubicBezTo>
                  <a:pt x="414063" y="323439"/>
                  <a:pt x="414910" y="322199"/>
                  <a:pt x="413468" y="319865"/>
                </a:cubicBezTo>
                <a:close/>
                <a:moveTo>
                  <a:pt x="616519" y="646924"/>
                </a:moveTo>
                <a:cubicBezTo>
                  <a:pt x="607711" y="632661"/>
                  <a:pt x="601667" y="624034"/>
                  <a:pt x="598387" y="621044"/>
                </a:cubicBezTo>
                <a:cubicBezTo>
                  <a:pt x="590471" y="615186"/>
                  <a:pt x="569427" y="617076"/>
                  <a:pt x="535257" y="626714"/>
                </a:cubicBezTo>
                <a:cubicBezTo>
                  <a:pt x="529109" y="628361"/>
                  <a:pt x="522161" y="628712"/>
                  <a:pt x="514412" y="627765"/>
                </a:cubicBezTo>
                <a:cubicBezTo>
                  <a:pt x="506663" y="626819"/>
                  <a:pt x="499379" y="629526"/>
                  <a:pt x="492560" y="635887"/>
                </a:cubicBezTo>
                <a:cubicBezTo>
                  <a:pt x="469189" y="656051"/>
                  <a:pt x="458487" y="669467"/>
                  <a:pt x="460454" y="676133"/>
                </a:cubicBezTo>
                <a:cubicBezTo>
                  <a:pt x="461979" y="680923"/>
                  <a:pt x="459111" y="685560"/>
                  <a:pt x="451850" y="690044"/>
                </a:cubicBezTo>
                <a:cubicBezTo>
                  <a:pt x="444588" y="694529"/>
                  <a:pt x="440660" y="698029"/>
                  <a:pt x="440065" y="700546"/>
                </a:cubicBezTo>
                <a:cubicBezTo>
                  <a:pt x="440309" y="703261"/>
                  <a:pt x="445225" y="705420"/>
                  <a:pt x="454812" y="707023"/>
                </a:cubicBezTo>
                <a:cubicBezTo>
                  <a:pt x="464399" y="708625"/>
                  <a:pt x="472007" y="708763"/>
                  <a:pt x="477636" y="707436"/>
                </a:cubicBezTo>
                <a:cubicBezTo>
                  <a:pt x="482945" y="705591"/>
                  <a:pt x="486160" y="705576"/>
                  <a:pt x="487281" y="707391"/>
                </a:cubicBezTo>
                <a:cubicBezTo>
                  <a:pt x="488402" y="709206"/>
                  <a:pt x="493005" y="709409"/>
                  <a:pt x="501090" y="707998"/>
                </a:cubicBezTo>
                <a:cubicBezTo>
                  <a:pt x="509174" y="706588"/>
                  <a:pt x="513777" y="706790"/>
                  <a:pt x="514899" y="708605"/>
                </a:cubicBezTo>
                <a:cubicBezTo>
                  <a:pt x="516020" y="710421"/>
                  <a:pt x="519394" y="710665"/>
                  <a:pt x="525023" y="709338"/>
                </a:cubicBezTo>
                <a:cubicBezTo>
                  <a:pt x="530652" y="708012"/>
                  <a:pt x="543508" y="705625"/>
                  <a:pt x="563591" y="702179"/>
                </a:cubicBezTo>
                <a:cubicBezTo>
                  <a:pt x="583673" y="698733"/>
                  <a:pt x="595560" y="696228"/>
                  <a:pt x="599252" y="694665"/>
                </a:cubicBezTo>
                <a:cubicBezTo>
                  <a:pt x="602944" y="693102"/>
                  <a:pt x="608382" y="691176"/>
                  <a:pt x="615567" y="688888"/>
                </a:cubicBezTo>
                <a:cubicBezTo>
                  <a:pt x="620555" y="686524"/>
                  <a:pt x="622729" y="684824"/>
                  <a:pt x="622088" y="683786"/>
                </a:cubicBezTo>
                <a:cubicBezTo>
                  <a:pt x="619449" y="681834"/>
                  <a:pt x="616574" y="681818"/>
                  <a:pt x="613462" y="683740"/>
                </a:cubicBezTo>
                <a:cubicBezTo>
                  <a:pt x="610350" y="685662"/>
                  <a:pt x="607635" y="685906"/>
                  <a:pt x="605316" y="684472"/>
                </a:cubicBezTo>
                <a:cubicBezTo>
                  <a:pt x="603638" y="684075"/>
                  <a:pt x="604515" y="683175"/>
                  <a:pt x="607948" y="681772"/>
                </a:cubicBezTo>
                <a:cubicBezTo>
                  <a:pt x="610022" y="680491"/>
                  <a:pt x="612516" y="679309"/>
                  <a:pt x="615430" y="678226"/>
                </a:cubicBezTo>
                <a:cubicBezTo>
                  <a:pt x="624491" y="675496"/>
                  <a:pt x="628961" y="673452"/>
                  <a:pt x="628839" y="672094"/>
                </a:cubicBezTo>
                <a:cubicBezTo>
                  <a:pt x="629434" y="669578"/>
                  <a:pt x="625328" y="661187"/>
                  <a:pt x="616519" y="646924"/>
                </a:cubicBezTo>
                <a:close/>
                <a:moveTo>
                  <a:pt x="450366" y="298691"/>
                </a:moveTo>
                <a:cubicBezTo>
                  <a:pt x="449626" y="298073"/>
                  <a:pt x="447720" y="298176"/>
                  <a:pt x="444646" y="299000"/>
                </a:cubicBezTo>
                <a:cubicBezTo>
                  <a:pt x="440054" y="299686"/>
                  <a:pt x="437549" y="299979"/>
                  <a:pt x="437129" y="299880"/>
                </a:cubicBezTo>
                <a:cubicBezTo>
                  <a:pt x="436710" y="299781"/>
                  <a:pt x="437736" y="298252"/>
                  <a:pt x="440207" y="295293"/>
                </a:cubicBezTo>
                <a:cubicBezTo>
                  <a:pt x="443197" y="292013"/>
                  <a:pt x="444292" y="289725"/>
                  <a:pt x="443491" y="288428"/>
                </a:cubicBezTo>
                <a:cubicBezTo>
                  <a:pt x="442690" y="287132"/>
                  <a:pt x="438133" y="284393"/>
                  <a:pt x="429820" y="280213"/>
                </a:cubicBezTo>
                <a:cubicBezTo>
                  <a:pt x="422025" y="275712"/>
                  <a:pt x="412224" y="271734"/>
                  <a:pt x="400418" y="268278"/>
                </a:cubicBezTo>
                <a:cubicBezTo>
                  <a:pt x="388611" y="264822"/>
                  <a:pt x="381671" y="263735"/>
                  <a:pt x="379596" y="265016"/>
                </a:cubicBezTo>
                <a:cubicBezTo>
                  <a:pt x="377521" y="266298"/>
                  <a:pt x="370981" y="265859"/>
                  <a:pt x="359975" y="263699"/>
                </a:cubicBezTo>
                <a:cubicBezTo>
                  <a:pt x="348970" y="261540"/>
                  <a:pt x="343398" y="261219"/>
                  <a:pt x="343260" y="262737"/>
                </a:cubicBezTo>
                <a:cubicBezTo>
                  <a:pt x="343123" y="264255"/>
                  <a:pt x="348641" y="268549"/>
                  <a:pt x="359814" y="275620"/>
                </a:cubicBezTo>
                <a:cubicBezTo>
                  <a:pt x="370988" y="282692"/>
                  <a:pt x="377196" y="287814"/>
                  <a:pt x="378439" y="290987"/>
                </a:cubicBezTo>
                <a:cubicBezTo>
                  <a:pt x="379682" y="294160"/>
                  <a:pt x="385108" y="297436"/>
                  <a:pt x="394718" y="300815"/>
                </a:cubicBezTo>
                <a:cubicBezTo>
                  <a:pt x="404328" y="304195"/>
                  <a:pt x="409694" y="306792"/>
                  <a:pt x="410815" y="308608"/>
                </a:cubicBezTo>
                <a:cubicBezTo>
                  <a:pt x="411936" y="310423"/>
                  <a:pt x="414312" y="310210"/>
                  <a:pt x="417943" y="307967"/>
                </a:cubicBezTo>
                <a:cubicBezTo>
                  <a:pt x="421573" y="305725"/>
                  <a:pt x="422732" y="306442"/>
                  <a:pt x="421420" y="310118"/>
                </a:cubicBezTo>
                <a:cubicBezTo>
                  <a:pt x="417438" y="317593"/>
                  <a:pt x="419719" y="320125"/>
                  <a:pt x="428261" y="317716"/>
                </a:cubicBezTo>
                <a:cubicBezTo>
                  <a:pt x="436484" y="314787"/>
                  <a:pt x="443425" y="309784"/>
                  <a:pt x="449084" y="302707"/>
                </a:cubicBezTo>
                <a:cubicBezTo>
                  <a:pt x="450679" y="300648"/>
                  <a:pt x="451106" y="299309"/>
                  <a:pt x="450366" y="298691"/>
                </a:cubicBezTo>
                <a:close/>
                <a:moveTo>
                  <a:pt x="504684" y="345751"/>
                </a:moveTo>
                <a:cubicBezTo>
                  <a:pt x="496356" y="332265"/>
                  <a:pt x="488126" y="330541"/>
                  <a:pt x="479995" y="340578"/>
                </a:cubicBezTo>
                <a:cubicBezTo>
                  <a:pt x="478042" y="343217"/>
                  <a:pt x="477886" y="345284"/>
                  <a:pt x="479525" y="346778"/>
                </a:cubicBezTo>
                <a:cubicBezTo>
                  <a:pt x="481165" y="348274"/>
                  <a:pt x="486919" y="350631"/>
                  <a:pt x="496789" y="353850"/>
                </a:cubicBezTo>
                <a:lnTo>
                  <a:pt x="512851" y="358977"/>
                </a:lnTo>
                <a:close/>
                <a:moveTo>
                  <a:pt x="420358" y="205722"/>
                </a:moveTo>
                <a:cubicBezTo>
                  <a:pt x="421597" y="206568"/>
                  <a:pt x="421778" y="207442"/>
                  <a:pt x="420901" y="208342"/>
                </a:cubicBezTo>
                <a:cubicBezTo>
                  <a:pt x="419345" y="209303"/>
                  <a:pt x="413903" y="208902"/>
                  <a:pt x="404575" y="207139"/>
                </a:cubicBezTo>
                <a:cubicBezTo>
                  <a:pt x="395247" y="205377"/>
                  <a:pt x="390103" y="203718"/>
                  <a:pt x="389142" y="202162"/>
                </a:cubicBezTo>
                <a:cubicBezTo>
                  <a:pt x="388181" y="200606"/>
                  <a:pt x="396288" y="200972"/>
                  <a:pt x="413465" y="203262"/>
                </a:cubicBezTo>
                <a:cubicBezTo>
                  <a:pt x="416821" y="204055"/>
                  <a:pt x="419118" y="204875"/>
                  <a:pt x="420358" y="205722"/>
                </a:cubicBezTo>
                <a:close/>
                <a:moveTo>
                  <a:pt x="539500" y="315115"/>
                </a:moveTo>
                <a:cubicBezTo>
                  <a:pt x="537380" y="312842"/>
                  <a:pt x="534821" y="311019"/>
                  <a:pt x="531823" y="309645"/>
                </a:cubicBezTo>
                <a:cubicBezTo>
                  <a:pt x="529108" y="309889"/>
                  <a:pt x="529192" y="312345"/>
                  <a:pt x="532075" y="317013"/>
                </a:cubicBezTo>
                <a:cubicBezTo>
                  <a:pt x="536238" y="323756"/>
                  <a:pt x="539838" y="327265"/>
                  <a:pt x="542874" y="327540"/>
                </a:cubicBezTo>
                <a:cubicBezTo>
                  <a:pt x="544750" y="327097"/>
                  <a:pt x="545307" y="325679"/>
                  <a:pt x="544545" y="323284"/>
                </a:cubicBezTo>
                <a:cubicBezTo>
                  <a:pt x="543301" y="320111"/>
                  <a:pt x="541620" y="317388"/>
                  <a:pt x="539500" y="315115"/>
                </a:cubicBezTo>
                <a:close/>
                <a:moveTo>
                  <a:pt x="673961" y="209374"/>
                </a:moveTo>
                <a:cubicBezTo>
                  <a:pt x="673456" y="208701"/>
                  <a:pt x="672300" y="208206"/>
                  <a:pt x="670492" y="207890"/>
                </a:cubicBezTo>
                <a:cubicBezTo>
                  <a:pt x="666877" y="207256"/>
                  <a:pt x="659997" y="200758"/>
                  <a:pt x="649854" y="188393"/>
                </a:cubicBezTo>
                <a:cubicBezTo>
                  <a:pt x="639711" y="176029"/>
                  <a:pt x="633381" y="169549"/>
                  <a:pt x="630864" y="168954"/>
                </a:cubicBezTo>
                <a:cubicBezTo>
                  <a:pt x="628347" y="168359"/>
                  <a:pt x="622470" y="170734"/>
                  <a:pt x="613233" y="176080"/>
                </a:cubicBezTo>
                <a:cubicBezTo>
                  <a:pt x="603996" y="181426"/>
                  <a:pt x="594229" y="186204"/>
                  <a:pt x="583933" y="190414"/>
                </a:cubicBezTo>
                <a:cubicBezTo>
                  <a:pt x="576031" y="193861"/>
                  <a:pt x="571980" y="196004"/>
                  <a:pt x="571782" y="196843"/>
                </a:cubicBezTo>
                <a:cubicBezTo>
                  <a:pt x="572102" y="197361"/>
                  <a:pt x="573582" y="198597"/>
                  <a:pt x="576221" y="200550"/>
                </a:cubicBezTo>
                <a:cubicBezTo>
                  <a:pt x="581056" y="202579"/>
                  <a:pt x="598084" y="205497"/>
                  <a:pt x="627303" y="209305"/>
                </a:cubicBezTo>
                <a:cubicBezTo>
                  <a:pt x="656522" y="213113"/>
                  <a:pt x="671929" y="213988"/>
                  <a:pt x="673523" y="211928"/>
                </a:cubicBezTo>
                <a:cubicBezTo>
                  <a:pt x="674321" y="210899"/>
                  <a:pt x="674466" y="210047"/>
                  <a:pt x="673961" y="209374"/>
                </a:cubicBezTo>
                <a:close/>
                <a:moveTo>
                  <a:pt x="761265" y="180850"/>
                </a:moveTo>
                <a:cubicBezTo>
                  <a:pt x="756323" y="174588"/>
                  <a:pt x="747353" y="166155"/>
                  <a:pt x="734358" y="155553"/>
                </a:cubicBezTo>
                <a:cubicBezTo>
                  <a:pt x="706886" y="133112"/>
                  <a:pt x="691655" y="123531"/>
                  <a:pt x="688665" y="126810"/>
                </a:cubicBezTo>
                <a:cubicBezTo>
                  <a:pt x="688467" y="127649"/>
                  <a:pt x="689008" y="129106"/>
                  <a:pt x="690290" y="131181"/>
                </a:cubicBezTo>
                <a:cubicBezTo>
                  <a:pt x="694133" y="137405"/>
                  <a:pt x="706992" y="149525"/>
                  <a:pt x="728865" y="167542"/>
                </a:cubicBezTo>
                <a:cubicBezTo>
                  <a:pt x="750739" y="185559"/>
                  <a:pt x="762453" y="194087"/>
                  <a:pt x="764009" y="193126"/>
                </a:cubicBezTo>
                <a:cubicBezTo>
                  <a:pt x="767122" y="191204"/>
                  <a:pt x="766206" y="187112"/>
                  <a:pt x="761265" y="180850"/>
                </a:cubicBezTo>
                <a:close/>
                <a:moveTo>
                  <a:pt x="1028605" y="448861"/>
                </a:moveTo>
                <a:cubicBezTo>
                  <a:pt x="1028856" y="450139"/>
                  <a:pt x="1027975" y="451758"/>
                  <a:pt x="1025962" y="453718"/>
                </a:cubicBezTo>
                <a:cubicBezTo>
                  <a:pt x="1024207" y="455518"/>
                  <a:pt x="1022392" y="456639"/>
                  <a:pt x="1020516" y="457081"/>
                </a:cubicBezTo>
                <a:cubicBezTo>
                  <a:pt x="1015406" y="458087"/>
                  <a:pt x="1013491" y="459628"/>
                  <a:pt x="1014772" y="461702"/>
                </a:cubicBezTo>
                <a:cubicBezTo>
                  <a:pt x="1016053" y="463777"/>
                  <a:pt x="1019508" y="464151"/>
                  <a:pt x="1025137" y="462825"/>
                </a:cubicBezTo>
                <a:cubicBezTo>
                  <a:pt x="1030766" y="461498"/>
                  <a:pt x="1030789" y="463275"/>
                  <a:pt x="1025206" y="468156"/>
                </a:cubicBezTo>
                <a:cubicBezTo>
                  <a:pt x="1023970" y="469635"/>
                  <a:pt x="1022216" y="471435"/>
                  <a:pt x="1019943" y="473556"/>
                </a:cubicBezTo>
                <a:cubicBezTo>
                  <a:pt x="1010850" y="482036"/>
                  <a:pt x="1002552" y="487161"/>
                  <a:pt x="995046" y="488930"/>
                </a:cubicBezTo>
                <a:cubicBezTo>
                  <a:pt x="989738" y="490776"/>
                  <a:pt x="987404" y="492217"/>
                  <a:pt x="988044" y="493254"/>
                </a:cubicBezTo>
                <a:cubicBezTo>
                  <a:pt x="990043" y="494170"/>
                  <a:pt x="990005" y="495268"/>
                  <a:pt x="987930" y="496549"/>
                </a:cubicBezTo>
                <a:cubicBezTo>
                  <a:pt x="985337" y="498151"/>
                  <a:pt x="975756" y="501201"/>
                  <a:pt x="959190" y="505700"/>
                </a:cubicBezTo>
                <a:cubicBezTo>
                  <a:pt x="949091" y="509070"/>
                  <a:pt x="942326" y="511457"/>
                  <a:pt x="938894" y="512860"/>
                </a:cubicBezTo>
                <a:cubicBezTo>
                  <a:pt x="935461" y="514264"/>
                  <a:pt x="931709" y="515148"/>
                  <a:pt x="927636" y="515514"/>
                </a:cubicBezTo>
                <a:cubicBezTo>
                  <a:pt x="922525" y="516520"/>
                  <a:pt x="907786" y="520787"/>
                  <a:pt x="883417" y="528313"/>
                </a:cubicBezTo>
                <a:cubicBezTo>
                  <a:pt x="859047" y="535839"/>
                  <a:pt x="845825" y="540243"/>
                  <a:pt x="843751" y="541524"/>
                </a:cubicBezTo>
                <a:cubicBezTo>
                  <a:pt x="841157" y="543126"/>
                  <a:pt x="835578" y="544243"/>
                  <a:pt x="827013" y="544875"/>
                </a:cubicBezTo>
                <a:cubicBezTo>
                  <a:pt x="818447" y="545508"/>
                  <a:pt x="809916" y="548806"/>
                  <a:pt x="801419" y="554770"/>
                </a:cubicBezTo>
                <a:cubicBezTo>
                  <a:pt x="792922" y="560734"/>
                  <a:pt x="767477" y="569999"/>
                  <a:pt x="725085" y="582566"/>
                </a:cubicBezTo>
                <a:cubicBezTo>
                  <a:pt x="706962" y="588026"/>
                  <a:pt x="686582" y="592730"/>
                  <a:pt x="663944" y="596680"/>
                </a:cubicBezTo>
                <a:cubicBezTo>
                  <a:pt x="662068" y="597122"/>
                  <a:pt x="660790" y="597373"/>
                  <a:pt x="660112" y="597434"/>
                </a:cubicBezTo>
                <a:cubicBezTo>
                  <a:pt x="659433" y="597495"/>
                  <a:pt x="659284" y="598124"/>
                  <a:pt x="659665" y="599322"/>
                </a:cubicBezTo>
                <a:cubicBezTo>
                  <a:pt x="660047" y="600520"/>
                  <a:pt x="660638" y="601767"/>
                  <a:pt x="661438" y="603063"/>
                </a:cubicBezTo>
                <a:cubicBezTo>
                  <a:pt x="662239" y="604360"/>
                  <a:pt x="663860" y="606404"/>
                  <a:pt x="666300" y="609196"/>
                </a:cubicBezTo>
                <a:cubicBezTo>
                  <a:pt x="668420" y="611469"/>
                  <a:pt x="669961" y="613383"/>
                  <a:pt x="670922" y="614939"/>
                </a:cubicBezTo>
                <a:lnTo>
                  <a:pt x="672844" y="618051"/>
                </a:lnTo>
                <a:cubicBezTo>
                  <a:pt x="673484" y="619089"/>
                  <a:pt x="673336" y="619718"/>
                  <a:pt x="672398" y="619939"/>
                </a:cubicBezTo>
                <a:cubicBezTo>
                  <a:pt x="671459" y="620160"/>
                  <a:pt x="670472" y="620591"/>
                  <a:pt x="669434" y="621232"/>
                </a:cubicBezTo>
                <a:cubicBezTo>
                  <a:pt x="667558" y="621674"/>
                  <a:pt x="666482" y="623413"/>
                  <a:pt x="666208" y="626448"/>
                </a:cubicBezTo>
                <a:cubicBezTo>
                  <a:pt x="665933" y="629484"/>
                  <a:pt x="666520" y="634495"/>
                  <a:pt x="667968" y="641482"/>
                </a:cubicBezTo>
                <a:cubicBezTo>
                  <a:pt x="671064" y="654616"/>
                  <a:pt x="673413" y="662480"/>
                  <a:pt x="675014" y="665073"/>
                </a:cubicBezTo>
                <a:cubicBezTo>
                  <a:pt x="676616" y="667666"/>
                  <a:pt x="678187" y="676010"/>
                  <a:pt x="679726" y="690105"/>
                </a:cubicBezTo>
                <a:cubicBezTo>
                  <a:pt x="680580" y="699609"/>
                  <a:pt x="680461" y="706668"/>
                  <a:pt x="679370" y="711282"/>
                </a:cubicBezTo>
                <a:cubicBezTo>
                  <a:pt x="678279" y="715897"/>
                  <a:pt x="675064" y="722002"/>
                  <a:pt x="669724" y="729598"/>
                </a:cubicBezTo>
                <a:cubicBezTo>
                  <a:pt x="662234" y="740672"/>
                  <a:pt x="646399" y="753317"/>
                  <a:pt x="622220" y="767533"/>
                </a:cubicBezTo>
                <a:cubicBezTo>
                  <a:pt x="598041" y="781748"/>
                  <a:pt x="581001" y="790121"/>
                  <a:pt x="571101" y="792653"/>
                </a:cubicBezTo>
                <a:lnTo>
                  <a:pt x="527145" y="801528"/>
                </a:lnTo>
                <a:cubicBezTo>
                  <a:pt x="507543" y="805752"/>
                  <a:pt x="495176" y="807479"/>
                  <a:pt x="490042" y="806708"/>
                </a:cubicBezTo>
                <a:cubicBezTo>
                  <a:pt x="484909" y="805937"/>
                  <a:pt x="476024" y="806051"/>
                  <a:pt x="463385" y="807050"/>
                </a:cubicBezTo>
                <a:cubicBezTo>
                  <a:pt x="450747" y="808048"/>
                  <a:pt x="439474" y="807486"/>
                  <a:pt x="429567" y="805365"/>
                </a:cubicBezTo>
                <a:cubicBezTo>
                  <a:pt x="419659" y="803244"/>
                  <a:pt x="413539" y="802905"/>
                  <a:pt x="411205" y="804346"/>
                </a:cubicBezTo>
                <a:cubicBezTo>
                  <a:pt x="408871" y="805787"/>
                  <a:pt x="398315" y="804067"/>
                  <a:pt x="379537" y="799184"/>
                </a:cubicBezTo>
                <a:lnTo>
                  <a:pt x="351851" y="792638"/>
                </a:lnTo>
                <a:lnTo>
                  <a:pt x="349724" y="773532"/>
                </a:lnTo>
                <a:cubicBezTo>
                  <a:pt x="349145" y="760993"/>
                  <a:pt x="353189" y="748107"/>
                  <a:pt x="361854" y="734874"/>
                </a:cubicBezTo>
                <a:cubicBezTo>
                  <a:pt x="370519" y="721642"/>
                  <a:pt x="376408" y="714065"/>
                  <a:pt x="379520" y="712143"/>
                </a:cubicBezTo>
                <a:cubicBezTo>
                  <a:pt x="382632" y="710221"/>
                  <a:pt x="383875" y="707304"/>
                  <a:pt x="383250" y="703391"/>
                </a:cubicBezTo>
                <a:cubicBezTo>
                  <a:pt x="382625" y="699478"/>
                  <a:pt x="387476" y="692542"/>
                  <a:pt x="397804" y="682581"/>
                </a:cubicBezTo>
                <a:cubicBezTo>
                  <a:pt x="408132" y="672621"/>
                  <a:pt x="413254" y="666413"/>
                  <a:pt x="413170" y="663957"/>
                </a:cubicBezTo>
                <a:cubicBezTo>
                  <a:pt x="413087" y="661501"/>
                  <a:pt x="416935" y="657871"/>
                  <a:pt x="424715" y="653066"/>
                </a:cubicBezTo>
                <a:lnTo>
                  <a:pt x="419430" y="644508"/>
                </a:lnTo>
                <a:cubicBezTo>
                  <a:pt x="414838" y="645194"/>
                  <a:pt x="408889" y="646002"/>
                  <a:pt x="401582" y="646932"/>
                </a:cubicBezTo>
                <a:cubicBezTo>
                  <a:pt x="392559" y="648564"/>
                  <a:pt x="379448" y="650392"/>
                  <a:pt x="362249" y="652415"/>
                </a:cubicBezTo>
                <a:lnTo>
                  <a:pt x="336967" y="655052"/>
                </a:lnTo>
                <a:lnTo>
                  <a:pt x="317131" y="659911"/>
                </a:lnTo>
                <a:cubicBezTo>
                  <a:pt x="305158" y="666053"/>
                  <a:pt x="294516" y="664825"/>
                  <a:pt x="279882" y="667281"/>
                </a:cubicBezTo>
                <a:cubicBezTo>
                  <a:pt x="241303" y="675880"/>
                  <a:pt x="194741" y="678337"/>
                  <a:pt x="154831" y="682022"/>
                </a:cubicBezTo>
                <a:cubicBezTo>
                  <a:pt x="121573" y="683250"/>
                  <a:pt x="88315" y="683250"/>
                  <a:pt x="59048" y="678337"/>
                </a:cubicBezTo>
                <a:cubicBezTo>
                  <a:pt x="29781" y="673423"/>
                  <a:pt x="13817" y="654998"/>
                  <a:pt x="3174" y="639029"/>
                </a:cubicBezTo>
                <a:cubicBezTo>
                  <a:pt x="-817" y="631659"/>
                  <a:pt x="-2147" y="624288"/>
                  <a:pt x="5835" y="618147"/>
                </a:cubicBezTo>
                <a:cubicBezTo>
                  <a:pt x="19803" y="615690"/>
                  <a:pt x="33772" y="615690"/>
                  <a:pt x="48073" y="615997"/>
                </a:cubicBezTo>
                <a:lnTo>
                  <a:pt x="53487" y="615959"/>
                </a:lnTo>
                <a:lnTo>
                  <a:pt x="69163" y="602886"/>
                </a:lnTo>
                <a:cubicBezTo>
                  <a:pt x="74030" y="599164"/>
                  <a:pt x="77103" y="598341"/>
                  <a:pt x="78385" y="600415"/>
                </a:cubicBezTo>
                <a:cubicBezTo>
                  <a:pt x="79666" y="602490"/>
                  <a:pt x="78930" y="604198"/>
                  <a:pt x="76176" y="605540"/>
                </a:cubicBezTo>
                <a:cubicBezTo>
                  <a:pt x="73423" y="606883"/>
                  <a:pt x="72687" y="608591"/>
                  <a:pt x="73968" y="610666"/>
                </a:cubicBezTo>
                <a:cubicBezTo>
                  <a:pt x="75249" y="612741"/>
                  <a:pt x="77057" y="613057"/>
                  <a:pt x="79391" y="611616"/>
                </a:cubicBezTo>
                <a:cubicBezTo>
                  <a:pt x="81725" y="610174"/>
                  <a:pt x="87845" y="610514"/>
                  <a:pt x="97753" y="612635"/>
                </a:cubicBezTo>
                <a:lnTo>
                  <a:pt x="118399" y="613701"/>
                </a:lnTo>
                <a:lnTo>
                  <a:pt x="153480" y="611026"/>
                </a:lnTo>
                <a:cubicBezTo>
                  <a:pt x="173872" y="609471"/>
                  <a:pt x="201060" y="607399"/>
                  <a:pt x="237312" y="604635"/>
                </a:cubicBezTo>
                <a:cubicBezTo>
                  <a:pt x="281212" y="601564"/>
                  <a:pt x="325113" y="598493"/>
                  <a:pt x="368515" y="597111"/>
                </a:cubicBezTo>
                <a:lnTo>
                  <a:pt x="388477" y="597517"/>
                </a:lnTo>
                <a:lnTo>
                  <a:pt x="470282" y="587849"/>
                </a:lnTo>
                <a:cubicBezTo>
                  <a:pt x="542497" y="578180"/>
                  <a:pt x="576322" y="569650"/>
                  <a:pt x="571757" y="562260"/>
                </a:cubicBezTo>
                <a:cubicBezTo>
                  <a:pt x="569195" y="558110"/>
                  <a:pt x="557869" y="555432"/>
                  <a:pt x="537779" y="554226"/>
                </a:cubicBezTo>
                <a:cubicBezTo>
                  <a:pt x="529831" y="554118"/>
                  <a:pt x="524576" y="551990"/>
                  <a:pt x="522014" y="547841"/>
                </a:cubicBezTo>
                <a:cubicBezTo>
                  <a:pt x="520412" y="545247"/>
                  <a:pt x="508964" y="541212"/>
                  <a:pt x="487670" y="535734"/>
                </a:cubicBezTo>
                <a:cubicBezTo>
                  <a:pt x="466375" y="530256"/>
                  <a:pt x="448818" y="526770"/>
                  <a:pt x="434997" y="525274"/>
                </a:cubicBezTo>
                <a:cubicBezTo>
                  <a:pt x="425052" y="524251"/>
                  <a:pt x="418500" y="522924"/>
                  <a:pt x="415343" y="521291"/>
                </a:cubicBezTo>
                <a:cubicBezTo>
                  <a:pt x="412185" y="519659"/>
                  <a:pt x="409309" y="519643"/>
                  <a:pt x="406716" y="521245"/>
                </a:cubicBezTo>
                <a:cubicBezTo>
                  <a:pt x="404123" y="522846"/>
                  <a:pt x="388354" y="520225"/>
                  <a:pt x="359409" y="513382"/>
                </a:cubicBezTo>
                <a:cubicBezTo>
                  <a:pt x="330465" y="506538"/>
                  <a:pt x="313529" y="504638"/>
                  <a:pt x="308601" y="507681"/>
                </a:cubicBezTo>
                <a:cubicBezTo>
                  <a:pt x="303674" y="510724"/>
                  <a:pt x="298232" y="510323"/>
                  <a:pt x="292276" y="506479"/>
                </a:cubicBezTo>
                <a:cubicBezTo>
                  <a:pt x="286319" y="502634"/>
                  <a:pt x="275470" y="498408"/>
                  <a:pt x="259727" y="493800"/>
                </a:cubicBezTo>
                <a:cubicBezTo>
                  <a:pt x="247982" y="491023"/>
                  <a:pt x="239733" y="489848"/>
                  <a:pt x="234981" y="490274"/>
                </a:cubicBezTo>
                <a:cubicBezTo>
                  <a:pt x="230230" y="490701"/>
                  <a:pt x="220470" y="494041"/>
                  <a:pt x="205704" y="500295"/>
                </a:cubicBezTo>
                <a:cubicBezTo>
                  <a:pt x="185430" y="509232"/>
                  <a:pt x="171938" y="512908"/>
                  <a:pt x="165226" y="511321"/>
                </a:cubicBezTo>
                <a:cubicBezTo>
                  <a:pt x="160512" y="510649"/>
                  <a:pt x="157465" y="509486"/>
                  <a:pt x="156085" y="507831"/>
                </a:cubicBezTo>
                <a:cubicBezTo>
                  <a:pt x="154705" y="506175"/>
                  <a:pt x="153580" y="502034"/>
                  <a:pt x="152711" y="495406"/>
                </a:cubicBezTo>
                <a:cubicBezTo>
                  <a:pt x="151842" y="488778"/>
                  <a:pt x="150717" y="484636"/>
                  <a:pt x="149337" y="482981"/>
                </a:cubicBezTo>
                <a:cubicBezTo>
                  <a:pt x="147956" y="481326"/>
                  <a:pt x="144650" y="480323"/>
                  <a:pt x="139418" y="479971"/>
                </a:cubicBezTo>
                <a:cubicBezTo>
                  <a:pt x="132187" y="478705"/>
                  <a:pt x="127146" y="478952"/>
                  <a:pt x="124293" y="480714"/>
                </a:cubicBezTo>
                <a:cubicBezTo>
                  <a:pt x="121440" y="482476"/>
                  <a:pt x="118325" y="482071"/>
                  <a:pt x="114946" y="479501"/>
                </a:cubicBezTo>
                <a:cubicBezTo>
                  <a:pt x="111567" y="476930"/>
                  <a:pt x="108253" y="477365"/>
                  <a:pt x="105004" y="480804"/>
                </a:cubicBezTo>
                <a:cubicBezTo>
                  <a:pt x="101755" y="484244"/>
                  <a:pt x="98421" y="485227"/>
                  <a:pt x="95004" y="483755"/>
                </a:cubicBezTo>
                <a:cubicBezTo>
                  <a:pt x="91588" y="482283"/>
                  <a:pt x="85067" y="481295"/>
                  <a:pt x="75441" y="480791"/>
                </a:cubicBezTo>
                <a:cubicBezTo>
                  <a:pt x="68012" y="480363"/>
                  <a:pt x="63478" y="479402"/>
                  <a:pt x="61838" y="477907"/>
                </a:cubicBezTo>
                <a:cubicBezTo>
                  <a:pt x="60199" y="476412"/>
                  <a:pt x="58334" y="471652"/>
                  <a:pt x="56245" y="463628"/>
                </a:cubicBezTo>
                <a:cubicBezTo>
                  <a:pt x="51304" y="445186"/>
                  <a:pt x="58405" y="428261"/>
                  <a:pt x="77551" y="412856"/>
                </a:cubicBezTo>
                <a:cubicBezTo>
                  <a:pt x="93386" y="400211"/>
                  <a:pt x="103705" y="397779"/>
                  <a:pt x="108510" y="405559"/>
                </a:cubicBezTo>
                <a:cubicBezTo>
                  <a:pt x="111072" y="409708"/>
                  <a:pt x="115790" y="412706"/>
                  <a:pt x="122661" y="414552"/>
                </a:cubicBezTo>
                <a:cubicBezTo>
                  <a:pt x="129533" y="416398"/>
                  <a:pt x="133450" y="418099"/>
                  <a:pt x="134411" y="419656"/>
                </a:cubicBezTo>
                <a:cubicBezTo>
                  <a:pt x="135692" y="421730"/>
                  <a:pt x="142106" y="424576"/>
                  <a:pt x="153654" y="428192"/>
                </a:cubicBezTo>
                <a:cubicBezTo>
                  <a:pt x="165201" y="431808"/>
                  <a:pt x="172012" y="432975"/>
                  <a:pt x="174086" y="431694"/>
                </a:cubicBezTo>
                <a:lnTo>
                  <a:pt x="172645" y="429360"/>
                </a:lnTo>
                <a:cubicBezTo>
                  <a:pt x="171684" y="427804"/>
                  <a:pt x="169854" y="425710"/>
                  <a:pt x="167154" y="423079"/>
                </a:cubicBezTo>
                <a:cubicBezTo>
                  <a:pt x="164454" y="420447"/>
                  <a:pt x="161625" y="417895"/>
                  <a:pt x="158665" y="415424"/>
                </a:cubicBezTo>
                <a:cubicBezTo>
                  <a:pt x="148308" y="406774"/>
                  <a:pt x="142207" y="399795"/>
                  <a:pt x="140362" y="394486"/>
                </a:cubicBezTo>
                <a:cubicBezTo>
                  <a:pt x="138516" y="389178"/>
                  <a:pt x="139844" y="382626"/>
                  <a:pt x="144344" y="374831"/>
                </a:cubicBezTo>
                <a:cubicBezTo>
                  <a:pt x="147212" y="370194"/>
                  <a:pt x="149424" y="367395"/>
                  <a:pt x="150980" y="366434"/>
                </a:cubicBezTo>
                <a:cubicBezTo>
                  <a:pt x="152537" y="365473"/>
                  <a:pt x="155153" y="365649"/>
                  <a:pt x="158829" y="366961"/>
                </a:cubicBezTo>
                <a:cubicBezTo>
                  <a:pt x="164900" y="367511"/>
                  <a:pt x="169110" y="365627"/>
                  <a:pt x="171460" y="361310"/>
                </a:cubicBezTo>
                <a:cubicBezTo>
                  <a:pt x="174328" y="356673"/>
                  <a:pt x="177749" y="354381"/>
                  <a:pt x="181723" y="354435"/>
                </a:cubicBezTo>
                <a:cubicBezTo>
                  <a:pt x="185696" y="354489"/>
                  <a:pt x="190223" y="356888"/>
                  <a:pt x="195302" y="361632"/>
                </a:cubicBezTo>
                <a:cubicBezTo>
                  <a:pt x="198063" y="364943"/>
                  <a:pt x="200622" y="366766"/>
                  <a:pt x="202979" y="367101"/>
                </a:cubicBezTo>
                <a:cubicBezTo>
                  <a:pt x="205335" y="367437"/>
                  <a:pt x="208329" y="366484"/>
                  <a:pt x="211960" y="364242"/>
                </a:cubicBezTo>
                <a:cubicBezTo>
                  <a:pt x="217665" y="360718"/>
                  <a:pt x="219976" y="357500"/>
                  <a:pt x="218893" y="354586"/>
                </a:cubicBezTo>
                <a:cubicBezTo>
                  <a:pt x="217811" y="351673"/>
                  <a:pt x="212350" y="345731"/>
                  <a:pt x="202512" y="336761"/>
                </a:cubicBezTo>
                <a:cubicBezTo>
                  <a:pt x="195434" y="331101"/>
                  <a:pt x="191304" y="327024"/>
                  <a:pt x="190122" y="324530"/>
                </a:cubicBezTo>
                <a:cubicBezTo>
                  <a:pt x="188940" y="322035"/>
                  <a:pt x="188845" y="318691"/>
                  <a:pt x="189837" y="314496"/>
                </a:cubicBezTo>
                <a:cubicBezTo>
                  <a:pt x="190981" y="305908"/>
                  <a:pt x="193049" y="299974"/>
                  <a:pt x="196039" y="296695"/>
                </a:cubicBezTo>
                <a:cubicBezTo>
                  <a:pt x="199029" y="293415"/>
                  <a:pt x="204276" y="290891"/>
                  <a:pt x="211782" y="289122"/>
                </a:cubicBezTo>
                <a:cubicBezTo>
                  <a:pt x="236174" y="283373"/>
                  <a:pt x="254974" y="290033"/>
                  <a:pt x="268183" y="309101"/>
                </a:cubicBezTo>
                <a:cubicBezTo>
                  <a:pt x="269465" y="311176"/>
                  <a:pt x="271333" y="312171"/>
                  <a:pt x="273789" y="312088"/>
                </a:cubicBezTo>
                <a:cubicBezTo>
                  <a:pt x="276245" y="312004"/>
                  <a:pt x="282053" y="316478"/>
                  <a:pt x="291212" y="325509"/>
                </a:cubicBezTo>
                <a:cubicBezTo>
                  <a:pt x="300372" y="334540"/>
                  <a:pt x="308658" y="340707"/>
                  <a:pt x="316072" y="344010"/>
                </a:cubicBezTo>
                <a:cubicBezTo>
                  <a:pt x="323485" y="347313"/>
                  <a:pt x="329411" y="350818"/>
                  <a:pt x="333850" y="354525"/>
                </a:cubicBezTo>
                <a:cubicBezTo>
                  <a:pt x="338609" y="358751"/>
                  <a:pt x="343265" y="361070"/>
                  <a:pt x="347819" y="361482"/>
                </a:cubicBezTo>
                <a:cubicBezTo>
                  <a:pt x="352372" y="361895"/>
                  <a:pt x="355145" y="360003"/>
                  <a:pt x="356136" y="355808"/>
                </a:cubicBezTo>
                <a:cubicBezTo>
                  <a:pt x="356808" y="351095"/>
                  <a:pt x="355527" y="349020"/>
                  <a:pt x="352293" y="349584"/>
                </a:cubicBezTo>
                <a:cubicBezTo>
                  <a:pt x="349059" y="350148"/>
                  <a:pt x="345600" y="347448"/>
                  <a:pt x="341917" y="341484"/>
                </a:cubicBezTo>
                <a:cubicBezTo>
                  <a:pt x="338233" y="335519"/>
                  <a:pt x="334195" y="332460"/>
                  <a:pt x="329801" y="332307"/>
                </a:cubicBezTo>
                <a:cubicBezTo>
                  <a:pt x="327086" y="332551"/>
                  <a:pt x="318014" y="328302"/>
                  <a:pt x="302585" y="319561"/>
                </a:cubicBezTo>
                <a:cubicBezTo>
                  <a:pt x="287156" y="310819"/>
                  <a:pt x="278480" y="304892"/>
                  <a:pt x="276558" y="301780"/>
                </a:cubicBezTo>
                <a:cubicBezTo>
                  <a:pt x="274957" y="299186"/>
                  <a:pt x="275396" y="292646"/>
                  <a:pt x="277875" y="282159"/>
                </a:cubicBezTo>
                <a:cubicBezTo>
                  <a:pt x="280355" y="271672"/>
                  <a:pt x="282952" y="266306"/>
                  <a:pt x="285668" y="266063"/>
                </a:cubicBezTo>
                <a:cubicBezTo>
                  <a:pt x="288703" y="266337"/>
                  <a:pt x="289580" y="265437"/>
                  <a:pt x="288299" y="263363"/>
                </a:cubicBezTo>
                <a:cubicBezTo>
                  <a:pt x="285417" y="258695"/>
                  <a:pt x="276912" y="260006"/>
                  <a:pt x="262786" y="267297"/>
                </a:cubicBezTo>
                <a:cubicBezTo>
                  <a:pt x="253847" y="271384"/>
                  <a:pt x="248458" y="273100"/>
                  <a:pt x="246620" y="272444"/>
                </a:cubicBezTo>
                <a:cubicBezTo>
                  <a:pt x="244782" y="271788"/>
                  <a:pt x="242719" y="267867"/>
                  <a:pt x="240431" y="260682"/>
                </a:cubicBezTo>
                <a:cubicBezTo>
                  <a:pt x="238022" y="252140"/>
                  <a:pt x="240093" y="242442"/>
                  <a:pt x="246646" y="231589"/>
                </a:cubicBezTo>
                <a:cubicBezTo>
                  <a:pt x="253198" y="220736"/>
                  <a:pt x="262698" y="211466"/>
                  <a:pt x="275146" y="203778"/>
                </a:cubicBezTo>
                <a:cubicBezTo>
                  <a:pt x="287594" y="196091"/>
                  <a:pt x="293697" y="190890"/>
                  <a:pt x="293452" y="188175"/>
                </a:cubicBezTo>
                <a:cubicBezTo>
                  <a:pt x="293758" y="179388"/>
                  <a:pt x="298151" y="179541"/>
                  <a:pt x="306632" y="188633"/>
                </a:cubicBezTo>
                <a:cubicBezTo>
                  <a:pt x="309073" y="191425"/>
                  <a:pt x="313580" y="194373"/>
                  <a:pt x="320155" y="197478"/>
                </a:cubicBezTo>
                <a:cubicBezTo>
                  <a:pt x="326729" y="200582"/>
                  <a:pt x="332743" y="202779"/>
                  <a:pt x="338196" y="204069"/>
                </a:cubicBezTo>
                <a:cubicBezTo>
                  <a:pt x="343650" y="205358"/>
                  <a:pt x="346575" y="205164"/>
                  <a:pt x="346971" y="203486"/>
                </a:cubicBezTo>
                <a:cubicBezTo>
                  <a:pt x="347887" y="201488"/>
                  <a:pt x="341541" y="197883"/>
                  <a:pt x="327935" y="192673"/>
                </a:cubicBezTo>
                <a:cubicBezTo>
                  <a:pt x="314328" y="187463"/>
                  <a:pt x="306724" y="183561"/>
                  <a:pt x="305122" y="180968"/>
                </a:cubicBezTo>
                <a:cubicBezTo>
                  <a:pt x="302880" y="177337"/>
                  <a:pt x="306633" y="176452"/>
                  <a:pt x="316381" y="178314"/>
                </a:cubicBezTo>
                <a:cubicBezTo>
                  <a:pt x="321094" y="178986"/>
                  <a:pt x="324511" y="180458"/>
                  <a:pt x="326631" y="182731"/>
                </a:cubicBezTo>
                <a:cubicBezTo>
                  <a:pt x="332229" y="187155"/>
                  <a:pt x="342911" y="192560"/>
                  <a:pt x="358676" y="198945"/>
                </a:cubicBezTo>
                <a:cubicBezTo>
                  <a:pt x="374440" y="205330"/>
                  <a:pt x="389244" y="210159"/>
                  <a:pt x="403087" y="213432"/>
                </a:cubicBezTo>
                <a:cubicBezTo>
                  <a:pt x="416930" y="216705"/>
                  <a:pt x="423989" y="216823"/>
                  <a:pt x="424264" y="213788"/>
                </a:cubicBezTo>
                <a:cubicBezTo>
                  <a:pt x="424219" y="210233"/>
                  <a:pt x="426343" y="208743"/>
                  <a:pt x="430637" y="209315"/>
                </a:cubicBezTo>
                <a:cubicBezTo>
                  <a:pt x="434931" y="209887"/>
                  <a:pt x="439561" y="208103"/>
                  <a:pt x="444526" y="203962"/>
                </a:cubicBezTo>
                <a:cubicBezTo>
                  <a:pt x="449492" y="199820"/>
                  <a:pt x="463405" y="190154"/>
                  <a:pt x="486264" y="174962"/>
                </a:cubicBezTo>
                <a:cubicBezTo>
                  <a:pt x="509124" y="159770"/>
                  <a:pt x="520531" y="150397"/>
                  <a:pt x="520485" y="146843"/>
                </a:cubicBezTo>
                <a:cubicBezTo>
                  <a:pt x="520516" y="141092"/>
                  <a:pt x="532385" y="133046"/>
                  <a:pt x="556090" y="122706"/>
                </a:cubicBezTo>
                <a:lnTo>
                  <a:pt x="576204" y="113509"/>
                </a:lnTo>
                <a:lnTo>
                  <a:pt x="570919" y="104951"/>
                </a:lnTo>
                <a:cubicBezTo>
                  <a:pt x="565474" y="96133"/>
                  <a:pt x="563404" y="81470"/>
                  <a:pt x="564709" y="60961"/>
                </a:cubicBezTo>
                <a:cubicBezTo>
                  <a:pt x="566015" y="40451"/>
                  <a:pt x="569642" y="29793"/>
                  <a:pt x="575592" y="28984"/>
                </a:cubicBezTo>
                <a:cubicBezTo>
                  <a:pt x="578826" y="28420"/>
                  <a:pt x="580790" y="26670"/>
                  <a:pt x="581484" y="23734"/>
                </a:cubicBezTo>
                <a:cubicBezTo>
                  <a:pt x="582178" y="20797"/>
                  <a:pt x="586713" y="15668"/>
                  <a:pt x="595088" y="8347"/>
                </a:cubicBezTo>
                <a:cubicBezTo>
                  <a:pt x="603463" y="1025"/>
                  <a:pt x="609260" y="-1480"/>
                  <a:pt x="612479" y="831"/>
                </a:cubicBezTo>
                <a:cubicBezTo>
                  <a:pt x="615697" y="3143"/>
                  <a:pt x="616017" y="9751"/>
                  <a:pt x="613438" y="20658"/>
                </a:cubicBezTo>
                <a:lnTo>
                  <a:pt x="609090" y="36240"/>
                </a:lnTo>
                <a:lnTo>
                  <a:pt x="633388" y="59924"/>
                </a:lnTo>
                <a:cubicBezTo>
                  <a:pt x="644188" y="70450"/>
                  <a:pt x="651406" y="76918"/>
                  <a:pt x="655044" y="79329"/>
                </a:cubicBezTo>
                <a:cubicBezTo>
                  <a:pt x="658682" y="81739"/>
                  <a:pt x="662896" y="82182"/>
                  <a:pt x="667686" y="80657"/>
                </a:cubicBezTo>
                <a:cubicBezTo>
                  <a:pt x="674032" y="78171"/>
                  <a:pt x="684390" y="74640"/>
                  <a:pt x="698760" y="70065"/>
                </a:cubicBezTo>
                <a:cubicBezTo>
                  <a:pt x="713130" y="65490"/>
                  <a:pt x="723297" y="61360"/>
                  <a:pt x="729262" y="57677"/>
                </a:cubicBezTo>
                <a:cubicBezTo>
                  <a:pt x="735226" y="53993"/>
                  <a:pt x="740047" y="52808"/>
                  <a:pt x="743723" y="54120"/>
                </a:cubicBezTo>
                <a:cubicBezTo>
                  <a:pt x="747918" y="55111"/>
                  <a:pt x="750118" y="57514"/>
                  <a:pt x="750324" y="61328"/>
                </a:cubicBezTo>
                <a:cubicBezTo>
                  <a:pt x="750529" y="65141"/>
                  <a:pt x="748558" y="68329"/>
                  <a:pt x="744408" y="70892"/>
                </a:cubicBezTo>
                <a:cubicBezTo>
                  <a:pt x="739740" y="73775"/>
                  <a:pt x="736910" y="77313"/>
                  <a:pt x="735919" y="81508"/>
                </a:cubicBezTo>
                <a:cubicBezTo>
                  <a:pt x="734927" y="85703"/>
                  <a:pt x="733294" y="88861"/>
                  <a:pt x="731021" y="90981"/>
                </a:cubicBezTo>
                <a:cubicBezTo>
                  <a:pt x="724721" y="97021"/>
                  <a:pt x="719458" y="102421"/>
                  <a:pt x="715232" y="107180"/>
                </a:cubicBezTo>
                <a:cubicBezTo>
                  <a:pt x="711006" y="111939"/>
                  <a:pt x="707917" y="115638"/>
                  <a:pt x="705964" y="118277"/>
                </a:cubicBezTo>
                <a:cubicBezTo>
                  <a:pt x="704012" y="120916"/>
                  <a:pt x="703195" y="122494"/>
                  <a:pt x="703516" y="123013"/>
                </a:cubicBezTo>
                <a:cubicBezTo>
                  <a:pt x="704675" y="123730"/>
                  <a:pt x="714071" y="130824"/>
                  <a:pt x="731704" y="144295"/>
                </a:cubicBezTo>
                <a:cubicBezTo>
                  <a:pt x="736783" y="149039"/>
                  <a:pt x="740932" y="152567"/>
                  <a:pt x="744151" y="154878"/>
                </a:cubicBezTo>
                <a:cubicBezTo>
                  <a:pt x="747369" y="157189"/>
                  <a:pt x="750138" y="159062"/>
                  <a:pt x="752457" y="160496"/>
                </a:cubicBezTo>
                <a:cubicBezTo>
                  <a:pt x="754775" y="161930"/>
                  <a:pt x="756323" y="162407"/>
                  <a:pt x="757101" y="161927"/>
                </a:cubicBezTo>
                <a:cubicBezTo>
                  <a:pt x="757879" y="161446"/>
                  <a:pt x="758627" y="160626"/>
                  <a:pt x="759344" y="159467"/>
                </a:cubicBezTo>
                <a:cubicBezTo>
                  <a:pt x="760656" y="155791"/>
                  <a:pt x="762593" y="156027"/>
                  <a:pt x="765156" y="160177"/>
                </a:cubicBezTo>
                <a:cubicBezTo>
                  <a:pt x="766635" y="161412"/>
                  <a:pt x="768496" y="163846"/>
                  <a:pt x="770738" y="167476"/>
                </a:cubicBezTo>
                <a:cubicBezTo>
                  <a:pt x="776504" y="176812"/>
                  <a:pt x="782346" y="183952"/>
                  <a:pt x="788264" y="188895"/>
                </a:cubicBezTo>
                <a:cubicBezTo>
                  <a:pt x="792383" y="192083"/>
                  <a:pt x="795750" y="193765"/>
                  <a:pt x="798366" y="193941"/>
                </a:cubicBezTo>
                <a:cubicBezTo>
                  <a:pt x="800982" y="194116"/>
                  <a:pt x="805303" y="192702"/>
                  <a:pt x="811329" y="189697"/>
                </a:cubicBezTo>
                <a:cubicBezTo>
                  <a:pt x="819947" y="185091"/>
                  <a:pt x="825150" y="179012"/>
                  <a:pt x="826935" y="171461"/>
                </a:cubicBezTo>
                <a:cubicBezTo>
                  <a:pt x="829117" y="162233"/>
                  <a:pt x="831687" y="158854"/>
                  <a:pt x="834647" y="161325"/>
                </a:cubicBezTo>
                <a:cubicBezTo>
                  <a:pt x="836767" y="163599"/>
                  <a:pt x="837194" y="168350"/>
                  <a:pt x="835927" y="175581"/>
                </a:cubicBezTo>
                <a:cubicBezTo>
                  <a:pt x="834981" y="183330"/>
                  <a:pt x="831933" y="194347"/>
                  <a:pt x="826784" y="208632"/>
                </a:cubicBezTo>
                <a:cubicBezTo>
                  <a:pt x="821634" y="222918"/>
                  <a:pt x="818221" y="229862"/>
                  <a:pt x="816543" y="229465"/>
                </a:cubicBezTo>
                <a:lnTo>
                  <a:pt x="819311" y="237428"/>
                </a:lnTo>
                <a:cubicBezTo>
                  <a:pt x="822514" y="242615"/>
                  <a:pt x="823345" y="250341"/>
                  <a:pt x="821803" y="260607"/>
                </a:cubicBezTo>
                <a:cubicBezTo>
                  <a:pt x="820262" y="270873"/>
                  <a:pt x="820613" y="277822"/>
                  <a:pt x="822855" y="281452"/>
                </a:cubicBezTo>
                <a:cubicBezTo>
                  <a:pt x="825097" y="285083"/>
                  <a:pt x="824989" y="293031"/>
                  <a:pt x="822533" y="305295"/>
                </a:cubicBezTo>
                <a:cubicBezTo>
                  <a:pt x="816551" y="336215"/>
                  <a:pt x="802875" y="337854"/>
                  <a:pt x="781506" y="310212"/>
                </a:cubicBezTo>
                <a:cubicBezTo>
                  <a:pt x="773101" y="298923"/>
                  <a:pt x="766531" y="292054"/>
                  <a:pt x="761795" y="289605"/>
                </a:cubicBezTo>
                <a:cubicBezTo>
                  <a:pt x="757059" y="287157"/>
                  <a:pt x="751991" y="283301"/>
                  <a:pt x="746591" y="278038"/>
                </a:cubicBezTo>
                <a:cubicBezTo>
                  <a:pt x="742152" y="274331"/>
                  <a:pt x="737107" y="272252"/>
                  <a:pt x="731455" y="271802"/>
                </a:cubicBezTo>
                <a:cubicBezTo>
                  <a:pt x="725804" y="271351"/>
                  <a:pt x="710080" y="272284"/>
                  <a:pt x="684285" y="274601"/>
                </a:cubicBezTo>
                <a:cubicBezTo>
                  <a:pt x="662563" y="276552"/>
                  <a:pt x="642213" y="275506"/>
                  <a:pt x="623237" y="271462"/>
                </a:cubicBezTo>
                <a:cubicBezTo>
                  <a:pt x="618524" y="270791"/>
                  <a:pt x="615778" y="270695"/>
                  <a:pt x="615000" y="271176"/>
                </a:cubicBezTo>
                <a:cubicBezTo>
                  <a:pt x="614222" y="271656"/>
                  <a:pt x="613497" y="274253"/>
                  <a:pt x="612826" y="278967"/>
                </a:cubicBezTo>
                <a:cubicBezTo>
                  <a:pt x="612276" y="285038"/>
                  <a:pt x="612642" y="289111"/>
                  <a:pt x="613923" y="291186"/>
                </a:cubicBezTo>
                <a:cubicBezTo>
                  <a:pt x="615205" y="293260"/>
                  <a:pt x="614815" y="299591"/>
                  <a:pt x="612755" y="310177"/>
                </a:cubicBezTo>
                <a:lnTo>
                  <a:pt x="608407" y="325759"/>
                </a:lnTo>
                <a:lnTo>
                  <a:pt x="588271" y="320999"/>
                </a:lnTo>
                <a:cubicBezTo>
                  <a:pt x="574329" y="318145"/>
                  <a:pt x="566317" y="315033"/>
                  <a:pt x="564235" y="311661"/>
                </a:cubicBezTo>
                <a:cubicBezTo>
                  <a:pt x="562153" y="308290"/>
                  <a:pt x="556597" y="305094"/>
                  <a:pt x="547566" y="302073"/>
                </a:cubicBezTo>
                <a:lnTo>
                  <a:pt x="532762" y="297244"/>
                </a:lnTo>
                <a:lnTo>
                  <a:pt x="540747" y="308433"/>
                </a:lnTo>
                <a:cubicBezTo>
                  <a:pt x="545750" y="315374"/>
                  <a:pt x="550170" y="319631"/>
                  <a:pt x="554006" y="321202"/>
                </a:cubicBezTo>
                <a:cubicBezTo>
                  <a:pt x="557843" y="322773"/>
                  <a:pt x="557945" y="324680"/>
                  <a:pt x="554315" y="326923"/>
                </a:cubicBezTo>
                <a:cubicBezTo>
                  <a:pt x="550684" y="329165"/>
                  <a:pt x="549910" y="331971"/>
                  <a:pt x="551992" y="335343"/>
                </a:cubicBezTo>
                <a:cubicBezTo>
                  <a:pt x="554074" y="338714"/>
                  <a:pt x="556129" y="337982"/>
                  <a:pt x="558158" y="333146"/>
                </a:cubicBezTo>
                <a:cubicBezTo>
                  <a:pt x="559272" y="330309"/>
                  <a:pt x="560168" y="328860"/>
                  <a:pt x="560847" y="328799"/>
                </a:cubicBezTo>
                <a:cubicBezTo>
                  <a:pt x="561526" y="328738"/>
                  <a:pt x="562826" y="330264"/>
                  <a:pt x="564748" y="333376"/>
                </a:cubicBezTo>
                <a:cubicBezTo>
                  <a:pt x="566670" y="336488"/>
                  <a:pt x="568069" y="343684"/>
                  <a:pt x="568945" y="354965"/>
                </a:cubicBezTo>
                <a:cubicBezTo>
                  <a:pt x="569822" y="366245"/>
                  <a:pt x="569284" y="373205"/>
                  <a:pt x="567331" y="375844"/>
                </a:cubicBezTo>
                <a:cubicBezTo>
                  <a:pt x="566415" y="377842"/>
                  <a:pt x="566839" y="380268"/>
                  <a:pt x="568600" y="383120"/>
                </a:cubicBezTo>
                <a:cubicBezTo>
                  <a:pt x="570362" y="385973"/>
                  <a:pt x="570076" y="388120"/>
                  <a:pt x="567742" y="389561"/>
                </a:cubicBezTo>
                <a:cubicBezTo>
                  <a:pt x="565408" y="391003"/>
                  <a:pt x="565362" y="393539"/>
                  <a:pt x="567604" y="397169"/>
                </a:cubicBezTo>
                <a:cubicBezTo>
                  <a:pt x="572088" y="404431"/>
                  <a:pt x="566032" y="413186"/>
                  <a:pt x="549434" y="423436"/>
                </a:cubicBezTo>
                <a:cubicBezTo>
                  <a:pt x="541136" y="428561"/>
                  <a:pt x="529417" y="429887"/>
                  <a:pt x="514277" y="427415"/>
                </a:cubicBezTo>
                <a:cubicBezTo>
                  <a:pt x="499137" y="424943"/>
                  <a:pt x="488787" y="420946"/>
                  <a:pt x="483227" y="415423"/>
                </a:cubicBezTo>
                <a:cubicBezTo>
                  <a:pt x="477668" y="409901"/>
                  <a:pt x="473980" y="407700"/>
                  <a:pt x="472165" y="408821"/>
                </a:cubicBezTo>
                <a:cubicBezTo>
                  <a:pt x="470349" y="409942"/>
                  <a:pt x="468000" y="408169"/>
                  <a:pt x="465118" y="403501"/>
                </a:cubicBezTo>
                <a:lnTo>
                  <a:pt x="461274" y="397277"/>
                </a:lnTo>
                <a:lnTo>
                  <a:pt x="456559" y="408786"/>
                </a:lnTo>
                <a:cubicBezTo>
                  <a:pt x="453737" y="416977"/>
                  <a:pt x="450770" y="422034"/>
                  <a:pt x="447658" y="423956"/>
                </a:cubicBezTo>
                <a:cubicBezTo>
                  <a:pt x="445064" y="425557"/>
                  <a:pt x="441289" y="424664"/>
                  <a:pt x="436331" y="421278"/>
                </a:cubicBezTo>
                <a:cubicBezTo>
                  <a:pt x="431374" y="417891"/>
                  <a:pt x="427774" y="414382"/>
                  <a:pt x="425532" y="410752"/>
                </a:cubicBezTo>
                <a:cubicBezTo>
                  <a:pt x="422207" y="404207"/>
                  <a:pt x="417696" y="398933"/>
                  <a:pt x="411999" y="394928"/>
                </a:cubicBezTo>
                <a:cubicBezTo>
                  <a:pt x="406302" y="390923"/>
                  <a:pt x="402156" y="389722"/>
                  <a:pt x="399563" y="391323"/>
                </a:cubicBezTo>
                <a:cubicBezTo>
                  <a:pt x="395414" y="393886"/>
                  <a:pt x="395139" y="396921"/>
                  <a:pt x="398739" y="400430"/>
                </a:cubicBezTo>
                <a:cubicBezTo>
                  <a:pt x="402338" y="403939"/>
                  <a:pt x="403372" y="407062"/>
                  <a:pt x="401838" y="409800"/>
                </a:cubicBezTo>
                <a:cubicBezTo>
                  <a:pt x="400305" y="412538"/>
                  <a:pt x="400500" y="415463"/>
                  <a:pt x="402421" y="418575"/>
                </a:cubicBezTo>
                <a:cubicBezTo>
                  <a:pt x="404664" y="422206"/>
                  <a:pt x="406657" y="432976"/>
                  <a:pt x="408403" y="450884"/>
                </a:cubicBezTo>
                <a:cubicBezTo>
                  <a:pt x="410148" y="468793"/>
                  <a:pt x="410144" y="478647"/>
                  <a:pt x="408389" y="480447"/>
                </a:cubicBezTo>
                <a:cubicBezTo>
                  <a:pt x="405399" y="483727"/>
                  <a:pt x="395045" y="483493"/>
                  <a:pt x="377328" y="479747"/>
                </a:cubicBezTo>
                <a:cubicBezTo>
                  <a:pt x="359610" y="476001"/>
                  <a:pt x="343338" y="470825"/>
                  <a:pt x="328511" y="464219"/>
                </a:cubicBezTo>
                <a:lnTo>
                  <a:pt x="310047" y="455202"/>
                </a:lnTo>
                <a:lnTo>
                  <a:pt x="311442" y="466163"/>
                </a:lnTo>
                <a:cubicBezTo>
                  <a:pt x="312448" y="471273"/>
                  <a:pt x="317756" y="475518"/>
                  <a:pt x="327366" y="478897"/>
                </a:cubicBezTo>
                <a:cubicBezTo>
                  <a:pt x="336976" y="482277"/>
                  <a:pt x="367888" y="489696"/>
                  <a:pt x="420103" y="501156"/>
                </a:cubicBezTo>
                <a:cubicBezTo>
                  <a:pt x="510072" y="521542"/>
                  <a:pt x="560166" y="530728"/>
                  <a:pt x="570387" y="528715"/>
                </a:cubicBezTo>
                <a:cubicBezTo>
                  <a:pt x="574978" y="528029"/>
                  <a:pt x="579044" y="529101"/>
                  <a:pt x="582582" y="531931"/>
                </a:cubicBezTo>
                <a:cubicBezTo>
                  <a:pt x="586121" y="534761"/>
                  <a:pt x="593138" y="539742"/>
                  <a:pt x="603632" y="546874"/>
                </a:cubicBezTo>
                <a:cubicBezTo>
                  <a:pt x="614127" y="554006"/>
                  <a:pt x="620144" y="558529"/>
                  <a:pt x="621685" y="560444"/>
                </a:cubicBezTo>
                <a:cubicBezTo>
                  <a:pt x="623225" y="562358"/>
                  <a:pt x="632001" y="561775"/>
                  <a:pt x="648010" y="558695"/>
                </a:cubicBezTo>
                <a:cubicBezTo>
                  <a:pt x="664020" y="555615"/>
                  <a:pt x="674400" y="553861"/>
                  <a:pt x="679152" y="553434"/>
                </a:cubicBezTo>
                <a:cubicBezTo>
                  <a:pt x="683904" y="553008"/>
                  <a:pt x="694464" y="550964"/>
                  <a:pt x="710832" y="547304"/>
                </a:cubicBezTo>
                <a:cubicBezTo>
                  <a:pt x="727200" y="543645"/>
                  <a:pt x="737970" y="541651"/>
                  <a:pt x="743141" y="541323"/>
                </a:cubicBezTo>
                <a:cubicBezTo>
                  <a:pt x="748312" y="540996"/>
                  <a:pt x="752972" y="539550"/>
                  <a:pt x="757122" y="536988"/>
                </a:cubicBezTo>
                <a:cubicBezTo>
                  <a:pt x="761271" y="534426"/>
                  <a:pt x="768197" y="532298"/>
                  <a:pt x="777899" y="530605"/>
                </a:cubicBezTo>
                <a:cubicBezTo>
                  <a:pt x="792512" y="528745"/>
                  <a:pt x="799179" y="526778"/>
                  <a:pt x="797897" y="524704"/>
                </a:cubicBezTo>
                <a:cubicBezTo>
                  <a:pt x="797257" y="523666"/>
                  <a:pt x="795838" y="523109"/>
                  <a:pt x="793641" y="523033"/>
                </a:cubicBezTo>
                <a:cubicBezTo>
                  <a:pt x="789248" y="522880"/>
                  <a:pt x="789706" y="521881"/>
                  <a:pt x="795015" y="520035"/>
                </a:cubicBezTo>
                <a:cubicBezTo>
                  <a:pt x="801360" y="517549"/>
                  <a:pt x="816150" y="513073"/>
                  <a:pt x="839383" y="506607"/>
                </a:cubicBezTo>
                <a:cubicBezTo>
                  <a:pt x="859382" y="500705"/>
                  <a:pt x="873622" y="496210"/>
                  <a:pt x="882103" y="493121"/>
                </a:cubicBezTo>
                <a:cubicBezTo>
                  <a:pt x="890585" y="490033"/>
                  <a:pt x="906084" y="485835"/>
                  <a:pt x="928599" y="480528"/>
                </a:cubicBezTo>
                <a:cubicBezTo>
                  <a:pt x="967681" y="470722"/>
                  <a:pt x="995003" y="461015"/>
                  <a:pt x="1010563" y="451406"/>
                </a:cubicBezTo>
                <a:cubicBezTo>
                  <a:pt x="1017305" y="447242"/>
                  <a:pt x="1021935" y="445457"/>
                  <a:pt x="1024452" y="446052"/>
                </a:cubicBezTo>
                <a:cubicBezTo>
                  <a:pt x="1026969" y="446647"/>
                  <a:pt x="1028353" y="447584"/>
                  <a:pt x="1028605" y="448861"/>
                </a:cubicBezTo>
                <a:close/>
              </a:path>
            </a:pathLst>
          </a:custGeom>
          <a:solidFill>
            <a:schemeClr val="bg1">
              <a:alpha val="60000"/>
            </a:schemeClr>
          </a:solidFill>
          <a:ln>
            <a:solidFill>
              <a:schemeClr val="accent1">
                <a:shade val="50000"/>
              </a:schemeClr>
            </a:solidFill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r>
              <a:rPr lang="en-US" altLang="zh-CN" dirty="0">
                <a:solidFill>
                  <a:schemeClr val="tx1"/>
                </a:solidFill>
                <a:effectLst/>
              </a:rPr>
              <a:t>\</a:t>
            </a:r>
            <a:endParaRPr lang="zh-CN" altLang="en-US" dirty="0">
              <a:solidFill>
                <a:schemeClr val="tx1"/>
              </a:solidFill>
              <a:effectLst/>
            </a:endParaRPr>
          </a:p>
        </p:txBody>
      </p:sp>
      <p:sp>
        <p:nvSpPr>
          <p:cNvPr id="281" name="新" hidden="1">
            <a:extLst>
              <a:ext uri="{FF2B5EF4-FFF2-40B4-BE49-F238E27FC236}">
                <a16:creationId xmlns:a16="http://schemas.microsoft.com/office/drawing/2014/main" id="{99C8C1F6-0758-47A4-9D42-545BC202B910}"/>
              </a:ext>
            </a:extLst>
          </p:cNvPr>
          <p:cNvSpPr txBox="1"/>
          <p:nvPr userDrawn="1"/>
        </p:nvSpPr>
        <p:spPr>
          <a:xfrm rot="21233516">
            <a:off x="3404815" y="3315780"/>
            <a:ext cx="802088" cy="1303380"/>
          </a:xfrm>
          <a:custGeom>
            <a:avLst/>
            <a:gdLst/>
            <a:ahLst/>
            <a:cxnLst/>
            <a:rect l="l" t="t" r="r" b="b"/>
            <a:pathLst>
              <a:path w="802088" h="1303380">
                <a:moveTo>
                  <a:pt x="702603" y="936458"/>
                </a:moveTo>
                <a:lnTo>
                  <a:pt x="696040" y="938409"/>
                </a:lnTo>
                <a:cubicBezTo>
                  <a:pt x="695955" y="944956"/>
                  <a:pt x="696331" y="948941"/>
                  <a:pt x="697168" y="950364"/>
                </a:cubicBezTo>
                <a:cubicBezTo>
                  <a:pt x="698006" y="951787"/>
                  <a:pt x="699817" y="952356"/>
                  <a:pt x="702604" y="952072"/>
                </a:cubicBezTo>
                <a:close/>
                <a:moveTo>
                  <a:pt x="737060" y="914989"/>
                </a:moveTo>
                <a:cubicBezTo>
                  <a:pt x="733813" y="915436"/>
                  <a:pt x="731489" y="916494"/>
                  <a:pt x="730087" y="918161"/>
                </a:cubicBezTo>
                <a:cubicBezTo>
                  <a:pt x="728686" y="919828"/>
                  <a:pt x="728002" y="925276"/>
                  <a:pt x="728036" y="934507"/>
                </a:cubicBezTo>
                <a:lnTo>
                  <a:pt x="718191" y="944265"/>
                </a:lnTo>
                <a:cubicBezTo>
                  <a:pt x="718054" y="937108"/>
                  <a:pt x="717508" y="934832"/>
                  <a:pt x="716551" y="937434"/>
                </a:cubicBezTo>
                <a:cubicBezTo>
                  <a:pt x="715593" y="940036"/>
                  <a:pt x="715046" y="943614"/>
                  <a:pt x="714910" y="948168"/>
                </a:cubicBezTo>
                <a:cubicBezTo>
                  <a:pt x="713235" y="950201"/>
                  <a:pt x="711867" y="952966"/>
                  <a:pt x="710807" y="956463"/>
                </a:cubicBezTo>
                <a:cubicBezTo>
                  <a:pt x="709748" y="959960"/>
                  <a:pt x="709201" y="963700"/>
                  <a:pt x="709167" y="967685"/>
                </a:cubicBezTo>
                <a:cubicBezTo>
                  <a:pt x="704894" y="967360"/>
                  <a:pt x="701134" y="968987"/>
                  <a:pt x="697886" y="972565"/>
                </a:cubicBezTo>
                <a:cubicBezTo>
                  <a:pt x="694639" y="976143"/>
                  <a:pt x="692930" y="983625"/>
                  <a:pt x="692759" y="995010"/>
                </a:cubicBezTo>
                <a:cubicBezTo>
                  <a:pt x="691238" y="998222"/>
                  <a:pt x="689152" y="1002532"/>
                  <a:pt x="686503" y="1007939"/>
                </a:cubicBezTo>
                <a:cubicBezTo>
                  <a:pt x="683854" y="1013347"/>
                  <a:pt x="682384" y="1018146"/>
                  <a:pt x="682094" y="1022333"/>
                </a:cubicBezTo>
                <a:cubicBezTo>
                  <a:pt x="682196" y="1025139"/>
                  <a:pt x="682811" y="1026847"/>
                  <a:pt x="683939" y="1027456"/>
                </a:cubicBezTo>
                <a:cubicBezTo>
                  <a:pt x="685067" y="1028066"/>
                  <a:pt x="686093" y="1028310"/>
                  <a:pt x="687016" y="1028188"/>
                </a:cubicBezTo>
                <a:cubicBezTo>
                  <a:pt x="690246" y="1026888"/>
                  <a:pt x="692195" y="1021683"/>
                  <a:pt x="692861" y="1012575"/>
                </a:cubicBezTo>
                <a:cubicBezTo>
                  <a:pt x="693528" y="1003467"/>
                  <a:pt x="695681" y="998262"/>
                  <a:pt x="699322" y="996961"/>
                </a:cubicBezTo>
                <a:cubicBezTo>
                  <a:pt x="699459" y="993383"/>
                  <a:pt x="700005" y="990781"/>
                  <a:pt x="700963" y="989154"/>
                </a:cubicBezTo>
                <a:cubicBezTo>
                  <a:pt x="701920" y="987527"/>
                  <a:pt x="702467" y="984925"/>
                  <a:pt x="702604" y="981347"/>
                </a:cubicBezTo>
                <a:cubicBezTo>
                  <a:pt x="702569" y="980169"/>
                  <a:pt x="702638" y="978623"/>
                  <a:pt x="702809" y="976712"/>
                </a:cubicBezTo>
                <a:cubicBezTo>
                  <a:pt x="702980" y="974801"/>
                  <a:pt x="703458" y="973744"/>
                  <a:pt x="704245" y="973540"/>
                </a:cubicBezTo>
                <a:cubicBezTo>
                  <a:pt x="705492" y="973622"/>
                  <a:pt x="706688" y="974435"/>
                  <a:pt x="707834" y="975980"/>
                </a:cubicBezTo>
                <a:cubicBezTo>
                  <a:pt x="708979" y="977526"/>
                  <a:pt x="709970" y="979314"/>
                  <a:pt x="710808" y="981347"/>
                </a:cubicBezTo>
                <a:cubicBezTo>
                  <a:pt x="712636" y="977566"/>
                  <a:pt x="715132" y="971955"/>
                  <a:pt x="718294" y="964514"/>
                </a:cubicBezTo>
                <a:cubicBezTo>
                  <a:pt x="721456" y="957073"/>
                  <a:pt x="724157" y="952926"/>
                  <a:pt x="726395" y="952072"/>
                </a:cubicBezTo>
                <a:cubicBezTo>
                  <a:pt x="728634" y="947843"/>
                  <a:pt x="730924" y="942151"/>
                  <a:pt x="733266" y="934994"/>
                </a:cubicBezTo>
                <a:cubicBezTo>
                  <a:pt x="735608" y="927838"/>
                  <a:pt x="736873" y="921169"/>
                  <a:pt x="737060" y="914989"/>
                </a:cubicBezTo>
                <a:close/>
                <a:moveTo>
                  <a:pt x="732139" y="868148"/>
                </a:moveTo>
                <a:cubicBezTo>
                  <a:pt x="731455" y="868473"/>
                  <a:pt x="731181" y="869774"/>
                  <a:pt x="731318" y="872052"/>
                </a:cubicBezTo>
                <a:lnTo>
                  <a:pt x="731318" y="887665"/>
                </a:lnTo>
                <a:cubicBezTo>
                  <a:pt x="731301" y="888763"/>
                  <a:pt x="731335" y="889983"/>
                  <a:pt x="731420" y="891325"/>
                </a:cubicBezTo>
                <a:cubicBezTo>
                  <a:pt x="731506" y="892667"/>
                  <a:pt x="731745" y="893398"/>
                  <a:pt x="732138" y="893520"/>
                </a:cubicBezTo>
                <a:cubicBezTo>
                  <a:pt x="732976" y="893317"/>
                  <a:pt x="733762" y="892260"/>
                  <a:pt x="734497" y="890349"/>
                </a:cubicBezTo>
                <a:cubicBezTo>
                  <a:pt x="735232" y="888438"/>
                  <a:pt x="735813" y="886893"/>
                  <a:pt x="736240" y="885714"/>
                </a:cubicBezTo>
                <a:cubicBezTo>
                  <a:pt x="737197" y="885389"/>
                  <a:pt x="737744" y="884087"/>
                  <a:pt x="737881" y="881810"/>
                </a:cubicBezTo>
                <a:cubicBezTo>
                  <a:pt x="737796" y="878679"/>
                  <a:pt x="737146" y="875670"/>
                  <a:pt x="735932" y="872783"/>
                </a:cubicBezTo>
                <a:cubicBezTo>
                  <a:pt x="734719" y="869897"/>
                  <a:pt x="733454" y="868352"/>
                  <a:pt x="732139" y="868148"/>
                </a:cubicBezTo>
                <a:close/>
                <a:moveTo>
                  <a:pt x="732138" y="825210"/>
                </a:moveTo>
                <a:lnTo>
                  <a:pt x="731318" y="825210"/>
                </a:lnTo>
                <a:cubicBezTo>
                  <a:pt x="731284" y="826389"/>
                  <a:pt x="731352" y="827935"/>
                  <a:pt x="731523" y="829846"/>
                </a:cubicBezTo>
                <a:cubicBezTo>
                  <a:pt x="731694" y="831757"/>
                  <a:pt x="732172" y="832814"/>
                  <a:pt x="732959" y="833017"/>
                </a:cubicBezTo>
                <a:cubicBezTo>
                  <a:pt x="733642" y="832692"/>
                  <a:pt x="733916" y="831391"/>
                  <a:pt x="733779" y="829114"/>
                </a:cubicBezTo>
                <a:cubicBezTo>
                  <a:pt x="733642" y="826837"/>
                  <a:pt x="733096" y="825536"/>
                  <a:pt x="732138" y="825210"/>
                </a:cubicBezTo>
                <a:close/>
                <a:moveTo>
                  <a:pt x="751828" y="819355"/>
                </a:moveTo>
                <a:lnTo>
                  <a:pt x="749367" y="819355"/>
                </a:lnTo>
                <a:cubicBezTo>
                  <a:pt x="749846" y="822811"/>
                  <a:pt x="749914" y="827122"/>
                  <a:pt x="749572" y="832285"/>
                </a:cubicBezTo>
                <a:cubicBezTo>
                  <a:pt x="749230" y="837449"/>
                  <a:pt x="748068" y="840295"/>
                  <a:pt x="746085" y="840824"/>
                </a:cubicBezTo>
                <a:lnTo>
                  <a:pt x="752649" y="844727"/>
                </a:lnTo>
                <a:cubicBezTo>
                  <a:pt x="753862" y="842654"/>
                  <a:pt x="754716" y="839971"/>
                  <a:pt x="755212" y="836677"/>
                </a:cubicBezTo>
                <a:cubicBezTo>
                  <a:pt x="755708" y="833383"/>
                  <a:pt x="755947" y="830212"/>
                  <a:pt x="755930" y="827162"/>
                </a:cubicBezTo>
                <a:cubicBezTo>
                  <a:pt x="755793" y="821633"/>
                  <a:pt x="754426" y="819030"/>
                  <a:pt x="751828" y="819355"/>
                </a:cubicBezTo>
                <a:close/>
                <a:moveTo>
                  <a:pt x="290591" y="496673"/>
                </a:moveTo>
                <a:cubicBezTo>
                  <a:pt x="289313" y="495852"/>
                  <a:pt x="288191" y="496757"/>
                  <a:pt x="287226" y="499387"/>
                </a:cubicBezTo>
                <a:cubicBezTo>
                  <a:pt x="286478" y="499991"/>
                  <a:pt x="286068" y="500630"/>
                  <a:pt x="285996" y="501306"/>
                </a:cubicBezTo>
                <a:cubicBezTo>
                  <a:pt x="283535" y="505142"/>
                  <a:pt x="282908" y="507809"/>
                  <a:pt x="284115" y="509304"/>
                </a:cubicBezTo>
                <a:cubicBezTo>
                  <a:pt x="284718" y="510052"/>
                  <a:pt x="285840" y="509147"/>
                  <a:pt x="287481" y="506590"/>
                </a:cubicBezTo>
                <a:cubicBezTo>
                  <a:pt x="288228" y="505986"/>
                  <a:pt x="288638" y="505347"/>
                  <a:pt x="288711" y="504671"/>
                </a:cubicBezTo>
                <a:cubicBezTo>
                  <a:pt x="291171" y="500835"/>
                  <a:pt x="291798" y="498168"/>
                  <a:pt x="290591" y="496673"/>
                </a:cubicBezTo>
                <a:close/>
                <a:moveTo>
                  <a:pt x="51424" y="413679"/>
                </a:moveTo>
                <a:cubicBezTo>
                  <a:pt x="54127" y="413969"/>
                  <a:pt x="54507" y="415205"/>
                  <a:pt x="52565" y="417389"/>
                </a:cubicBezTo>
                <a:cubicBezTo>
                  <a:pt x="50623" y="419573"/>
                  <a:pt x="48469" y="420538"/>
                  <a:pt x="46105" y="420285"/>
                </a:cubicBezTo>
                <a:cubicBezTo>
                  <a:pt x="43740" y="420032"/>
                  <a:pt x="43360" y="418795"/>
                  <a:pt x="44965" y="416575"/>
                </a:cubicBezTo>
                <a:cubicBezTo>
                  <a:pt x="46569" y="414356"/>
                  <a:pt x="48722" y="413390"/>
                  <a:pt x="51424" y="413679"/>
                </a:cubicBezTo>
                <a:close/>
                <a:moveTo>
                  <a:pt x="300202" y="368552"/>
                </a:moveTo>
                <a:cubicBezTo>
                  <a:pt x="296149" y="368118"/>
                  <a:pt x="293338" y="368842"/>
                  <a:pt x="291769" y="370724"/>
                </a:cubicBezTo>
                <a:cubicBezTo>
                  <a:pt x="290201" y="372607"/>
                  <a:pt x="290057" y="373958"/>
                  <a:pt x="291336" y="374778"/>
                </a:cubicBezTo>
                <a:cubicBezTo>
                  <a:pt x="293363" y="374995"/>
                  <a:pt x="296547" y="373969"/>
                  <a:pt x="300890" y="371700"/>
                </a:cubicBezTo>
                <a:cubicBezTo>
                  <a:pt x="303737" y="370638"/>
                  <a:pt x="305010" y="369920"/>
                  <a:pt x="304708" y="369547"/>
                </a:cubicBezTo>
                <a:cubicBezTo>
                  <a:pt x="304406" y="369173"/>
                  <a:pt x="302905" y="368841"/>
                  <a:pt x="300202" y="368552"/>
                </a:cubicBezTo>
                <a:close/>
                <a:moveTo>
                  <a:pt x="377022" y="244548"/>
                </a:moveTo>
                <a:cubicBezTo>
                  <a:pt x="372292" y="244042"/>
                  <a:pt x="367666" y="245768"/>
                  <a:pt x="363142" y="249725"/>
                </a:cubicBezTo>
                <a:cubicBezTo>
                  <a:pt x="358619" y="253683"/>
                  <a:pt x="351846" y="262696"/>
                  <a:pt x="342824" y="276763"/>
                </a:cubicBezTo>
                <a:cubicBezTo>
                  <a:pt x="333802" y="290831"/>
                  <a:pt x="328562" y="298300"/>
                  <a:pt x="327102" y="299168"/>
                </a:cubicBezTo>
                <a:cubicBezTo>
                  <a:pt x="325642" y="300037"/>
                  <a:pt x="322754" y="304682"/>
                  <a:pt x="318435" y="313103"/>
                </a:cubicBezTo>
                <a:cubicBezTo>
                  <a:pt x="314118" y="321525"/>
                  <a:pt x="308449" y="329801"/>
                  <a:pt x="301428" y="337933"/>
                </a:cubicBezTo>
                <a:cubicBezTo>
                  <a:pt x="292768" y="348623"/>
                  <a:pt x="291140" y="354257"/>
                  <a:pt x="296545" y="354836"/>
                </a:cubicBezTo>
                <a:cubicBezTo>
                  <a:pt x="300671" y="354594"/>
                  <a:pt x="307861" y="351263"/>
                  <a:pt x="318114" y="344844"/>
                </a:cubicBezTo>
                <a:cubicBezTo>
                  <a:pt x="339369" y="331402"/>
                  <a:pt x="354345" y="319167"/>
                  <a:pt x="363041" y="308139"/>
                </a:cubicBezTo>
                <a:cubicBezTo>
                  <a:pt x="371738" y="297112"/>
                  <a:pt x="377630" y="283563"/>
                  <a:pt x="380716" y="267493"/>
                </a:cubicBezTo>
                <a:cubicBezTo>
                  <a:pt x="382404" y="258107"/>
                  <a:pt x="383037" y="252196"/>
                  <a:pt x="382614" y="249759"/>
                </a:cubicBezTo>
                <a:cubicBezTo>
                  <a:pt x="382191" y="247322"/>
                  <a:pt x="380327" y="245585"/>
                  <a:pt x="377022" y="244548"/>
                </a:cubicBezTo>
                <a:close/>
                <a:moveTo>
                  <a:pt x="662001" y="241860"/>
                </a:moveTo>
                <a:cubicBezTo>
                  <a:pt x="663717" y="241787"/>
                  <a:pt x="665290" y="242255"/>
                  <a:pt x="666720" y="243262"/>
                </a:cubicBezTo>
                <a:cubicBezTo>
                  <a:pt x="669580" y="245276"/>
                  <a:pt x="674013" y="246947"/>
                  <a:pt x="680021" y="248273"/>
                </a:cubicBezTo>
                <a:cubicBezTo>
                  <a:pt x="689407" y="249960"/>
                  <a:pt x="698552" y="252306"/>
                  <a:pt x="707456" y="255309"/>
                </a:cubicBezTo>
                <a:cubicBezTo>
                  <a:pt x="716359" y="258311"/>
                  <a:pt x="720739" y="260488"/>
                  <a:pt x="720594" y="261840"/>
                </a:cubicBezTo>
                <a:cubicBezTo>
                  <a:pt x="720450" y="263191"/>
                  <a:pt x="723641" y="268486"/>
                  <a:pt x="730169" y="277726"/>
                </a:cubicBezTo>
                <a:cubicBezTo>
                  <a:pt x="736696" y="286967"/>
                  <a:pt x="738899" y="293523"/>
                  <a:pt x="736776" y="297396"/>
                </a:cubicBezTo>
                <a:cubicBezTo>
                  <a:pt x="734654" y="301269"/>
                  <a:pt x="733207" y="305214"/>
                  <a:pt x="732435" y="309231"/>
                </a:cubicBezTo>
                <a:cubicBezTo>
                  <a:pt x="731663" y="313249"/>
                  <a:pt x="727948" y="317634"/>
                  <a:pt x="721290" y="322388"/>
                </a:cubicBezTo>
                <a:cubicBezTo>
                  <a:pt x="714631" y="327143"/>
                  <a:pt x="709842" y="330388"/>
                  <a:pt x="706922" y="332126"/>
                </a:cubicBezTo>
                <a:cubicBezTo>
                  <a:pt x="704003" y="333864"/>
                  <a:pt x="700240" y="340294"/>
                  <a:pt x="695633" y="351418"/>
                </a:cubicBezTo>
                <a:cubicBezTo>
                  <a:pt x="691026" y="362542"/>
                  <a:pt x="687709" y="367995"/>
                  <a:pt x="685682" y="367778"/>
                </a:cubicBezTo>
                <a:cubicBezTo>
                  <a:pt x="683656" y="367561"/>
                  <a:pt x="682390" y="369817"/>
                  <a:pt x="681883" y="374546"/>
                </a:cubicBezTo>
                <a:cubicBezTo>
                  <a:pt x="681377" y="379276"/>
                  <a:pt x="679852" y="382358"/>
                  <a:pt x="677306" y="383794"/>
                </a:cubicBezTo>
                <a:cubicBezTo>
                  <a:pt x="674761" y="385230"/>
                  <a:pt x="673253" y="388144"/>
                  <a:pt x="672783" y="392535"/>
                </a:cubicBezTo>
                <a:cubicBezTo>
                  <a:pt x="672313" y="396926"/>
                  <a:pt x="670058" y="400443"/>
                  <a:pt x="666017" y="403086"/>
                </a:cubicBezTo>
                <a:cubicBezTo>
                  <a:pt x="661976" y="405728"/>
                  <a:pt x="659630" y="410090"/>
                  <a:pt x="658979" y="416170"/>
                </a:cubicBezTo>
                <a:cubicBezTo>
                  <a:pt x="658328" y="422250"/>
                  <a:pt x="656652" y="425146"/>
                  <a:pt x="653950" y="424857"/>
                </a:cubicBezTo>
                <a:cubicBezTo>
                  <a:pt x="651247" y="424567"/>
                  <a:pt x="650373" y="426353"/>
                  <a:pt x="651326" y="430213"/>
                </a:cubicBezTo>
                <a:cubicBezTo>
                  <a:pt x="652280" y="434074"/>
                  <a:pt x="649982" y="436390"/>
                  <a:pt x="644433" y="437163"/>
                </a:cubicBezTo>
                <a:cubicBezTo>
                  <a:pt x="640910" y="438153"/>
                  <a:pt x="639076" y="439324"/>
                  <a:pt x="638932" y="440675"/>
                </a:cubicBezTo>
                <a:cubicBezTo>
                  <a:pt x="640139" y="442170"/>
                  <a:pt x="638552" y="444222"/>
                  <a:pt x="634174" y="446828"/>
                </a:cubicBezTo>
                <a:cubicBezTo>
                  <a:pt x="629794" y="449434"/>
                  <a:pt x="626604" y="453705"/>
                  <a:pt x="624602" y="459641"/>
                </a:cubicBezTo>
                <a:lnTo>
                  <a:pt x="622613" y="468653"/>
                </a:lnTo>
                <a:lnTo>
                  <a:pt x="631588" y="461414"/>
                </a:lnTo>
                <a:cubicBezTo>
                  <a:pt x="638247" y="456660"/>
                  <a:pt x="647342" y="451483"/>
                  <a:pt x="658874" y="445884"/>
                </a:cubicBezTo>
                <a:cubicBezTo>
                  <a:pt x="670407" y="440285"/>
                  <a:pt x="677633" y="436616"/>
                  <a:pt x="680552" y="434878"/>
                </a:cubicBezTo>
                <a:cubicBezTo>
                  <a:pt x="685715" y="431331"/>
                  <a:pt x="695486" y="426227"/>
                  <a:pt x="709866" y="419566"/>
                </a:cubicBezTo>
                <a:cubicBezTo>
                  <a:pt x="724245" y="412904"/>
                  <a:pt x="733497" y="409453"/>
                  <a:pt x="737623" y="409211"/>
                </a:cubicBezTo>
                <a:cubicBezTo>
                  <a:pt x="743173" y="408438"/>
                  <a:pt x="753669" y="410928"/>
                  <a:pt x="769111" y="416680"/>
                </a:cubicBezTo>
                <a:cubicBezTo>
                  <a:pt x="784554" y="422433"/>
                  <a:pt x="793747" y="427517"/>
                  <a:pt x="796692" y="431932"/>
                </a:cubicBezTo>
                <a:cubicBezTo>
                  <a:pt x="801373" y="439266"/>
                  <a:pt x="803009" y="444737"/>
                  <a:pt x="801598" y="448344"/>
                </a:cubicBezTo>
                <a:cubicBezTo>
                  <a:pt x="800187" y="451952"/>
                  <a:pt x="795500" y="452646"/>
                  <a:pt x="787537" y="450427"/>
                </a:cubicBezTo>
                <a:cubicBezTo>
                  <a:pt x="784835" y="450138"/>
                  <a:pt x="781856" y="450844"/>
                  <a:pt x="778598" y="452545"/>
                </a:cubicBezTo>
                <a:cubicBezTo>
                  <a:pt x="775341" y="454247"/>
                  <a:pt x="768610" y="454893"/>
                  <a:pt x="758404" y="454484"/>
                </a:cubicBezTo>
                <a:cubicBezTo>
                  <a:pt x="744144" y="453642"/>
                  <a:pt x="729197" y="459217"/>
                  <a:pt x="713564" y="471211"/>
                </a:cubicBezTo>
                <a:lnTo>
                  <a:pt x="703576" y="478342"/>
                </a:lnTo>
                <a:lnTo>
                  <a:pt x="712988" y="495749"/>
                </a:lnTo>
                <a:cubicBezTo>
                  <a:pt x="719262" y="507354"/>
                  <a:pt x="723149" y="522120"/>
                  <a:pt x="724647" y="540047"/>
                </a:cubicBezTo>
                <a:cubicBezTo>
                  <a:pt x="726146" y="557974"/>
                  <a:pt x="727444" y="568192"/>
                  <a:pt x="728542" y="570701"/>
                </a:cubicBezTo>
                <a:cubicBezTo>
                  <a:pt x="729640" y="573210"/>
                  <a:pt x="729877" y="580581"/>
                  <a:pt x="729251" y="592814"/>
                </a:cubicBezTo>
                <a:lnTo>
                  <a:pt x="729421" y="595510"/>
                </a:lnTo>
                <a:lnTo>
                  <a:pt x="731318" y="587102"/>
                </a:lnTo>
                <a:lnTo>
                  <a:pt x="740342" y="579295"/>
                </a:lnTo>
                <a:cubicBezTo>
                  <a:pt x="740291" y="577140"/>
                  <a:pt x="740394" y="574619"/>
                  <a:pt x="740650" y="571732"/>
                </a:cubicBezTo>
                <a:cubicBezTo>
                  <a:pt x="740906" y="568845"/>
                  <a:pt x="741624" y="566812"/>
                  <a:pt x="742803" y="565633"/>
                </a:cubicBezTo>
                <a:cubicBezTo>
                  <a:pt x="742804" y="561811"/>
                  <a:pt x="743214" y="559208"/>
                  <a:pt x="744034" y="557826"/>
                </a:cubicBezTo>
                <a:cubicBezTo>
                  <a:pt x="744854" y="556443"/>
                  <a:pt x="746085" y="555793"/>
                  <a:pt x="747726" y="555874"/>
                </a:cubicBezTo>
                <a:lnTo>
                  <a:pt x="752648" y="555874"/>
                </a:lnTo>
                <a:cubicBezTo>
                  <a:pt x="752922" y="562705"/>
                  <a:pt x="754016" y="565633"/>
                  <a:pt x="755930" y="564657"/>
                </a:cubicBezTo>
                <a:cubicBezTo>
                  <a:pt x="757845" y="563681"/>
                  <a:pt x="758938" y="576367"/>
                  <a:pt x="759212" y="602715"/>
                </a:cubicBezTo>
                <a:lnTo>
                  <a:pt x="767416" y="608570"/>
                </a:lnTo>
                <a:cubicBezTo>
                  <a:pt x="768287" y="616418"/>
                  <a:pt x="769620" y="624143"/>
                  <a:pt x="771415" y="631747"/>
                </a:cubicBezTo>
                <a:cubicBezTo>
                  <a:pt x="773210" y="639351"/>
                  <a:pt x="775158" y="646588"/>
                  <a:pt x="777260" y="653460"/>
                </a:cubicBezTo>
                <a:cubicBezTo>
                  <a:pt x="780542" y="653257"/>
                  <a:pt x="783004" y="654639"/>
                  <a:pt x="784645" y="657607"/>
                </a:cubicBezTo>
                <a:cubicBezTo>
                  <a:pt x="786285" y="660575"/>
                  <a:pt x="787105" y="666349"/>
                  <a:pt x="787105" y="674929"/>
                </a:cubicBezTo>
                <a:cubicBezTo>
                  <a:pt x="787242" y="679198"/>
                  <a:pt x="787379" y="686761"/>
                  <a:pt x="787516" y="697617"/>
                </a:cubicBezTo>
                <a:cubicBezTo>
                  <a:pt x="787652" y="708474"/>
                  <a:pt x="786969" y="714573"/>
                  <a:pt x="785465" y="715915"/>
                </a:cubicBezTo>
                <a:lnTo>
                  <a:pt x="784644" y="715915"/>
                </a:lnTo>
                <a:cubicBezTo>
                  <a:pt x="784149" y="733399"/>
                  <a:pt x="782269" y="750639"/>
                  <a:pt x="779004" y="767635"/>
                </a:cubicBezTo>
                <a:cubicBezTo>
                  <a:pt x="775740" y="784631"/>
                  <a:pt x="774064" y="796016"/>
                  <a:pt x="773979" y="801790"/>
                </a:cubicBezTo>
                <a:cubicBezTo>
                  <a:pt x="772338" y="801790"/>
                  <a:pt x="771518" y="803742"/>
                  <a:pt x="771518" y="807645"/>
                </a:cubicBezTo>
                <a:cubicBezTo>
                  <a:pt x="771586" y="810613"/>
                  <a:pt x="771449" y="812971"/>
                  <a:pt x="771108" y="814720"/>
                </a:cubicBezTo>
                <a:cubicBezTo>
                  <a:pt x="770766" y="816468"/>
                  <a:pt x="769809" y="817363"/>
                  <a:pt x="768236" y="817404"/>
                </a:cubicBezTo>
                <a:cubicBezTo>
                  <a:pt x="768044" y="819078"/>
                  <a:pt x="766697" y="826789"/>
                  <a:pt x="764195" y="840535"/>
                </a:cubicBezTo>
                <a:cubicBezTo>
                  <a:pt x="761693" y="854281"/>
                  <a:pt x="759192" y="867919"/>
                  <a:pt x="756690" y="881449"/>
                </a:cubicBezTo>
                <a:cubicBezTo>
                  <a:pt x="754188" y="894978"/>
                  <a:pt x="752841" y="902255"/>
                  <a:pt x="752648" y="903279"/>
                </a:cubicBezTo>
                <a:cubicBezTo>
                  <a:pt x="752649" y="907182"/>
                  <a:pt x="751828" y="909134"/>
                  <a:pt x="750187" y="909134"/>
                </a:cubicBezTo>
                <a:cubicBezTo>
                  <a:pt x="748085" y="909459"/>
                  <a:pt x="746341" y="912225"/>
                  <a:pt x="744957" y="917429"/>
                </a:cubicBezTo>
                <a:cubicBezTo>
                  <a:pt x="743573" y="922633"/>
                  <a:pt x="742855" y="928326"/>
                  <a:pt x="742804" y="934506"/>
                </a:cubicBezTo>
                <a:cubicBezTo>
                  <a:pt x="738565" y="942639"/>
                  <a:pt x="734736" y="951747"/>
                  <a:pt x="731318" y="961830"/>
                </a:cubicBezTo>
                <a:cubicBezTo>
                  <a:pt x="730053" y="965774"/>
                  <a:pt x="726019" y="975451"/>
                  <a:pt x="719217" y="990862"/>
                </a:cubicBezTo>
                <a:cubicBezTo>
                  <a:pt x="712414" y="1006273"/>
                  <a:pt x="707971" y="1015462"/>
                  <a:pt x="705885" y="1018430"/>
                </a:cubicBezTo>
                <a:cubicBezTo>
                  <a:pt x="705783" y="1023268"/>
                  <a:pt x="704962" y="1026765"/>
                  <a:pt x="703424" y="1028921"/>
                </a:cubicBezTo>
                <a:cubicBezTo>
                  <a:pt x="701886" y="1031076"/>
                  <a:pt x="700245" y="1032133"/>
                  <a:pt x="698501" y="1032092"/>
                </a:cubicBezTo>
                <a:lnTo>
                  <a:pt x="692759" y="1030141"/>
                </a:lnTo>
                <a:cubicBezTo>
                  <a:pt x="690793" y="1037744"/>
                  <a:pt x="688776" y="1044006"/>
                  <a:pt x="686708" y="1048925"/>
                </a:cubicBezTo>
                <a:cubicBezTo>
                  <a:pt x="684640" y="1053845"/>
                  <a:pt x="682008" y="1058643"/>
                  <a:pt x="678812" y="1063319"/>
                </a:cubicBezTo>
                <a:cubicBezTo>
                  <a:pt x="676880" y="1063645"/>
                  <a:pt x="675205" y="1064946"/>
                  <a:pt x="673787" y="1067222"/>
                </a:cubicBezTo>
                <a:cubicBezTo>
                  <a:pt x="672368" y="1069500"/>
                  <a:pt x="670488" y="1070801"/>
                  <a:pt x="668147" y="1071126"/>
                </a:cubicBezTo>
                <a:lnTo>
                  <a:pt x="661583" y="1063320"/>
                </a:lnTo>
                <a:lnTo>
                  <a:pt x="664865" y="1053561"/>
                </a:lnTo>
                <a:cubicBezTo>
                  <a:pt x="664831" y="1052463"/>
                  <a:pt x="664899" y="1051243"/>
                  <a:pt x="665070" y="1049901"/>
                </a:cubicBezTo>
                <a:cubicBezTo>
                  <a:pt x="665241" y="1048560"/>
                  <a:pt x="665719" y="1047827"/>
                  <a:pt x="666506" y="1047705"/>
                </a:cubicBezTo>
                <a:cubicBezTo>
                  <a:pt x="667360" y="1047868"/>
                  <a:pt x="668317" y="1049007"/>
                  <a:pt x="669377" y="1051121"/>
                </a:cubicBezTo>
                <a:cubicBezTo>
                  <a:pt x="670437" y="1053236"/>
                  <a:pt x="671394" y="1055350"/>
                  <a:pt x="672249" y="1057464"/>
                </a:cubicBezTo>
                <a:cubicBezTo>
                  <a:pt x="670949" y="1050267"/>
                  <a:pt x="670676" y="1043680"/>
                  <a:pt x="671428" y="1037703"/>
                </a:cubicBezTo>
                <a:cubicBezTo>
                  <a:pt x="672180" y="1031726"/>
                  <a:pt x="674368" y="1028554"/>
                  <a:pt x="677991" y="1028189"/>
                </a:cubicBezTo>
                <a:cubicBezTo>
                  <a:pt x="678025" y="1027009"/>
                  <a:pt x="677957" y="1025464"/>
                  <a:pt x="677786" y="1023553"/>
                </a:cubicBezTo>
                <a:cubicBezTo>
                  <a:pt x="677616" y="1021643"/>
                  <a:pt x="677137" y="1020585"/>
                  <a:pt x="676351" y="1020382"/>
                </a:cubicBezTo>
                <a:cubicBezTo>
                  <a:pt x="673718" y="1021805"/>
                  <a:pt x="669958" y="1028229"/>
                  <a:pt x="665070" y="1039655"/>
                </a:cubicBezTo>
                <a:cubicBezTo>
                  <a:pt x="660182" y="1051081"/>
                  <a:pt x="652730" y="1058969"/>
                  <a:pt x="642714" y="1063319"/>
                </a:cubicBezTo>
                <a:lnTo>
                  <a:pt x="638612" y="1071126"/>
                </a:lnTo>
                <a:cubicBezTo>
                  <a:pt x="638509" y="1074013"/>
                  <a:pt x="637894" y="1076046"/>
                  <a:pt x="636766" y="1077225"/>
                </a:cubicBezTo>
                <a:cubicBezTo>
                  <a:pt x="635638" y="1078405"/>
                  <a:pt x="634612" y="1078974"/>
                  <a:pt x="633689" y="1078933"/>
                </a:cubicBezTo>
                <a:lnTo>
                  <a:pt x="630407" y="1086740"/>
                </a:lnTo>
                <a:cubicBezTo>
                  <a:pt x="626306" y="1086170"/>
                  <a:pt x="623229" y="1086821"/>
                  <a:pt x="621178" y="1088692"/>
                </a:cubicBezTo>
                <a:cubicBezTo>
                  <a:pt x="619127" y="1090562"/>
                  <a:pt x="618102" y="1097068"/>
                  <a:pt x="618102" y="1108208"/>
                </a:cubicBezTo>
                <a:lnTo>
                  <a:pt x="628767" y="1102354"/>
                </a:lnTo>
                <a:lnTo>
                  <a:pt x="636151" y="1086740"/>
                </a:lnTo>
                <a:cubicBezTo>
                  <a:pt x="638492" y="1087065"/>
                  <a:pt x="640373" y="1088366"/>
                  <a:pt x="641791" y="1090643"/>
                </a:cubicBezTo>
                <a:cubicBezTo>
                  <a:pt x="643210" y="1092920"/>
                  <a:pt x="644885" y="1094221"/>
                  <a:pt x="646816" y="1094547"/>
                </a:cubicBezTo>
                <a:cubicBezTo>
                  <a:pt x="646884" y="1094587"/>
                  <a:pt x="647158" y="1094506"/>
                  <a:pt x="647636" y="1094303"/>
                </a:cubicBezTo>
                <a:cubicBezTo>
                  <a:pt x="648115" y="1094099"/>
                  <a:pt x="648388" y="1093530"/>
                  <a:pt x="648456" y="1092595"/>
                </a:cubicBezTo>
                <a:cubicBezTo>
                  <a:pt x="648269" y="1092351"/>
                  <a:pt x="647414" y="1091375"/>
                  <a:pt x="645893" y="1089667"/>
                </a:cubicBezTo>
                <a:cubicBezTo>
                  <a:pt x="644371" y="1087960"/>
                  <a:pt x="643312" y="1086984"/>
                  <a:pt x="642714" y="1086740"/>
                </a:cubicBezTo>
                <a:cubicBezTo>
                  <a:pt x="643210" y="1080641"/>
                  <a:pt x="645705" y="1075274"/>
                  <a:pt x="650200" y="1070638"/>
                </a:cubicBezTo>
                <a:cubicBezTo>
                  <a:pt x="654695" y="1066003"/>
                  <a:pt x="658216" y="1063563"/>
                  <a:pt x="660763" y="1063319"/>
                </a:cubicBezTo>
                <a:cubicBezTo>
                  <a:pt x="661788" y="1064499"/>
                  <a:pt x="663224" y="1066532"/>
                  <a:pt x="665070" y="1069418"/>
                </a:cubicBezTo>
                <a:cubicBezTo>
                  <a:pt x="666916" y="1072305"/>
                  <a:pt x="667941" y="1074826"/>
                  <a:pt x="668147" y="1076981"/>
                </a:cubicBezTo>
                <a:cubicBezTo>
                  <a:pt x="668078" y="1077916"/>
                  <a:pt x="667805" y="1078486"/>
                  <a:pt x="667326" y="1078689"/>
                </a:cubicBezTo>
                <a:cubicBezTo>
                  <a:pt x="666847" y="1078892"/>
                  <a:pt x="666574" y="1078974"/>
                  <a:pt x="666506" y="1078933"/>
                </a:cubicBezTo>
                <a:cubicBezTo>
                  <a:pt x="667240" y="1087756"/>
                  <a:pt x="666181" y="1092554"/>
                  <a:pt x="663326" y="1093327"/>
                </a:cubicBezTo>
                <a:cubicBezTo>
                  <a:pt x="660472" y="1094099"/>
                  <a:pt x="658797" y="1096457"/>
                  <a:pt x="658302" y="1100402"/>
                </a:cubicBezTo>
                <a:cubicBezTo>
                  <a:pt x="658353" y="1102435"/>
                  <a:pt x="658250" y="1104224"/>
                  <a:pt x="657994" y="1105769"/>
                </a:cubicBezTo>
                <a:cubicBezTo>
                  <a:pt x="657737" y="1107314"/>
                  <a:pt x="657020" y="1108128"/>
                  <a:pt x="655841" y="1108209"/>
                </a:cubicBezTo>
                <a:cubicBezTo>
                  <a:pt x="652029" y="1116097"/>
                  <a:pt x="647551" y="1122765"/>
                  <a:pt x="642406" y="1128214"/>
                </a:cubicBezTo>
                <a:cubicBezTo>
                  <a:pt x="637262" y="1133663"/>
                  <a:pt x="632168" y="1137403"/>
                  <a:pt x="627126" y="1139436"/>
                </a:cubicBezTo>
                <a:lnTo>
                  <a:pt x="622203" y="1155050"/>
                </a:lnTo>
                <a:cubicBezTo>
                  <a:pt x="621246" y="1154928"/>
                  <a:pt x="620084" y="1155172"/>
                  <a:pt x="618717" y="1155782"/>
                </a:cubicBezTo>
                <a:cubicBezTo>
                  <a:pt x="617350" y="1156392"/>
                  <a:pt x="616598" y="1158100"/>
                  <a:pt x="616461" y="1160905"/>
                </a:cubicBezTo>
                <a:cubicBezTo>
                  <a:pt x="615162" y="1160864"/>
                  <a:pt x="613863" y="1161434"/>
                  <a:pt x="612564" y="1162613"/>
                </a:cubicBezTo>
                <a:cubicBezTo>
                  <a:pt x="611265" y="1163792"/>
                  <a:pt x="610376" y="1165825"/>
                  <a:pt x="609897" y="1168711"/>
                </a:cubicBezTo>
                <a:lnTo>
                  <a:pt x="589387" y="1168712"/>
                </a:lnTo>
                <a:cubicBezTo>
                  <a:pt x="589268" y="1172575"/>
                  <a:pt x="588482" y="1175096"/>
                  <a:pt x="587029" y="1176274"/>
                </a:cubicBezTo>
                <a:cubicBezTo>
                  <a:pt x="585576" y="1177454"/>
                  <a:pt x="584174" y="1177536"/>
                  <a:pt x="582824" y="1176519"/>
                </a:cubicBezTo>
                <a:cubicBezTo>
                  <a:pt x="582687" y="1182048"/>
                  <a:pt x="581320" y="1184651"/>
                  <a:pt x="578722" y="1184325"/>
                </a:cubicBezTo>
                <a:lnTo>
                  <a:pt x="577081" y="1184325"/>
                </a:lnTo>
                <a:lnTo>
                  <a:pt x="582824" y="1197987"/>
                </a:lnTo>
                <a:lnTo>
                  <a:pt x="582004" y="1213601"/>
                </a:lnTo>
                <a:cubicBezTo>
                  <a:pt x="580089" y="1213073"/>
                  <a:pt x="577765" y="1212666"/>
                  <a:pt x="575030" y="1212381"/>
                </a:cubicBezTo>
                <a:cubicBezTo>
                  <a:pt x="572296" y="1212096"/>
                  <a:pt x="570791" y="1215106"/>
                  <a:pt x="570518" y="1221408"/>
                </a:cubicBezTo>
                <a:lnTo>
                  <a:pt x="562314" y="1221408"/>
                </a:lnTo>
                <a:cubicBezTo>
                  <a:pt x="561870" y="1219903"/>
                  <a:pt x="561323" y="1217057"/>
                  <a:pt x="560673" y="1212869"/>
                </a:cubicBezTo>
                <a:cubicBezTo>
                  <a:pt x="560024" y="1208681"/>
                  <a:pt x="559477" y="1206323"/>
                  <a:pt x="559032" y="1205794"/>
                </a:cubicBezTo>
                <a:cubicBezTo>
                  <a:pt x="558639" y="1205957"/>
                  <a:pt x="558400" y="1206608"/>
                  <a:pt x="558315" y="1207746"/>
                </a:cubicBezTo>
                <a:cubicBezTo>
                  <a:pt x="558229" y="1208884"/>
                  <a:pt x="558195" y="1209535"/>
                  <a:pt x="558212" y="1209698"/>
                </a:cubicBezTo>
                <a:cubicBezTo>
                  <a:pt x="556127" y="1210673"/>
                  <a:pt x="553118" y="1212625"/>
                  <a:pt x="549188" y="1215553"/>
                </a:cubicBezTo>
                <a:cubicBezTo>
                  <a:pt x="545256" y="1218480"/>
                  <a:pt x="543069" y="1222384"/>
                  <a:pt x="542624" y="1227263"/>
                </a:cubicBezTo>
                <a:lnTo>
                  <a:pt x="545906" y="1233118"/>
                </a:lnTo>
                <a:cubicBezTo>
                  <a:pt x="545684" y="1234053"/>
                  <a:pt x="544693" y="1234623"/>
                  <a:pt x="542932" y="1234826"/>
                </a:cubicBezTo>
                <a:cubicBezTo>
                  <a:pt x="541171" y="1235029"/>
                  <a:pt x="539975" y="1235110"/>
                  <a:pt x="539343" y="1235070"/>
                </a:cubicBezTo>
                <a:lnTo>
                  <a:pt x="529497" y="1237022"/>
                </a:lnTo>
                <a:cubicBezTo>
                  <a:pt x="529566" y="1240153"/>
                  <a:pt x="529429" y="1243162"/>
                  <a:pt x="529088" y="1246048"/>
                </a:cubicBezTo>
                <a:cubicBezTo>
                  <a:pt x="528746" y="1248936"/>
                  <a:pt x="527788" y="1250480"/>
                  <a:pt x="526216" y="1250683"/>
                </a:cubicBezTo>
                <a:cubicBezTo>
                  <a:pt x="524763" y="1249748"/>
                  <a:pt x="522951" y="1247716"/>
                  <a:pt x="520781" y="1244584"/>
                </a:cubicBezTo>
                <a:cubicBezTo>
                  <a:pt x="518610" y="1241454"/>
                  <a:pt x="517414" y="1242836"/>
                  <a:pt x="517192" y="1248732"/>
                </a:cubicBezTo>
                <a:cubicBezTo>
                  <a:pt x="505843" y="1254262"/>
                  <a:pt x="494904" y="1262719"/>
                  <a:pt x="484375" y="1274104"/>
                </a:cubicBezTo>
                <a:cubicBezTo>
                  <a:pt x="477350" y="1274673"/>
                  <a:pt x="470070" y="1276951"/>
                  <a:pt x="462532" y="1280935"/>
                </a:cubicBezTo>
                <a:cubicBezTo>
                  <a:pt x="454994" y="1284920"/>
                  <a:pt x="447508" y="1287197"/>
                  <a:pt x="440073" y="1287766"/>
                </a:cubicBezTo>
                <a:cubicBezTo>
                  <a:pt x="439150" y="1287766"/>
                  <a:pt x="438125" y="1288254"/>
                  <a:pt x="436997" y="1289230"/>
                </a:cubicBezTo>
                <a:cubicBezTo>
                  <a:pt x="435869" y="1290205"/>
                  <a:pt x="435253" y="1291670"/>
                  <a:pt x="435151" y="1293621"/>
                </a:cubicBezTo>
                <a:lnTo>
                  <a:pt x="435151" y="1295573"/>
                </a:lnTo>
                <a:cubicBezTo>
                  <a:pt x="429647" y="1295899"/>
                  <a:pt x="424041" y="1297200"/>
                  <a:pt x="418332" y="1299477"/>
                </a:cubicBezTo>
                <a:cubicBezTo>
                  <a:pt x="412624" y="1301753"/>
                  <a:pt x="407838" y="1303054"/>
                  <a:pt x="403976" y="1303380"/>
                </a:cubicBezTo>
                <a:cubicBezTo>
                  <a:pt x="403240" y="1303380"/>
                  <a:pt x="401634" y="1302892"/>
                  <a:pt x="399156" y="1301916"/>
                </a:cubicBezTo>
                <a:cubicBezTo>
                  <a:pt x="396677" y="1300940"/>
                  <a:pt x="395276" y="1299477"/>
                  <a:pt x="394951" y="1297525"/>
                </a:cubicBezTo>
                <a:cubicBezTo>
                  <a:pt x="395139" y="1296590"/>
                  <a:pt x="395993" y="1296020"/>
                  <a:pt x="397515" y="1295817"/>
                </a:cubicBezTo>
                <a:cubicBezTo>
                  <a:pt x="399036" y="1295613"/>
                  <a:pt x="400096" y="1295532"/>
                  <a:pt x="400694" y="1295573"/>
                </a:cubicBezTo>
                <a:cubicBezTo>
                  <a:pt x="401975" y="1293886"/>
                  <a:pt x="405976" y="1290103"/>
                  <a:pt x="412696" y="1284224"/>
                </a:cubicBezTo>
                <a:cubicBezTo>
                  <a:pt x="419416" y="1278345"/>
                  <a:pt x="426091" y="1272682"/>
                  <a:pt x="432720" y="1267237"/>
                </a:cubicBezTo>
                <a:cubicBezTo>
                  <a:pt x="439349" y="1261791"/>
                  <a:pt x="443168" y="1258876"/>
                  <a:pt x="444175" y="1258491"/>
                </a:cubicBezTo>
                <a:lnTo>
                  <a:pt x="449098" y="1250684"/>
                </a:lnTo>
                <a:lnTo>
                  <a:pt x="460583" y="1248732"/>
                </a:lnTo>
                <a:lnTo>
                  <a:pt x="466326" y="1235070"/>
                </a:lnTo>
                <a:cubicBezTo>
                  <a:pt x="468719" y="1234501"/>
                  <a:pt x="470907" y="1232224"/>
                  <a:pt x="472890" y="1228239"/>
                </a:cubicBezTo>
                <a:cubicBezTo>
                  <a:pt x="474872" y="1224255"/>
                  <a:pt x="477060" y="1221977"/>
                  <a:pt x="479453" y="1221408"/>
                </a:cubicBezTo>
                <a:cubicBezTo>
                  <a:pt x="479590" y="1227182"/>
                  <a:pt x="480137" y="1227833"/>
                  <a:pt x="481094" y="1223360"/>
                </a:cubicBezTo>
                <a:cubicBezTo>
                  <a:pt x="482051" y="1218887"/>
                  <a:pt x="482597" y="1215634"/>
                  <a:pt x="482735" y="1213601"/>
                </a:cubicBezTo>
                <a:cubicBezTo>
                  <a:pt x="484034" y="1213642"/>
                  <a:pt x="485333" y="1213073"/>
                  <a:pt x="486631" y="1211894"/>
                </a:cubicBezTo>
                <a:cubicBezTo>
                  <a:pt x="487930" y="1210714"/>
                  <a:pt x="488819" y="1208681"/>
                  <a:pt x="489298" y="1205794"/>
                </a:cubicBezTo>
                <a:lnTo>
                  <a:pt x="498322" y="1213601"/>
                </a:lnTo>
                <a:lnTo>
                  <a:pt x="504065" y="1205795"/>
                </a:lnTo>
                <a:cubicBezTo>
                  <a:pt x="504612" y="1199044"/>
                  <a:pt x="506800" y="1195467"/>
                  <a:pt x="510628" y="1195060"/>
                </a:cubicBezTo>
                <a:cubicBezTo>
                  <a:pt x="514457" y="1194653"/>
                  <a:pt x="516644" y="1191075"/>
                  <a:pt x="517192" y="1184325"/>
                </a:cubicBezTo>
                <a:cubicBezTo>
                  <a:pt x="515209" y="1184000"/>
                  <a:pt x="513431" y="1182699"/>
                  <a:pt x="511859" y="1180422"/>
                </a:cubicBezTo>
                <a:cubicBezTo>
                  <a:pt x="510287" y="1178145"/>
                  <a:pt x="508509" y="1176844"/>
                  <a:pt x="506526" y="1176519"/>
                </a:cubicBezTo>
                <a:cubicBezTo>
                  <a:pt x="502868" y="1182536"/>
                  <a:pt x="497877" y="1187578"/>
                  <a:pt x="491554" y="1191644"/>
                </a:cubicBezTo>
                <a:cubicBezTo>
                  <a:pt x="485230" y="1195711"/>
                  <a:pt x="479829" y="1197824"/>
                  <a:pt x="475351" y="1197987"/>
                </a:cubicBezTo>
                <a:cubicBezTo>
                  <a:pt x="474821" y="1198068"/>
                  <a:pt x="474035" y="1197906"/>
                  <a:pt x="472992" y="1197500"/>
                </a:cubicBezTo>
                <a:cubicBezTo>
                  <a:pt x="471949" y="1197093"/>
                  <a:pt x="471368" y="1195955"/>
                  <a:pt x="471249" y="1194084"/>
                </a:cubicBezTo>
                <a:cubicBezTo>
                  <a:pt x="471454" y="1191197"/>
                  <a:pt x="472274" y="1187700"/>
                  <a:pt x="473710" y="1183594"/>
                </a:cubicBezTo>
                <a:cubicBezTo>
                  <a:pt x="475145" y="1179487"/>
                  <a:pt x="475966" y="1174526"/>
                  <a:pt x="476171" y="1168712"/>
                </a:cubicBezTo>
                <a:lnTo>
                  <a:pt x="479453" y="1160905"/>
                </a:lnTo>
                <a:lnTo>
                  <a:pt x="494220" y="1160905"/>
                </a:lnTo>
                <a:cubicBezTo>
                  <a:pt x="495092" y="1156961"/>
                  <a:pt x="496220" y="1153139"/>
                  <a:pt x="497604" y="1149439"/>
                </a:cubicBezTo>
                <a:cubicBezTo>
                  <a:pt x="498989" y="1145738"/>
                  <a:pt x="500322" y="1142404"/>
                  <a:pt x="501604" y="1139436"/>
                </a:cubicBezTo>
                <a:lnTo>
                  <a:pt x="508988" y="1131629"/>
                </a:lnTo>
                <a:cubicBezTo>
                  <a:pt x="510765" y="1132036"/>
                  <a:pt x="512542" y="1132199"/>
                  <a:pt x="514320" y="1132117"/>
                </a:cubicBezTo>
                <a:cubicBezTo>
                  <a:pt x="516098" y="1132036"/>
                  <a:pt x="517055" y="1129271"/>
                  <a:pt x="517192" y="1123822"/>
                </a:cubicBezTo>
                <a:cubicBezTo>
                  <a:pt x="519704" y="1119024"/>
                  <a:pt x="522473" y="1114958"/>
                  <a:pt x="525498" y="1111624"/>
                </a:cubicBezTo>
                <a:cubicBezTo>
                  <a:pt x="528524" y="1108290"/>
                  <a:pt x="531497" y="1105200"/>
                  <a:pt x="534420" y="1102353"/>
                </a:cubicBezTo>
                <a:cubicBezTo>
                  <a:pt x="535993" y="1102029"/>
                  <a:pt x="537360" y="1100727"/>
                  <a:pt x="538522" y="1098450"/>
                </a:cubicBezTo>
                <a:cubicBezTo>
                  <a:pt x="539684" y="1096173"/>
                  <a:pt x="541052" y="1094872"/>
                  <a:pt x="542624" y="1094546"/>
                </a:cubicBezTo>
                <a:lnTo>
                  <a:pt x="545085" y="1078933"/>
                </a:lnTo>
                <a:lnTo>
                  <a:pt x="534420" y="1094546"/>
                </a:lnTo>
                <a:cubicBezTo>
                  <a:pt x="532438" y="1094872"/>
                  <a:pt x="530660" y="1096173"/>
                  <a:pt x="529088" y="1098450"/>
                </a:cubicBezTo>
                <a:cubicBezTo>
                  <a:pt x="527515" y="1100727"/>
                  <a:pt x="525737" y="1102028"/>
                  <a:pt x="523755" y="1102353"/>
                </a:cubicBezTo>
                <a:cubicBezTo>
                  <a:pt x="523498" y="1106989"/>
                  <a:pt x="522165" y="1109429"/>
                  <a:pt x="519755" y="1109673"/>
                </a:cubicBezTo>
                <a:cubicBezTo>
                  <a:pt x="517346" y="1109916"/>
                  <a:pt x="515397" y="1109429"/>
                  <a:pt x="513910" y="1108209"/>
                </a:cubicBezTo>
                <a:cubicBezTo>
                  <a:pt x="513858" y="1111095"/>
                  <a:pt x="513346" y="1113129"/>
                  <a:pt x="512372" y="1114308"/>
                </a:cubicBezTo>
                <a:cubicBezTo>
                  <a:pt x="511398" y="1115487"/>
                  <a:pt x="510270" y="1116056"/>
                  <a:pt x="508988" y="1116016"/>
                </a:cubicBezTo>
                <a:lnTo>
                  <a:pt x="507347" y="1116016"/>
                </a:lnTo>
                <a:lnTo>
                  <a:pt x="512269" y="1102353"/>
                </a:lnTo>
                <a:cubicBezTo>
                  <a:pt x="513192" y="1102353"/>
                  <a:pt x="514217" y="1101866"/>
                  <a:pt x="515346" y="1100890"/>
                </a:cubicBezTo>
                <a:cubicBezTo>
                  <a:pt x="516473" y="1099914"/>
                  <a:pt x="517089" y="1098450"/>
                  <a:pt x="517191" y="1096499"/>
                </a:cubicBezTo>
                <a:lnTo>
                  <a:pt x="517192" y="1094547"/>
                </a:lnTo>
                <a:cubicBezTo>
                  <a:pt x="518474" y="1094587"/>
                  <a:pt x="519807" y="1094018"/>
                  <a:pt x="521191" y="1092839"/>
                </a:cubicBezTo>
                <a:cubicBezTo>
                  <a:pt x="522575" y="1091660"/>
                  <a:pt x="523704" y="1089627"/>
                  <a:pt x="524575" y="1086740"/>
                </a:cubicBezTo>
                <a:cubicBezTo>
                  <a:pt x="525019" y="1083853"/>
                  <a:pt x="525771" y="1081820"/>
                  <a:pt x="526831" y="1080641"/>
                </a:cubicBezTo>
                <a:cubicBezTo>
                  <a:pt x="527891" y="1079462"/>
                  <a:pt x="529053" y="1078892"/>
                  <a:pt x="530318" y="1078933"/>
                </a:cubicBezTo>
                <a:lnTo>
                  <a:pt x="536061" y="1053561"/>
                </a:lnTo>
                <a:lnTo>
                  <a:pt x="543444" y="1038338"/>
                </a:lnTo>
                <a:lnTo>
                  <a:pt x="543209" y="1038252"/>
                </a:lnTo>
                <a:lnTo>
                  <a:pt x="548432" y="1024540"/>
                </a:lnTo>
                <a:lnTo>
                  <a:pt x="548572" y="1016722"/>
                </a:lnTo>
                <a:cubicBezTo>
                  <a:pt x="548846" y="1013998"/>
                  <a:pt x="550144" y="1012615"/>
                  <a:pt x="552469" y="1012575"/>
                </a:cubicBezTo>
                <a:lnTo>
                  <a:pt x="558212" y="991106"/>
                </a:lnTo>
                <a:cubicBezTo>
                  <a:pt x="558588" y="983787"/>
                  <a:pt x="560092" y="977932"/>
                  <a:pt x="562724" y="973541"/>
                </a:cubicBezTo>
                <a:cubicBezTo>
                  <a:pt x="565356" y="969149"/>
                  <a:pt x="566860" y="963294"/>
                  <a:pt x="567236" y="955975"/>
                </a:cubicBezTo>
                <a:cubicBezTo>
                  <a:pt x="567100" y="951218"/>
                  <a:pt x="567168" y="948046"/>
                  <a:pt x="567441" y="946461"/>
                </a:cubicBezTo>
                <a:cubicBezTo>
                  <a:pt x="567715" y="944875"/>
                  <a:pt x="569014" y="944143"/>
                  <a:pt x="571339" y="944265"/>
                </a:cubicBezTo>
                <a:lnTo>
                  <a:pt x="577902" y="928651"/>
                </a:lnTo>
                <a:cubicBezTo>
                  <a:pt x="578398" y="925846"/>
                  <a:pt x="579252" y="924138"/>
                  <a:pt x="580465" y="923528"/>
                </a:cubicBezTo>
                <a:cubicBezTo>
                  <a:pt x="581679" y="922918"/>
                  <a:pt x="582739" y="922674"/>
                  <a:pt x="583644" y="922796"/>
                </a:cubicBezTo>
                <a:lnTo>
                  <a:pt x="590208" y="907182"/>
                </a:lnTo>
                <a:lnTo>
                  <a:pt x="590787" y="907182"/>
                </a:lnTo>
                <a:lnTo>
                  <a:pt x="600227" y="874205"/>
                </a:lnTo>
                <a:cubicBezTo>
                  <a:pt x="610910" y="835032"/>
                  <a:pt x="617989" y="808798"/>
                  <a:pt x="621461" y="795503"/>
                </a:cubicBezTo>
                <a:cubicBezTo>
                  <a:pt x="633158" y="756438"/>
                  <a:pt x="641960" y="715697"/>
                  <a:pt x="647865" y="673279"/>
                </a:cubicBezTo>
                <a:cubicBezTo>
                  <a:pt x="651169" y="655183"/>
                  <a:pt x="654652" y="635397"/>
                  <a:pt x="658317" y="613923"/>
                </a:cubicBezTo>
                <a:cubicBezTo>
                  <a:pt x="670927" y="540790"/>
                  <a:pt x="676169" y="501376"/>
                  <a:pt x="674045" y="495682"/>
                </a:cubicBezTo>
                <a:cubicBezTo>
                  <a:pt x="672307" y="492763"/>
                  <a:pt x="668128" y="493511"/>
                  <a:pt x="661505" y="497927"/>
                </a:cubicBezTo>
                <a:cubicBezTo>
                  <a:pt x="654883" y="502344"/>
                  <a:pt x="652343" y="505318"/>
                  <a:pt x="653888" y="506850"/>
                </a:cubicBezTo>
                <a:cubicBezTo>
                  <a:pt x="655432" y="508382"/>
                  <a:pt x="652948" y="510849"/>
                  <a:pt x="646433" y="514252"/>
                </a:cubicBezTo>
                <a:cubicBezTo>
                  <a:pt x="642090" y="516520"/>
                  <a:pt x="630251" y="524991"/>
                  <a:pt x="610914" y="539663"/>
                </a:cubicBezTo>
                <a:cubicBezTo>
                  <a:pt x="591578" y="554336"/>
                  <a:pt x="579967" y="563856"/>
                  <a:pt x="576083" y="568223"/>
                </a:cubicBezTo>
                <a:cubicBezTo>
                  <a:pt x="573767" y="570709"/>
                  <a:pt x="568111" y="582062"/>
                  <a:pt x="559114" y="602282"/>
                </a:cubicBezTo>
                <a:cubicBezTo>
                  <a:pt x="550116" y="622502"/>
                  <a:pt x="543544" y="639224"/>
                  <a:pt x="539395" y="652447"/>
                </a:cubicBezTo>
                <a:cubicBezTo>
                  <a:pt x="535391" y="664318"/>
                  <a:pt x="531858" y="671798"/>
                  <a:pt x="528794" y="674887"/>
                </a:cubicBezTo>
                <a:cubicBezTo>
                  <a:pt x="525055" y="677904"/>
                  <a:pt x="520181" y="678749"/>
                  <a:pt x="514173" y="677422"/>
                </a:cubicBezTo>
                <a:cubicBezTo>
                  <a:pt x="508165" y="676096"/>
                  <a:pt x="502712" y="672779"/>
                  <a:pt x="497813" y="667472"/>
                </a:cubicBezTo>
                <a:cubicBezTo>
                  <a:pt x="492914" y="662164"/>
                  <a:pt x="488287" y="654323"/>
                  <a:pt x="483930" y="643949"/>
                </a:cubicBezTo>
                <a:cubicBezTo>
                  <a:pt x="479574" y="633574"/>
                  <a:pt x="477630" y="626191"/>
                  <a:pt x="478100" y="621800"/>
                </a:cubicBezTo>
                <a:cubicBezTo>
                  <a:pt x="478570" y="617409"/>
                  <a:pt x="477937" y="613753"/>
                  <a:pt x="476199" y="610834"/>
                </a:cubicBezTo>
                <a:cubicBezTo>
                  <a:pt x="473110" y="607770"/>
                  <a:pt x="471336" y="600405"/>
                  <a:pt x="470876" y="588739"/>
                </a:cubicBezTo>
                <a:cubicBezTo>
                  <a:pt x="470416" y="577074"/>
                  <a:pt x="471048" y="566379"/>
                  <a:pt x="472772" y="556655"/>
                </a:cubicBezTo>
                <a:cubicBezTo>
                  <a:pt x="474496" y="546931"/>
                  <a:pt x="476709" y="542214"/>
                  <a:pt x="479411" y="542503"/>
                </a:cubicBezTo>
                <a:cubicBezTo>
                  <a:pt x="484140" y="543009"/>
                  <a:pt x="511857" y="494726"/>
                  <a:pt x="562562" y="397652"/>
                </a:cubicBezTo>
                <a:cubicBezTo>
                  <a:pt x="565094" y="393140"/>
                  <a:pt x="570534" y="383814"/>
                  <a:pt x="578880" y="369674"/>
                </a:cubicBezTo>
                <a:cubicBezTo>
                  <a:pt x="598999" y="334927"/>
                  <a:pt x="606126" y="316215"/>
                  <a:pt x="600263" y="313537"/>
                </a:cubicBezTo>
                <a:cubicBezTo>
                  <a:pt x="596885" y="313176"/>
                  <a:pt x="594321" y="314781"/>
                  <a:pt x="592572" y="318352"/>
                </a:cubicBezTo>
                <a:cubicBezTo>
                  <a:pt x="590823" y="321923"/>
                  <a:pt x="587584" y="323456"/>
                  <a:pt x="582855" y="322949"/>
                </a:cubicBezTo>
                <a:cubicBezTo>
                  <a:pt x="579478" y="322588"/>
                  <a:pt x="573072" y="324977"/>
                  <a:pt x="563639" y="330118"/>
                </a:cubicBezTo>
                <a:cubicBezTo>
                  <a:pt x="554205" y="335258"/>
                  <a:pt x="546460" y="340580"/>
                  <a:pt x="540405" y="346082"/>
                </a:cubicBezTo>
                <a:cubicBezTo>
                  <a:pt x="536594" y="349774"/>
                  <a:pt x="534519" y="351602"/>
                  <a:pt x="534181" y="351565"/>
                </a:cubicBezTo>
                <a:cubicBezTo>
                  <a:pt x="533843" y="351529"/>
                  <a:pt x="534530" y="349895"/>
                  <a:pt x="536243" y="346661"/>
                </a:cubicBezTo>
                <a:cubicBezTo>
                  <a:pt x="538849" y="341473"/>
                  <a:pt x="540217" y="336666"/>
                  <a:pt x="540349" y="332238"/>
                </a:cubicBezTo>
                <a:cubicBezTo>
                  <a:pt x="540481" y="327811"/>
                  <a:pt x="541730" y="325724"/>
                  <a:pt x="544094" y="325977"/>
                </a:cubicBezTo>
                <a:cubicBezTo>
                  <a:pt x="546459" y="326230"/>
                  <a:pt x="548534" y="324401"/>
                  <a:pt x="550319" y="320493"/>
                </a:cubicBezTo>
                <a:cubicBezTo>
                  <a:pt x="552923" y="315305"/>
                  <a:pt x="567688" y="301852"/>
                  <a:pt x="594612" y="280133"/>
                </a:cubicBezTo>
                <a:cubicBezTo>
                  <a:pt x="613454" y="263699"/>
                  <a:pt x="623001" y="254300"/>
                  <a:pt x="623254" y="251936"/>
                </a:cubicBezTo>
                <a:cubicBezTo>
                  <a:pt x="623507" y="249571"/>
                  <a:pt x="625878" y="246579"/>
                  <a:pt x="630365" y="242959"/>
                </a:cubicBezTo>
                <a:cubicBezTo>
                  <a:pt x="634852" y="239339"/>
                  <a:pt x="639316" y="239133"/>
                  <a:pt x="643756" y="242342"/>
                </a:cubicBezTo>
                <a:cubicBezTo>
                  <a:pt x="648196" y="245550"/>
                  <a:pt x="652418" y="246002"/>
                  <a:pt x="656423" y="243697"/>
                </a:cubicBezTo>
                <a:cubicBezTo>
                  <a:pt x="658426" y="242545"/>
                  <a:pt x="660285" y="241933"/>
                  <a:pt x="662001" y="241860"/>
                </a:cubicBezTo>
                <a:close/>
                <a:moveTo>
                  <a:pt x="310052" y="132832"/>
                </a:moveTo>
                <a:cubicBezTo>
                  <a:pt x="302548" y="132713"/>
                  <a:pt x="296661" y="133449"/>
                  <a:pt x="292391" y="135042"/>
                </a:cubicBezTo>
                <a:cubicBezTo>
                  <a:pt x="282643" y="136732"/>
                  <a:pt x="272606" y="141125"/>
                  <a:pt x="262280" y="148220"/>
                </a:cubicBezTo>
                <a:lnTo>
                  <a:pt x="246792" y="158862"/>
                </a:lnTo>
                <a:lnTo>
                  <a:pt x="261304" y="157340"/>
                </a:lnTo>
                <a:cubicBezTo>
                  <a:pt x="271583" y="157074"/>
                  <a:pt x="279925" y="155746"/>
                  <a:pt x="286330" y="153356"/>
                </a:cubicBezTo>
                <a:cubicBezTo>
                  <a:pt x="292736" y="150966"/>
                  <a:pt x="302761" y="148281"/>
                  <a:pt x="316405" y="145300"/>
                </a:cubicBezTo>
                <a:cubicBezTo>
                  <a:pt x="330049" y="142318"/>
                  <a:pt x="336943" y="140152"/>
                  <a:pt x="337088" y="138800"/>
                </a:cubicBezTo>
                <a:cubicBezTo>
                  <a:pt x="337233" y="137449"/>
                  <a:pt x="334639" y="136147"/>
                  <a:pt x="329306" y="134893"/>
                </a:cubicBezTo>
                <a:cubicBezTo>
                  <a:pt x="323974" y="133639"/>
                  <a:pt x="317556" y="132952"/>
                  <a:pt x="310052" y="132832"/>
                </a:cubicBezTo>
                <a:close/>
                <a:moveTo>
                  <a:pt x="355582" y="99"/>
                </a:moveTo>
                <a:cubicBezTo>
                  <a:pt x="361952" y="-757"/>
                  <a:pt x="369462" y="3890"/>
                  <a:pt x="378114" y="14041"/>
                </a:cubicBezTo>
                <a:cubicBezTo>
                  <a:pt x="384074" y="22196"/>
                  <a:pt x="389516" y="27220"/>
                  <a:pt x="394438" y="29113"/>
                </a:cubicBezTo>
                <a:cubicBezTo>
                  <a:pt x="399361" y="31006"/>
                  <a:pt x="401713" y="32967"/>
                  <a:pt x="401497" y="34993"/>
                </a:cubicBezTo>
                <a:cubicBezTo>
                  <a:pt x="401280" y="37020"/>
                  <a:pt x="404555" y="39933"/>
                  <a:pt x="411323" y="43733"/>
                </a:cubicBezTo>
                <a:cubicBezTo>
                  <a:pt x="418092" y="47532"/>
                  <a:pt x="424650" y="54896"/>
                  <a:pt x="430997" y="65825"/>
                </a:cubicBezTo>
                <a:cubicBezTo>
                  <a:pt x="440602" y="84620"/>
                  <a:pt x="445255" y="98613"/>
                  <a:pt x="444954" y="107806"/>
                </a:cubicBezTo>
                <a:cubicBezTo>
                  <a:pt x="444654" y="116999"/>
                  <a:pt x="438846" y="123382"/>
                  <a:pt x="427530" y="126954"/>
                </a:cubicBezTo>
                <a:cubicBezTo>
                  <a:pt x="407674" y="133712"/>
                  <a:pt x="404550" y="140553"/>
                  <a:pt x="418159" y="147476"/>
                </a:cubicBezTo>
                <a:cubicBezTo>
                  <a:pt x="424698" y="150226"/>
                  <a:pt x="430423" y="155792"/>
                  <a:pt x="435335" y="164176"/>
                </a:cubicBezTo>
                <a:cubicBezTo>
                  <a:pt x="440245" y="172560"/>
                  <a:pt x="441133" y="178634"/>
                  <a:pt x="437997" y="182398"/>
                </a:cubicBezTo>
                <a:cubicBezTo>
                  <a:pt x="432328" y="190675"/>
                  <a:pt x="421074" y="200063"/>
                  <a:pt x="404234" y="210560"/>
                </a:cubicBezTo>
                <a:cubicBezTo>
                  <a:pt x="385825" y="222940"/>
                  <a:pt x="380035" y="229154"/>
                  <a:pt x="386864" y="229201"/>
                </a:cubicBezTo>
                <a:cubicBezTo>
                  <a:pt x="388215" y="229346"/>
                  <a:pt x="389940" y="229189"/>
                  <a:pt x="392039" y="228730"/>
                </a:cubicBezTo>
                <a:cubicBezTo>
                  <a:pt x="396913" y="227885"/>
                  <a:pt x="399205" y="228814"/>
                  <a:pt x="398916" y="231516"/>
                </a:cubicBezTo>
                <a:cubicBezTo>
                  <a:pt x="398627" y="234219"/>
                  <a:pt x="401522" y="235895"/>
                  <a:pt x="407603" y="236546"/>
                </a:cubicBezTo>
                <a:cubicBezTo>
                  <a:pt x="416385" y="237486"/>
                  <a:pt x="427051" y="249560"/>
                  <a:pt x="439601" y="272770"/>
                </a:cubicBezTo>
                <a:cubicBezTo>
                  <a:pt x="444741" y="282203"/>
                  <a:pt x="447084" y="295437"/>
                  <a:pt x="446627" y="312472"/>
                </a:cubicBezTo>
                <a:cubicBezTo>
                  <a:pt x="446146" y="323353"/>
                  <a:pt x="446250" y="330368"/>
                  <a:pt x="446938" y="333517"/>
                </a:cubicBezTo>
                <a:cubicBezTo>
                  <a:pt x="447626" y="336666"/>
                  <a:pt x="449321" y="338384"/>
                  <a:pt x="452024" y="338674"/>
                </a:cubicBezTo>
                <a:cubicBezTo>
                  <a:pt x="456753" y="339180"/>
                  <a:pt x="459497" y="340669"/>
                  <a:pt x="460258" y="343142"/>
                </a:cubicBezTo>
                <a:cubicBezTo>
                  <a:pt x="461018" y="345615"/>
                  <a:pt x="466809" y="348968"/>
                  <a:pt x="477631" y="353201"/>
                </a:cubicBezTo>
                <a:cubicBezTo>
                  <a:pt x="488453" y="357434"/>
                  <a:pt x="495288" y="363803"/>
                  <a:pt x="498137" y="372308"/>
                </a:cubicBezTo>
                <a:cubicBezTo>
                  <a:pt x="500985" y="380813"/>
                  <a:pt x="501625" y="386006"/>
                  <a:pt x="500057" y="387888"/>
                </a:cubicBezTo>
                <a:cubicBezTo>
                  <a:pt x="496993" y="390977"/>
                  <a:pt x="490051" y="395188"/>
                  <a:pt x="479230" y="400522"/>
                </a:cubicBezTo>
                <a:cubicBezTo>
                  <a:pt x="468409" y="405856"/>
                  <a:pt x="461310" y="408342"/>
                  <a:pt x="457932" y="407981"/>
                </a:cubicBezTo>
                <a:cubicBezTo>
                  <a:pt x="449149" y="407041"/>
                  <a:pt x="430824" y="412255"/>
                  <a:pt x="402958" y="423623"/>
                </a:cubicBezTo>
                <a:cubicBezTo>
                  <a:pt x="394417" y="426809"/>
                  <a:pt x="384417" y="430863"/>
                  <a:pt x="372956" y="435787"/>
                </a:cubicBezTo>
                <a:cubicBezTo>
                  <a:pt x="362992" y="439504"/>
                  <a:pt x="357135" y="443148"/>
                  <a:pt x="355387" y="446719"/>
                </a:cubicBezTo>
                <a:cubicBezTo>
                  <a:pt x="353638" y="450290"/>
                  <a:pt x="354140" y="458373"/>
                  <a:pt x="356892" y="470968"/>
                </a:cubicBezTo>
                <a:cubicBezTo>
                  <a:pt x="356675" y="472994"/>
                  <a:pt x="363817" y="476492"/>
                  <a:pt x="378319" y="481461"/>
                </a:cubicBezTo>
                <a:cubicBezTo>
                  <a:pt x="392821" y="486429"/>
                  <a:pt x="404125" y="489347"/>
                  <a:pt x="412232" y="490215"/>
                </a:cubicBezTo>
                <a:cubicBezTo>
                  <a:pt x="416358" y="489973"/>
                  <a:pt x="421419" y="493760"/>
                  <a:pt x="427416" y="501577"/>
                </a:cubicBezTo>
                <a:cubicBezTo>
                  <a:pt x="433413" y="509394"/>
                  <a:pt x="436194" y="515329"/>
                  <a:pt x="435761" y="519382"/>
                </a:cubicBezTo>
                <a:cubicBezTo>
                  <a:pt x="435038" y="526138"/>
                  <a:pt x="426142" y="534240"/>
                  <a:pt x="409072" y="543689"/>
                </a:cubicBezTo>
                <a:cubicBezTo>
                  <a:pt x="392003" y="553137"/>
                  <a:pt x="378739" y="557355"/>
                  <a:pt x="369281" y="556343"/>
                </a:cubicBezTo>
                <a:cubicBezTo>
                  <a:pt x="361777" y="556223"/>
                  <a:pt x="356234" y="558534"/>
                  <a:pt x="352651" y="563276"/>
                </a:cubicBezTo>
                <a:cubicBezTo>
                  <a:pt x="349069" y="568017"/>
                  <a:pt x="346591" y="576806"/>
                  <a:pt x="345217" y="589643"/>
                </a:cubicBezTo>
                <a:lnTo>
                  <a:pt x="341493" y="614869"/>
                </a:lnTo>
                <a:lnTo>
                  <a:pt x="355138" y="621454"/>
                </a:lnTo>
                <a:cubicBezTo>
                  <a:pt x="364235" y="625844"/>
                  <a:pt x="370955" y="626905"/>
                  <a:pt x="375297" y="624636"/>
                </a:cubicBezTo>
                <a:cubicBezTo>
                  <a:pt x="378289" y="622223"/>
                  <a:pt x="385556" y="614972"/>
                  <a:pt x="397100" y="602882"/>
                </a:cubicBezTo>
                <a:cubicBezTo>
                  <a:pt x="408644" y="590792"/>
                  <a:pt x="414488" y="584072"/>
                  <a:pt x="414633" y="582721"/>
                </a:cubicBezTo>
                <a:cubicBezTo>
                  <a:pt x="414777" y="581370"/>
                  <a:pt x="419126" y="575856"/>
                  <a:pt x="427678" y="566180"/>
                </a:cubicBezTo>
                <a:cubicBezTo>
                  <a:pt x="436230" y="556503"/>
                  <a:pt x="440687" y="549976"/>
                  <a:pt x="441048" y="546598"/>
                </a:cubicBezTo>
                <a:cubicBezTo>
                  <a:pt x="441410" y="543220"/>
                  <a:pt x="443569" y="539009"/>
                  <a:pt x="447525" y="533966"/>
                </a:cubicBezTo>
                <a:cubicBezTo>
                  <a:pt x="451481" y="528923"/>
                  <a:pt x="457102" y="517908"/>
                  <a:pt x="464386" y="500921"/>
                </a:cubicBezTo>
                <a:cubicBezTo>
                  <a:pt x="471670" y="483934"/>
                  <a:pt x="479980" y="465348"/>
                  <a:pt x="489315" y="445164"/>
                </a:cubicBezTo>
                <a:cubicBezTo>
                  <a:pt x="498650" y="424980"/>
                  <a:pt x="507237" y="405399"/>
                  <a:pt x="515076" y="386421"/>
                </a:cubicBezTo>
                <a:cubicBezTo>
                  <a:pt x="522915" y="367443"/>
                  <a:pt x="527269" y="358684"/>
                  <a:pt x="528138" y="360144"/>
                </a:cubicBezTo>
                <a:cubicBezTo>
                  <a:pt x="529007" y="361603"/>
                  <a:pt x="527584" y="366918"/>
                  <a:pt x="523870" y="376087"/>
                </a:cubicBezTo>
                <a:cubicBezTo>
                  <a:pt x="520155" y="385256"/>
                  <a:pt x="515367" y="398069"/>
                  <a:pt x="509506" y="414525"/>
                </a:cubicBezTo>
                <a:cubicBezTo>
                  <a:pt x="492527" y="464641"/>
                  <a:pt x="480117" y="499187"/>
                  <a:pt x="472278" y="518165"/>
                </a:cubicBezTo>
                <a:cubicBezTo>
                  <a:pt x="464439" y="537143"/>
                  <a:pt x="454742" y="555922"/>
                  <a:pt x="443187" y="574502"/>
                </a:cubicBezTo>
                <a:cubicBezTo>
                  <a:pt x="432525" y="591127"/>
                  <a:pt x="426398" y="602088"/>
                  <a:pt x="424806" y="607384"/>
                </a:cubicBezTo>
                <a:cubicBezTo>
                  <a:pt x="423214" y="612681"/>
                  <a:pt x="419475" y="620481"/>
                  <a:pt x="413589" y="630784"/>
                </a:cubicBezTo>
                <a:cubicBezTo>
                  <a:pt x="402107" y="648689"/>
                  <a:pt x="396282" y="664807"/>
                  <a:pt x="396115" y="679139"/>
                </a:cubicBezTo>
                <a:cubicBezTo>
                  <a:pt x="395536" y="684543"/>
                  <a:pt x="394668" y="687867"/>
                  <a:pt x="393511" y="689110"/>
                </a:cubicBezTo>
                <a:cubicBezTo>
                  <a:pt x="392352" y="690353"/>
                  <a:pt x="388359" y="690950"/>
                  <a:pt x="381531" y="690903"/>
                </a:cubicBezTo>
                <a:cubicBezTo>
                  <a:pt x="372000" y="690567"/>
                  <a:pt x="364351" y="687015"/>
                  <a:pt x="358584" y="680247"/>
                </a:cubicBezTo>
                <a:cubicBezTo>
                  <a:pt x="352817" y="673480"/>
                  <a:pt x="350077" y="668746"/>
                  <a:pt x="350367" y="666043"/>
                </a:cubicBezTo>
                <a:cubicBezTo>
                  <a:pt x="350728" y="662665"/>
                  <a:pt x="349732" y="657605"/>
                  <a:pt x="347378" y="650861"/>
                </a:cubicBezTo>
                <a:cubicBezTo>
                  <a:pt x="345025" y="644118"/>
                  <a:pt x="342908" y="639962"/>
                  <a:pt x="341025" y="638394"/>
                </a:cubicBezTo>
                <a:cubicBezTo>
                  <a:pt x="339747" y="637574"/>
                  <a:pt x="338528" y="637785"/>
                  <a:pt x="337370" y="639028"/>
                </a:cubicBezTo>
                <a:cubicBezTo>
                  <a:pt x="336212" y="640270"/>
                  <a:pt x="335525" y="641905"/>
                  <a:pt x="335308" y="643932"/>
                </a:cubicBezTo>
                <a:cubicBezTo>
                  <a:pt x="334657" y="650012"/>
                  <a:pt x="333500" y="656038"/>
                  <a:pt x="331836" y="662010"/>
                </a:cubicBezTo>
                <a:cubicBezTo>
                  <a:pt x="330172" y="667982"/>
                  <a:pt x="326188" y="694035"/>
                  <a:pt x="319884" y="740168"/>
                </a:cubicBezTo>
                <a:cubicBezTo>
                  <a:pt x="313581" y="786302"/>
                  <a:pt x="308559" y="810877"/>
                  <a:pt x="304820" y="813893"/>
                </a:cubicBezTo>
                <a:cubicBezTo>
                  <a:pt x="301756" y="816982"/>
                  <a:pt x="295603" y="817007"/>
                  <a:pt x="286362" y="813968"/>
                </a:cubicBezTo>
                <a:cubicBezTo>
                  <a:pt x="277121" y="810929"/>
                  <a:pt x="267795" y="805489"/>
                  <a:pt x="258383" y="797649"/>
                </a:cubicBezTo>
                <a:cubicBezTo>
                  <a:pt x="247694" y="788989"/>
                  <a:pt x="241758" y="782203"/>
                  <a:pt x="240575" y="777293"/>
                </a:cubicBezTo>
                <a:cubicBezTo>
                  <a:pt x="239391" y="772384"/>
                  <a:pt x="235567" y="768216"/>
                  <a:pt x="229100" y="764791"/>
                </a:cubicBezTo>
                <a:cubicBezTo>
                  <a:pt x="222633" y="761365"/>
                  <a:pt x="218187" y="756619"/>
                  <a:pt x="215761" y="750551"/>
                </a:cubicBezTo>
                <a:cubicBezTo>
                  <a:pt x="213336" y="744483"/>
                  <a:pt x="207587" y="737547"/>
                  <a:pt x="198513" y="729743"/>
                </a:cubicBezTo>
                <a:cubicBezTo>
                  <a:pt x="189440" y="721939"/>
                  <a:pt x="185030" y="716854"/>
                  <a:pt x="185283" y="714490"/>
                </a:cubicBezTo>
                <a:cubicBezTo>
                  <a:pt x="185536" y="712125"/>
                  <a:pt x="183974" y="710762"/>
                  <a:pt x="180596" y="710400"/>
                </a:cubicBezTo>
                <a:cubicBezTo>
                  <a:pt x="177218" y="710039"/>
                  <a:pt x="173093" y="715064"/>
                  <a:pt x="168220" y="725476"/>
                </a:cubicBezTo>
                <a:cubicBezTo>
                  <a:pt x="163348" y="735888"/>
                  <a:pt x="160924" y="744170"/>
                  <a:pt x="160948" y="750323"/>
                </a:cubicBezTo>
                <a:cubicBezTo>
                  <a:pt x="161577" y="757223"/>
                  <a:pt x="158333" y="762001"/>
                  <a:pt x="151215" y="764656"/>
                </a:cubicBezTo>
                <a:cubicBezTo>
                  <a:pt x="145521" y="766780"/>
                  <a:pt x="141829" y="767752"/>
                  <a:pt x="140141" y="767571"/>
                </a:cubicBezTo>
                <a:cubicBezTo>
                  <a:pt x="138452" y="767390"/>
                  <a:pt x="135761" y="765394"/>
                  <a:pt x="132069" y="761582"/>
                </a:cubicBezTo>
                <a:cubicBezTo>
                  <a:pt x="127774" y="757022"/>
                  <a:pt x="122331" y="747215"/>
                  <a:pt x="115742" y="732160"/>
                </a:cubicBezTo>
                <a:cubicBezTo>
                  <a:pt x="109153" y="717105"/>
                  <a:pt x="106642" y="699070"/>
                  <a:pt x="108208" y="678054"/>
                </a:cubicBezTo>
                <a:cubicBezTo>
                  <a:pt x="109050" y="663794"/>
                  <a:pt x="110026" y="654674"/>
                  <a:pt x="111136" y="650693"/>
                </a:cubicBezTo>
                <a:cubicBezTo>
                  <a:pt x="112245" y="646711"/>
                  <a:pt x="114223" y="644190"/>
                  <a:pt x="117070" y="643128"/>
                </a:cubicBezTo>
                <a:cubicBezTo>
                  <a:pt x="123512" y="640401"/>
                  <a:pt x="128350" y="639893"/>
                  <a:pt x="131583" y="641606"/>
                </a:cubicBezTo>
                <a:cubicBezTo>
                  <a:pt x="134816" y="643319"/>
                  <a:pt x="137724" y="648071"/>
                  <a:pt x="140307" y="655864"/>
                </a:cubicBezTo>
                <a:cubicBezTo>
                  <a:pt x="143879" y="667180"/>
                  <a:pt x="148181" y="678061"/>
                  <a:pt x="153214" y="688508"/>
                </a:cubicBezTo>
                <a:cubicBezTo>
                  <a:pt x="158246" y="698955"/>
                  <a:pt x="161775" y="704286"/>
                  <a:pt x="163802" y="704503"/>
                </a:cubicBezTo>
                <a:cubicBezTo>
                  <a:pt x="171234" y="705299"/>
                  <a:pt x="172753" y="700678"/>
                  <a:pt x="168360" y="690641"/>
                </a:cubicBezTo>
                <a:cubicBezTo>
                  <a:pt x="167371" y="687119"/>
                  <a:pt x="165669" y="683862"/>
                  <a:pt x="163256" y="680870"/>
                </a:cubicBezTo>
                <a:cubicBezTo>
                  <a:pt x="159033" y="675635"/>
                  <a:pt x="157633" y="672752"/>
                  <a:pt x="159057" y="672221"/>
                </a:cubicBezTo>
                <a:cubicBezTo>
                  <a:pt x="160480" y="671690"/>
                  <a:pt x="164848" y="675574"/>
                  <a:pt x="172160" y="683873"/>
                </a:cubicBezTo>
                <a:cubicBezTo>
                  <a:pt x="177058" y="689180"/>
                  <a:pt x="183030" y="690844"/>
                  <a:pt x="190075" y="688865"/>
                </a:cubicBezTo>
                <a:cubicBezTo>
                  <a:pt x="198544" y="686354"/>
                  <a:pt x="202706" y="685775"/>
                  <a:pt x="202561" y="687126"/>
                </a:cubicBezTo>
                <a:cubicBezTo>
                  <a:pt x="202489" y="687802"/>
                  <a:pt x="201705" y="688743"/>
                  <a:pt x="200209" y="689950"/>
                </a:cubicBezTo>
                <a:cubicBezTo>
                  <a:pt x="188991" y="698999"/>
                  <a:pt x="192515" y="707576"/>
                  <a:pt x="210780" y="715680"/>
                </a:cubicBezTo>
                <a:cubicBezTo>
                  <a:pt x="215968" y="718286"/>
                  <a:pt x="222242" y="720324"/>
                  <a:pt x="229601" y="721795"/>
                </a:cubicBezTo>
                <a:cubicBezTo>
                  <a:pt x="241617" y="724447"/>
                  <a:pt x="249718" y="723777"/>
                  <a:pt x="253904" y="719783"/>
                </a:cubicBezTo>
                <a:cubicBezTo>
                  <a:pt x="258090" y="715789"/>
                  <a:pt x="260978" y="706361"/>
                  <a:pt x="262568" y="691498"/>
                </a:cubicBezTo>
                <a:cubicBezTo>
                  <a:pt x="264303" y="675283"/>
                  <a:pt x="267594" y="654111"/>
                  <a:pt x="272440" y="627979"/>
                </a:cubicBezTo>
                <a:lnTo>
                  <a:pt x="278697" y="588674"/>
                </a:lnTo>
                <a:lnTo>
                  <a:pt x="268779" y="585563"/>
                </a:lnTo>
                <a:cubicBezTo>
                  <a:pt x="262240" y="582813"/>
                  <a:pt x="255207" y="583085"/>
                  <a:pt x="247680" y="586380"/>
                </a:cubicBezTo>
                <a:cubicBezTo>
                  <a:pt x="240152" y="589674"/>
                  <a:pt x="230308" y="590671"/>
                  <a:pt x="218147" y="589370"/>
                </a:cubicBezTo>
                <a:cubicBezTo>
                  <a:pt x="202609" y="587707"/>
                  <a:pt x="192438" y="582177"/>
                  <a:pt x="187635" y="572779"/>
                </a:cubicBezTo>
                <a:cubicBezTo>
                  <a:pt x="182832" y="563382"/>
                  <a:pt x="182939" y="548019"/>
                  <a:pt x="187955" y="526689"/>
                </a:cubicBezTo>
                <a:cubicBezTo>
                  <a:pt x="190463" y="516024"/>
                  <a:pt x="195240" y="509702"/>
                  <a:pt x="202285" y="507723"/>
                </a:cubicBezTo>
                <a:cubicBezTo>
                  <a:pt x="222817" y="501037"/>
                  <a:pt x="248873" y="487425"/>
                  <a:pt x="280454" y="466888"/>
                </a:cubicBezTo>
                <a:cubicBezTo>
                  <a:pt x="289284" y="461000"/>
                  <a:pt x="294724" y="456457"/>
                  <a:pt x="296775" y="453260"/>
                </a:cubicBezTo>
                <a:cubicBezTo>
                  <a:pt x="298825" y="450062"/>
                  <a:pt x="300212" y="445086"/>
                  <a:pt x="300935" y="438330"/>
                </a:cubicBezTo>
                <a:cubicBezTo>
                  <a:pt x="302019" y="428196"/>
                  <a:pt x="306940" y="420523"/>
                  <a:pt x="315698" y="415310"/>
                </a:cubicBezTo>
                <a:cubicBezTo>
                  <a:pt x="319365" y="412969"/>
                  <a:pt x="323280" y="411509"/>
                  <a:pt x="327442" y="410929"/>
                </a:cubicBezTo>
                <a:cubicBezTo>
                  <a:pt x="331604" y="410349"/>
                  <a:pt x="334982" y="410711"/>
                  <a:pt x="337576" y="412014"/>
                </a:cubicBezTo>
                <a:cubicBezTo>
                  <a:pt x="340170" y="413316"/>
                  <a:pt x="341322" y="415318"/>
                  <a:pt x="341033" y="418021"/>
                </a:cubicBezTo>
                <a:cubicBezTo>
                  <a:pt x="340744" y="420723"/>
                  <a:pt x="342324" y="421917"/>
                  <a:pt x="345774" y="421603"/>
                </a:cubicBezTo>
                <a:cubicBezTo>
                  <a:pt x="348549" y="421217"/>
                  <a:pt x="354876" y="417965"/>
                  <a:pt x="364756" y="411847"/>
                </a:cubicBezTo>
                <a:cubicBezTo>
                  <a:pt x="374636" y="405729"/>
                  <a:pt x="383653" y="399690"/>
                  <a:pt x="391807" y="393729"/>
                </a:cubicBezTo>
                <a:cubicBezTo>
                  <a:pt x="399962" y="387769"/>
                  <a:pt x="403399" y="384378"/>
                  <a:pt x="402120" y="383558"/>
                </a:cubicBezTo>
                <a:cubicBezTo>
                  <a:pt x="398887" y="381846"/>
                  <a:pt x="376865" y="386493"/>
                  <a:pt x="336054" y="397501"/>
                </a:cubicBezTo>
                <a:cubicBezTo>
                  <a:pt x="295243" y="408508"/>
                  <a:pt x="270157" y="416245"/>
                  <a:pt x="260796" y="420710"/>
                </a:cubicBezTo>
                <a:cubicBezTo>
                  <a:pt x="254957" y="424185"/>
                  <a:pt x="244806" y="428053"/>
                  <a:pt x="230341" y="432313"/>
                </a:cubicBezTo>
                <a:cubicBezTo>
                  <a:pt x="215878" y="436573"/>
                  <a:pt x="206046" y="440646"/>
                  <a:pt x="200847" y="444532"/>
                </a:cubicBezTo>
                <a:cubicBezTo>
                  <a:pt x="195648" y="448417"/>
                  <a:pt x="187017" y="452448"/>
                  <a:pt x="174953" y="456623"/>
                </a:cubicBezTo>
                <a:cubicBezTo>
                  <a:pt x="133286" y="469247"/>
                  <a:pt x="101402" y="479844"/>
                  <a:pt x="79302" y="488412"/>
                </a:cubicBezTo>
                <a:cubicBezTo>
                  <a:pt x="75707" y="490077"/>
                  <a:pt x="69108" y="491079"/>
                  <a:pt x="59505" y="491419"/>
                </a:cubicBezTo>
                <a:cubicBezTo>
                  <a:pt x="49902" y="491758"/>
                  <a:pt x="41065" y="491324"/>
                  <a:pt x="32994" y="490119"/>
                </a:cubicBezTo>
                <a:cubicBezTo>
                  <a:pt x="24923" y="488914"/>
                  <a:pt x="20960" y="487635"/>
                  <a:pt x="21105" y="486284"/>
                </a:cubicBezTo>
                <a:cubicBezTo>
                  <a:pt x="21394" y="483582"/>
                  <a:pt x="20019" y="482068"/>
                  <a:pt x="16978" y="481743"/>
                </a:cubicBezTo>
                <a:cubicBezTo>
                  <a:pt x="13938" y="481417"/>
                  <a:pt x="10946" y="479047"/>
                  <a:pt x="8002" y="474632"/>
                </a:cubicBezTo>
                <a:cubicBezTo>
                  <a:pt x="5058" y="470217"/>
                  <a:pt x="2560" y="464825"/>
                  <a:pt x="508" y="458455"/>
                </a:cubicBezTo>
                <a:cubicBezTo>
                  <a:pt x="-1327" y="450059"/>
                  <a:pt x="1809" y="441511"/>
                  <a:pt x="9914" y="432812"/>
                </a:cubicBezTo>
                <a:cubicBezTo>
                  <a:pt x="18021" y="424113"/>
                  <a:pt x="26055" y="420873"/>
                  <a:pt x="34017" y="423092"/>
                </a:cubicBezTo>
                <a:cubicBezTo>
                  <a:pt x="37999" y="424201"/>
                  <a:pt x="36454" y="427452"/>
                  <a:pt x="29386" y="432846"/>
                </a:cubicBezTo>
                <a:cubicBezTo>
                  <a:pt x="22317" y="438239"/>
                  <a:pt x="19012" y="441986"/>
                  <a:pt x="19471" y="444085"/>
                </a:cubicBezTo>
                <a:cubicBezTo>
                  <a:pt x="22342" y="449175"/>
                  <a:pt x="34371" y="450121"/>
                  <a:pt x="55554" y="446921"/>
                </a:cubicBezTo>
                <a:cubicBezTo>
                  <a:pt x="76739" y="443721"/>
                  <a:pt x="100516" y="437041"/>
                  <a:pt x="126886" y="426880"/>
                </a:cubicBezTo>
                <a:cubicBezTo>
                  <a:pt x="134004" y="424225"/>
                  <a:pt x="139082" y="423060"/>
                  <a:pt x="142123" y="423385"/>
                </a:cubicBezTo>
                <a:cubicBezTo>
                  <a:pt x="145163" y="423710"/>
                  <a:pt x="151586" y="421152"/>
                  <a:pt x="161394" y="415710"/>
                </a:cubicBezTo>
                <a:cubicBezTo>
                  <a:pt x="171201" y="410268"/>
                  <a:pt x="176014" y="408391"/>
                  <a:pt x="175834" y="410080"/>
                </a:cubicBezTo>
                <a:cubicBezTo>
                  <a:pt x="175653" y="411769"/>
                  <a:pt x="177228" y="411425"/>
                  <a:pt x="180557" y="409048"/>
                </a:cubicBezTo>
                <a:cubicBezTo>
                  <a:pt x="183886" y="406671"/>
                  <a:pt x="183674" y="400669"/>
                  <a:pt x="179921" y="391043"/>
                </a:cubicBezTo>
                <a:cubicBezTo>
                  <a:pt x="176168" y="381416"/>
                  <a:pt x="174785" y="373581"/>
                  <a:pt x="175774" y="367536"/>
                </a:cubicBezTo>
                <a:cubicBezTo>
                  <a:pt x="176762" y="361492"/>
                  <a:pt x="175713" y="356938"/>
                  <a:pt x="172623" y="353874"/>
                </a:cubicBezTo>
                <a:cubicBezTo>
                  <a:pt x="162078" y="343863"/>
                  <a:pt x="170219" y="325259"/>
                  <a:pt x="197046" y="298063"/>
                </a:cubicBezTo>
                <a:cubicBezTo>
                  <a:pt x="208553" y="286311"/>
                  <a:pt x="218004" y="276219"/>
                  <a:pt x="225398" y="267785"/>
                </a:cubicBezTo>
                <a:cubicBezTo>
                  <a:pt x="232792" y="259351"/>
                  <a:pt x="237648" y="253892"/>
                  <a:pt x="239963" y="251406"/>
                </a:cubicBezTo>
                <a:cubicBezTo>
                  <a:pt x="252895" y="239123"/>
                  <a:pt x="259649" y="230280"/>
                  <a:pt x="260227" y="224875"/>
                </a:cubicBezTo>
                <a:cubicBezTo>
                  <a:pt x="260517" y="222172"/>
                  <a:pt x="255069" y="220394"/>
                  <a:pt x="243886" y="219539"/>
                </a:cubicBezTo>
                <a:cubicBezTo>
                  <a:pt x="232703" y="218684"/>
                  <a:pt x="223757" y="214480"/>
                  <a:pt x="217048" y="206929"/>
                </a:cubicBezTo>
                <a:cubicBezTo>
                  <a:pt x="211015" y="199450"/>
                  <a:pt x="207395" y="190180"/>
                  <a:pt x="206187" y="179117"/>
                </a:cubicBezTo>
                <a:cubicBezTo>
                  <a:pt x="204979" y="168055"/>
                  <a:pt x="206655" y="160376"/>
                  <a:pt x="211215" y="156080"/>
                </a:cubicBezTo>
                <a:cubicBezTo>
                  <a:pt x="217270" y="150578"/>
                  <a:pt x="248442" y="140248"/>
                  <a:pt x="304731" y="125088"/>
                </a:cubicBezTo>
                <a:cubicBezTo>
                  <a:pt x="323695" y="120284"/>
                  <a:pt x="336826" y="115710"/>
                  <a:pt x="344124" y="111366"/>
                </a:cubicBezTo>
                <a:cubicBezTo>
                  <a:pt x="351422" y="107022"/>
                  <a:pt x="357640" y="100000"/>
                  <a:pt x="362778" y="90300"/>
                </a:cubicBezTo>
                <a:cubicBezTo>
                  <a:pt x="367844" y="81275"/>
                  <a:pt x="370407" y="74887"/>
                  <a:pt x="370466" y="71135"/>
                </a:cubicBezTo>
                <a:cubicBezTo>
                  <a:pt x="370526" y="67383"/>
                  <a:pt x="368143" y="62516"/>
                  <a:pt x="363316" y="56533"/>
                </a:cubicBezTo>
                <a:cubicBezTo>
                  <a:pt x="357959" y="49126"/>
                  <a:pt x="355479" y="43565"/>
                  <a:pt x="355877" y="39849"/>
                </a:cubicBezTo>
                <a:cubicBezTo>
                  <a:pt x="356275" y="36133"/>
                  <a:pt x="355291" y="34149"/>
                  <a:pt x="352927" y="33896"/>
                </a:cubicBezTo>
                <a:cubicBezTo>
                  <a:pt x="350562" y="33643"/>
                  <a:pt x="348939" y="31248"/>
                  <a:pt x="348058" y="26713"/>
                </a:cubicBezTo>
                <a:cubicBezTo>
                  <a:pt x="347176" y="22177"/>
                  <a:pt x="346108" y="17791"/>
                  <a:pt x="344853" y="13557"/>
                </a:cubicBezTo>
                <a:cubicBezTo>
                  <a:pt x="343598" y="9323"/>
                  <a:pt x="345178" y="5733"/>
                  <a:pt x="349593" y="2789"/>
                </a:cubicBezTo>
                <a:cubicBezTo>
                  <a:pt x="351463" y="1281"/>
                  <a:pt x="353459" y="384"/>
                  <a:pt x="355582" y="99"/>
                </a:cubicBezTo>
                <a:close/>
              </a:path>
            </a:pathLst>
          </a:custGeom>
          <a:solidFill>
            <a:schemeClr val="bg1">
              <a:alpha val="65000"/>
            </a:schemeClr>
          </a:solidFill>
          <a:ln>
            <a:solidFill>
              <a:schemeClr val="accent1">
                <a:shade val="5000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 sz="37300" dirty="0">
              <a:solidFill>
                <a:schemeClr val="tx1"/>
              </a:solidFill>
              <a:effectLst/>
              <a:latin typeface="Road Rage" pitchFamily="50" charset="0"/>
            </a:endParaRPr>
          </a:p>
        </p:txBody>
      </p:sp>
      <p:sp>
        <p:nvSpPr>
          <p:cNvPr id="284" name="是" hidden="1">
            <a:extLst>
              <a:ext uri="{FF2B5EF4-FFF2-40B4-BE49-F238E27FC236}">
                <a16:creationId xmlns:a16="http://schemas.microsoft.com/office/drawing/2014/main" id="{9241951A-372F-44C4-8D16-DCEE258FD100}"/>
              </a:ext>
            </a:extLst>
          </p:cNvPr>
          <p:cNvSpPr txBox="1"/>
          <p:nvPr userDrawn="1"/>
        </p:nvSpPr>
        <p:spPr>
          <a:xfrm rot="21434313">
            <a:off x="3452933" y="2435579"/>
            <a:ext cx="875875" cy="747967"/>
          </a:xfrm>
          <a:custGeom>
            <a:avLst/>
            <a:gdLst/>
            <a:ahLst/>
            <a:cxnLst/>
            <a:rect l="l" t="t" r="r" b="b"/>
            <a:pathLst>
              <a:path w="875875" h="747967">
                <a:moveTo>
                  <a:pt x="632434" y="697404"/>
                </a:moveTo>
                <a:lnTo>
                  <a:pt x="617376" y="697404"/>
                </a:lnTo>
                <a:cubicBezTo>
                  <a:pt x="616461" y="697383"/>
                  <a:pt x="614839" y="697424"/>
                  <a:pt x="612513" y="697528"/>
                </a:cubicBezTo>
                <a:cubicBezTo>
                  <a:pt x="610186" y="697631"/>
                  <a:pt x="608879" y="697920"/>
                  <a:pt x="608592" y="698395"/>
                </a:cubicBezTo>
                <a:cubicBezTo>
                  <a:pt x="608827" y="698870"/>
                  <a:pt x="609925" y="699159"/>
                  <a:pt x="611886" y="699263"/>
                </a:cubicBezTo>
                <a:cubicBezTo>
                  <a:pt x="613846" y="699366"/>
                  <a:pt x="615258" y="699407"/>
                  <a:pt x="616121" y="699387"/>
                </a:cubicBezTo>
                <a:cubicBezTo>
                  <a:pt x="620800" y="699552"/>
                  <a:pt x="624617" y="700213"/>
                  <a:pt x="627571" y="701369"/>
                </a:cubicBezTo>
                <a:cubicBezTo>
                  <a:pt x="630525" y="702526"/>
                  <a:pt x="634656" y="703187"/>
                  <a:pt x="639963" y="703352"/>
                </a:cubicBezTo>
                <a:lnTo>
                  <a:pt x="643727" y="699387"/>
                </a:lnTo>
                <a:cubicBezTo>
                  <a:pt x="641767" y="699397"/>
                  <a:pt x="639728" y="699252"/>
                  <a:pt x="637610" y="698953"/>
                </a:cubicBezTo>
                <a:cubicBezTo>
                  <a:pt x="635493" y="698653"/>
                  <a:pt x="633767" y="698137"/>
                  <a:pt x="632434" y="697404"/>
                </a:cubicBezTo>
                <a:close/>
                <a:moveTo>
                  <a:pt x="604827" y="693934"/>
                </a:moveTo>
                <a:cubicBezTo>
                  <a:pt x="604775" y="694233"/>
                  <a:pt x="604880" y="694626"/>
                  <a:pt x="605141" y="695111"/>
                </a:cubicBezTo>
                <a:cubicBezTo>
                  <a:pt x="605402" y="695596"/>
                  <a:pt x="606134" y="695865"/>
                  <a:pt x="607337" y="695917"/>
                </a:cubicBezTo>
                <a:cubicBezTo>
                  <a:pt x="607938" y="695886"/>
                  <a:pt x="608304" y="695700"/>
                  <a:pt x="608435" y="695359"/>
                </a:cubicBezTo>
                <a:cubicBezTo>
                  <a:pt x="608566" y="695018"/>
                  <a:pt x="608618" y="694708"/>
                  <a:pt x="608591" y="694430"/>
                </a:cubicBezTo>
                <a:close/>
                <a:moveTo>
                  <a:pt x="584750" y="689473"/>
                </a:moveTo>
                <a:lnTo>
                  <a:pt x="583100" y="689473"/>
                </a:lnTo>
                <a:lnTo>
                  <a:pt x="585181" y="691275"/>
                </a:lnTo>
                <a:lnTo>
                  <a:pt x="586005" y="691455"/>
                </a:lnTo>
                <a:cubicBezTo>
                  <a:pt x="587469" y="691373"/>
                  <a:pt x="588305" y="691042"/>
                  <a:pt x="588514" y="690464"/>
                </a:cubicBezTo>
                <a:cubicBezTo>
                  <a:pt x="588436" y="689989"/>
                  <a:pt x="587965" y="689700"/>
                  <a:pt x="587102" y="689596"/>
                </a:cubicBezTo>
                <a:cubicBezTo>
                  <a:pt x="586240" y="689493"/>
                  <a:pt x="585455" y="689452"/>
                  <a:pt x="584750" y="689473"/>
                </a:cubicBezTo>
                <a:close/>
                <a:moveTo>
                  <a:pt x="424128" y="640398"/>
                </a:moveTo>
                <a:cubicBezTo>
                  <a:pt x="421619" y="641389"/>
                  <a:pt x="420364" y="642380"/>
                  <a:pt x="420364" y="643372"/>
                </a:cubicBezTo>
                <a:cubicBezTo>
                  <a:pt x="420442" y="643847"/>
                  <a:pt x="420913" y="644136"/>
                  <a:pt x="421776" y="644239"/>
                </a:cubicBezTo>
                <a:cubicBezTo>
                  <a:pt x="422639" y="644343"/>
                  <a:pt x="423423" y="644384"/>
                  <a:pt x="424128" y="644363"/>
                </a:cubicBezTo>
                <a:lnTo>
                  <a:pt x="428272" y="645104"/>
                </a:lnTo>
                <a:lnTo>
                  <a:pt x="435792" y="645467"/>
                </a:lnTo>
                <a:lnTo>
                  <a:pt x="433697" y="644177"/>
                </a:lnTo>
                <a:cubicBezTo>
                  <a:pt x="429645" y="642514"/>
                  <a:pt x="426455" y="641255"/>
                  <a:pt x="424128" y="640398"/>
                </a:cubicBezTo>
                <a:close/>
                <a:moveTo>
                  <a:pt x="336637" y="469512"/>
                </a:moveTo>
                <a:cubicBezTo>
                  <a:pt x="334807" y="469233"/>
                  <a:pt x="333496" y="469392"/>
                  <a:pt x="332704" y="469990"/>
                </a:cubicBezTo>
                <a:cubicBezTo>
                  <a:pt x="331121" y="471185"/>
                  <a:pt x="331026" y="478428"/>
                  <a:pt x="332419" y="491718"/>
                </a:cubicBezTo>
                <a:cubicBezTo>
                  <a:pt x="333812" y="505009"/>
                  <a:pt x="335282" y="511437"/>
                  <a:pt x="336829" y="511003"/>
                </a:cubicBezTo>
                <a:cubicBezTo>
                  <a:pt x="339873" y="511150"/>
                  <a:pt x="343905" y="506640"/>
                  <a:pt x="348925" y="497473"/>
                </a:cubicBezTo>
                <a:cubicBezTo>
                  <a:pt x="353944" y="488306"/>
                  <a:pt x="355513" y="482152"/>
                  <a:pt x="353630" y="479009"/>
                </a:cubicBezTo>
                <a:cubicBezTo>
                  <a:pt x="352737" y="476423"/>
                  <a:pt x="349423" y="473975"/>
                  <a:pt x="343685" y="471664"/>
                </a:cubicBezTo>
                <a:cubicBezTo>
                  <a:pt x="340817" y="470508"/>
                  <a:pt x="338467" y="469791"/>
                  <a:pt x="336637" y="469512"/>
                </a:cubicBezTo>
                <a:close/>
                <a:moveTo>
                  <a:pt x="282746" y="461858"/>
                </a:moveTo>
                <a:cubicBezTo>
                  <a:pt x="278155" y="462146"/>
                  <a:pt x="271291" y="464739"/>
                  <a:pt x="262154" y="469638"/>
                </a:cubicBezTo>
                <a:cubicBezTo>
                  <a:pt x="253017" y="474538"/>
                  <a:pt x="247602" y="478727"/>
                  <a:pt x="245909" y="482205"/>
                </a:cubicBezTo>
                <a:cubicBezTo>
                  <a:pt x="243634" y="487182"/>
                  <a:pt x="229478" y="501248"/>
                  <a:pt x="203440" y="524404"/>
                </a:cubicBezTo>
                <a:cubicBezTo>
                  <a:pt x="192005" y="534787"/>
                  <a:pt x="183467" y="543085"/>
                  <a:pt x="177827" y="549298"/>
                </a:cubicBezTo>
                <a:lnTo>
                  <a:pt x="175122" y="553370"/>
                </a:lnTo>
                <a:lnTo>
                  <a:pt x="179433" y="554144"/>
                </a:lnTo>
                <a:lnTo>
                  <a:pt x="184452" y="555631"/>
                </a:lnTo>
                <a:cubicBezTo>
                  <a:pt x="185811" y="555632"/>
                  <a:pt x="187171" y="555756"/>
                  <a:pt x="188530" y="556003"/>
                </a:cubicBezTo>
                <a:cubicBezTo>
                  <a:pt x="189890" y="556251"/>
                  <a:pt x="190622" y="556623"/>
                  <a:pt x="190727" y="557119"/>
                </a:cubicBezTo>
                <a:lnTo>
                  <a:pt x="190727" y="557614"/>
                </a:lnTo>
                <a:lnTo>
                  <a:pt x="199510" y="560589"/>
                </a:lnTo>
                <a:lnTo>
                  <a:pt x="222098" y="561580"/>
                </a:lnTo>
                <a:lnTo>
                  <a:pt x="229627" y="565546"/>
                </a:lnTo>
                <a:lnTo>
                  <a:pt x="244685" y="565546"/>
                </a:lnTo>
                <a:cubicBezTo>
                  <a:pt x="246044" y="567374"/>
                  <a:pt x="251482" y="570162"/>
                  <a:pt x="260998" y="573911"/>
                </a:cubicBezTo>
                <a:cubicBezTo>
                  <a:pt x="270514" y="577660"/>
                  <a:pt x="275952" y="580324"/>
                  <a:pt x="277311" y="581904"/>
                </a:cubicBezTo>
                <a:lnTo>
                  <a:pt x="278165" y="582329"/>
                </a:lnTo>
                <a:lnTo>
                  <a:pt x="277890" y="578346"/>
                </a:lnTo>
                <a:cubicBezTo>
                  <a:pt x="275188" y="571095"/>
                  <a:pt x="274975" y="564982"/>
                  <a:pt x="277249" y="560006"/>
                </a:cubicBezTo>
                <a:cubicBezTo>
                  <a:pt x="279523" y="555029"/>
                  <a:pt x="279138" y="552468"/>
                  <a:pt x="276094" y="552321"/>
                </a:cubicBezTo>
                <a:cubicBezTo>
                  <a:pt x="275079" y="552272"/>
                  <a:pt x="274725" y="549076"/>
                  <a:pt x="275030" y="542734"/>
                </a:cubicBezTo>
                <a:cubicBezTo>
                  <a:pt x="275336" y="536391"/>
                  <a:pt x="276139" y="527657"/>
                  <a:pt x="277439" y="516530"/>
                </a:cubicBezTo>
                <a:cubicBezTo>
                  <a:pt x="278738" y="505404"/>
                  <a:pt x="280758" y="492532"/>
                  <a:pt x="283497" y="477915"/>
                </a:cubicBezTo>
                <a:cubicBezTo>
                  <a:pt x="283619" y="475378"/>
                  <a:pt x="283869" y="472847"/>
                  <a:pt x="284245" y="470322"/>
                </a:cubicBezTo>
                <a:cubicBezTo>
                  <a:pt x="284621" y="467798"/>
                  <a:pt x="284592" y="465762"/>
                  <a:pt x="284158" y="464215"/>
                </a:cubicBezTo>
                <a:cubicBezTo>
                  <a:pt x="283724" y="462668"/>
                  <a:pt x="283253" y="461883"/>
                  <a:pt x="282746" y="461858"/>
                </a:cubicBezTo>
                <a:close/>
                <a:moveTo>
                  <a:pt x="329126" y="161611"/>
                </a:moveTo>
                <a:cubicBezTo>
                  <a:pt x="325815" y="161070"/>
                  <a:pt x="317398" y="162571"/>
                  <a:pt x="303877" y="166115"/>
                </a:cubicBezTo>
                <a:cubicBezTo>
                  <a:pt x="295660" y="167753"/>
                  <a:pt x="290367" y="169405"/>
                  <a:pt x="287998" y="171071"/>
                </a:cubicBezTo>
                <a:cubicBezTo>
                  <a:pt x="285629" y="172737"/>
                  <a:pt x="284347" y="175599"/>
                  <a:pt x="284151" y="179658"/>
                </a:cubicBezTo>
                <a:cubicBezTo>
                  <a:pt x="281723" y="198359"/>
                  <a:pt x="281365" y="211057"/>
                  <a:pt x="283077" y="217751"/>
                </a:cubicBezTo>
                <a:cubicBezTo>
                  <a:pt x="284788" y="224445"/>
                  <a:pt x="289159" y="228725"/>
                  <a:pt x="296189" y="230590"/>
                </a:cubicBezTo>
                <a:cubicBezTo>
                  <a:pt x="302712" y="232430"/>
                  <a:pt x="309116" y="231467"/>
                  <a:pt x="315401" y="227702"/>
                </a:cubicBezTo>
                <a:cubicBezTo>
                  <a:pt x="320622" y="224902"/>
                  <a:pt x="326020" y="218424"/>
                  <a:pt x="331596" y="208266"/>
                </a:cubicBezTo>
                <a:cubicBezTo>
                  <a:pt x="337172" y="198109"/>
                  <a:pt x="340119" y="189733"/>
                  <a:pt x="340437" y="183136"/>
                </a:cubicBezTo>
                <a:lnTo>
                  <a:pt x="340841" y="174764"/>
                </a:lnTo>
                <a:lnTo>
                  <a:pt x="330579" y="181898"/>
                </a:lnTo>
                <a:cubicBezTo>
                  <a:pt x="324777" y="186195"/>
                  <a:pt x="321394" y="187812"/>
                  <a:pt x="320428" y="186748"/>
                </a:cubicBezTo>
                <a:cubicBezTo>
                  <a:pt x="319462" y="185685"/>
                  <a:pt x="320926" y="181687"/>
                  <a:pt x="324821" y="174754"/>
                </a:cubicBezTo>
                <a:cubicBezTo>
                  <a:pt x="328691" y="168329"/>
                  <a:pt x="330662" y="164355"/>
                  <a:pt x="330736" y="162833"/>
                </a:cubicBezTo>
                <a:cubicBezTo>
                  <a:pt x="330767" y="162199"/>
                  <a:pt x="330230" y="161792"/>
                  <a:pt x="329126" y="161611"/>
                </a:cubicBezTo>
                <a:close/>
                <a:moveTo>
                  <a:pt x="322653" y="45722"/>
                </a:moveTo>
                <a:cubicBezTo>
                  <a:pt x="309967" y="45110"/>
                  <a:pt x="302313" y="45631"/>
                  <a:pt x="299691" y="47284"/>
                </a:cubicBezTo>
                <a:cubicBezTo>
                  <a:pt x="297068" y="48938"/>
                  <a:pt x="293377" y="59567"/>
                  <a:pt x="288617" y="79173"/>
                </a:cubicBezTo>
                <a:cubicBezTo>
                  <a:pt x="283856" y="98778"/>
                  <a:pt x="282733" y="108896"/>
                  <a:pt x="285245" y="109526"/>
                </a:cubicBezTo>
                <a:cubicBezTo>
                  <a:pt x="287226" y="110638"/>
                  <a:pt x="287272" y="114964"/>
                  <a:pt x="285382" y="122501"/>
                </a:cubicBezTo>
                <a:cubicBezTo>
                  <a:pt x="284098" y="128034"/>
                  <a:pt x="283812" y="131326"/>
                  <a:pt x="284525" y="132378"/>
                </a:cubicBezTo>
                <a:cubicBezTo>
                  <a:pt x="285237" y="133429"/>
                  <a:pt x="287393" y="133533"/>
                  <a:pt x="290994" y="132690"/>
                </a:cubicBezTo>
                <a:cubicBezTo>
                  <a:pt x="318180" y="127898"/>
                  <a:pt x="334732" y="127425"/>
                  <a:pt x="340650" y="131270"/>
                </a:cubicBezTo>
                <a:cubicBezTo>
                  <a:pt x="343670" y="131925"/>
                  <a:pt x="345929" y="132542"/>
                  <a:pt x="347427" y="133123"/>
                </a:cubicBezTo>
                <a:cubicBezTo>
                  <a:pt x="348924" y="133704"/>
                  <a:pt x="350133" y="132363"/>
                  <a:pt x="351054" y="129102"/>
                </a:cubicBezTo>
                <a:cubicBezTo>
                  <a:pt x="351974" y="125840"/>
                  <a:pt x="352810" y="121685"/>
                  <a:pt x="353562" y="116635"/>
                </a:cubicBezTo>
                <a:cubicBezTo>
                  <a:pt x="354314" y="111586"/>
                  <a:pt x="354923" y="104240"/>
                  <a:pt x="355388" y="94600"/>
                </a:cubicBezTo>
                <a:cubicBezTo>
                  <a:pt x="357046" y="70776"/>
                  <a:pt x="353708" y="55612"/>
                  <a:pt x="345376" y="49107"/>
                </a:cubicBezTo>
                <a:cubicBezTo>
                  <a:pt x="342912" y="47462"/>
                  <a:pt x="335338" y="46334"/>
                  <a:pt x="322653" y="45722"/>
                </a:cubicBezTo>
                <a:close/>
                <a:moveTo>
                  <a:pt x="254668" y="102"/>
                </a:moveTo>
                <a:cubicBezTo>
                  <a:pt x="260237" y="625"/>
                  <a:pt x="266608" y="2967"/>
                  <a:pt x="273782" y="7128"/>
                </a:cubicBezTo>
                <a:cubicBezTo>
                  <a:pt x="280956" y="11288"/>
                  <a:pt x="286450" y="16003"/>
                  <a:pt x="290265" y="21273"/>
                </a:cubicBezTo>
                <a:cubicBezTo>
                  <a:pt x="293114" y="25479"/>
                  <a:pt x="296858" y="26931"/>
                  <a:pt x="301498" y="25629"/>
                </a:cubicBezTo>
                <a:cubicBezTo>
                  <a:pt x="308241" y="22903"/>
                  <a:pt x="317188" y="21936"/>
                  <a:pt x="328339" y="22728"/>
                </a:cubicBezTo>
                <a:cubicBezTo>
                  <a:pt x="339490" y="23520"/>
                  <a:pt x="348652" y="25997"/>
                  <a:pt x="355826" y="30157"/>
                </a:cubicBezTo>
                <a:cubicBezTo>
                  <a:pt x="363000" y="34317"/>
                  <a:pt x="371308" y="41330"/>
                  <a:pt x="380750" y="51194"/>
                </a:cubicBezTo>
                <a:cubicBezTo>
                  <a:pt x="390191" y="61058"/>
                  <a:pt x="394839" y="67513"/>
                  <a:pt x="394692" y="70557"/>
                </a:cubicBezTo>
                <a:cubicBezTo>
                  <a:pt x="394569" y="73094"/>
                  <a:pt x="396639" y="77644"/>
                  <a:pt x="400899" y="84207"/>
                </a:cubicBezTo>
                <a:cubicBezTo>
                  <a:pt x="405160" y="90770"/>
                  <a:pt x="406632" y="94528"/>
                  <a:pt x="405314" y="95482"/>
                </a:cubicBezTo>
                <a:cubicBezTo>
                  <a:pt x="403997" y="96436"/>
                  <a:pt x="404423" y="100779"/>
                  <a:pt x="406593" y="108513"/>
                </a:cubicBezTo>
                <a:cubicBezTo>
                  <a:pt x="409509" y="121877"/>
                  <a:pt x="408652" y="150189"/>
                  <a:pt x="404022" y="193451"/>
                </a:cubicBezTo>
                <a:cubicBezTo>
                  <a:pt x="399392" y="236712"/>
                  <a:pt x="393846" y="267341"/>
                  <a:pt x="387384" y="285339"/>
                </a:cubicBezTo>
                <a:cubicBezTo>
                  <a:pt x="384962" y="293359"/>
                  <a:pt x="383740" y="297623"/>
                  <a:pt x="383715" y="298131"/>
                </a:cubicBezTo>
                <a:cubicBezTo>
                  <a:pt x="383691" y="298638"/>
                  <a:pt x="389096" y="299916"/>
                  <a:pt x="399932" y="301965"/>
                </a:cubicBezTo>
                <a:cubicBezTo>
                  <a:pt x="410768" y="304013"/>
                  <a:pt x="418541" y="306295"/>
                  <a:pt x="423251" y="308811"/>
                </a:cubicBezTo>
                <a:cubicBezTo>
                  <a:pt x="427962" y="311327"/>
                  <a:pt x="433095" y="312973"/>
                  <a:pt x="438652" y="313750"/>
                </a:cubicBezTo>
                <a:cubicBezTo>
                  <a:pt x="443678" y="315009"/>
                  <a:pt x="449904" y="317725"/>
                  <a:pt x="457332" y="321898"/>
                </a:cubicBezTo>
                <a:cubicBezTo>
                  <a:pt x="464759" y="326071"/>
                  <a:pt x="469910" y="330006"/>
                  <a:pt x="472783" y="333705"/>
                </a:cubicBezTo>
                <a:cubicBezTo>
                  <a:pt x="475173" y="336872"/>
                  <a:pt x="475738" y="340968"/>
                  <a:pt x="474479" y="345993"/>
                </a:cubicBezTo>
                <a:cubicBezTo>
                  <a:pt x="473800" y="349521"/>
                  <a:pt x="472028" y="351978"/>
                  <a:pt x="469164" y="353366"/>
                </a:cubicBezTo>
                <a:cubicBezTo>
                  <a:pt x="466300" y="354753"/>
                  <a:pt x="460265" y="355988"/>
                  <a:pt x="451058" y="357070"/>
                </a:cubicBezTo>
                <a:cubicBezTo>
                  <a:pt x="435689" y="359380"/>
                  <a:pt x="424493" y="362146"/>
                  <a:pt x="417472" y="365367"/>
                </a:cubicBezTo>
                <a:cubicBezTo>
                  <a:pt x="410451" y="368589"/>
                  <a:pt x="404783" y="370095"/>
                  <a:pt x="400470" y="369887"/>
                </a:cubicBezTo>
                <a:cubicBezTo>
                  <a:pt x="396158" y="369679"/>
                  <a:pt x="393946" y="370717"/>
                  <a:pt x="393836" y="373000"/>
                </a:cubicBezTo>
                <a:cubicBezTo>
                  <a:pt x="393726" y="375284"/>
                  <a:pt x="391387" y="376315"/>
                  <a:pt x="386821" y="376095"/>
                </a:cubicBezTo>
                <a:cubicBezTo>
                  <a:pt x="381239" y="375826"/>
                  <a:pt x="374248" y="378413"/>
                  <a:pt x="365848" y="383857"/>
                </a:cubicBezTo>
                <a:cubicBezTo>
                  <a:pt x="357448" y="389300"/>
                  <a:pt x="351845" y="394752"/>
                  <a:pt x="349039" y="400211"/>
                </a:cubicBezTo>
                <a:cubicBezTo>
                  <a:pt x="345652" y="407168"/>
                  <a:pt x="343750" y="414959"/>
                  <a:pt x="343334" y="423585"/>
                </a:cubicBezTo>
                <a:cubicBezTo>
                  <a:pt x="343040" y="429674"/>
                  <a:pt x="343370" y="433377"/>
                  <a:pt x="344324" y="434695"/>
                </a:cubicBezTo>
                <a:cubicBezTo>
                  <a:pt x="345278" y="436012"/>
                  <a:pt x="348557" y="436552"/>
                  <a:pt x="354163" y="436314"/>
                </a:cubicBezTo>
                <a:cubicBezTo>
                  <a:pt x="363804" y="436779"/>
                  <a:pt x="374958" y="442784"/>
                  <a:pt x="387624" y="454330"/>
                </a:cubicBezTo>
                <a:cubicBezTo>
                  <a:pt x="400291" y="465875"/>
                  <a:pt x="406416" y="475961"/>
                  <a:pt x="406000" y="484587"/>
                </a:cubicBezTo>
                <a:cubicBezTo>
                  <a:pt x="405706" y="490676"/>
                  <a:pt x="403128" y="499325"/>
                  <a:pt x="398264" y="510533"/>
                </a:cubicBezTo>
                <a:cubicBezTo>
                  <a:pt x="393400" y="521742"/>
                  <a:pt x="388248" y="531030"/>
                  <a:pt x="382807" y="538396"/>
                </a:cubicBezTo>
                <a:cubicBezTo>
                  <a:pt x="359471" y="568803"/>
                  <a:pt x="346029" y="589134"/>
                  <a:pt x="342483" y="599389"/>
                </a:cubicBezTo>
                <a:lnTo>
                  <a:pt x="342430" y="607203"/>
                </a:lnTo>
                <a:lnTo>
                  <a:pt x="353857" y="610655"/>
                </a:lnTo>
                <a:cubicBezTo>
                  <a:pt x="355373" y="612380"/>
                  <a:pt x="361439" y="615251"/>
                  <a:pt x="372052" y="619268"/>
                </a:cubicBezTo>
                <a:cubicBezTo>
                  <a:pt x="382666" y="623285"/>
                  <a:pt x="388731" y="625537"/>
                  <a:pt x="390248" y="626022"/>
                </a:cubicBezTo>
                <a:cubicBezTo>
                  <a:pt x="393568" y="627044"/>
                  <a:pt x="396653" y="628346"/>
                  <a:pt x="399502" y="629926"/>
                </a:cubicBezTo>
                <a:cubicBezTo>
                  <a:pt x="402351" y="631506"/>
                  <a:pt x="403868" y="633179"/>
                  <a:pt x="404051" y="634945"/>
                </a:cubicBezTo>
                <a:lnTo>
                  <a:pt x="424129" y="635441"/>
                </a:lnTo>
                <a:cubicBezTo>
                  <a:pt x="424076" y="635936"/>
                  <a:pt x="424181" y="636308"/>
                  <a:pt x="424442" y="636556"/>
                </a:cubicBezTo>
                <a:cubicBezTo>
                  <a:pt x="424704" y="636804"/>
                  <a:pt x="425436" y="636927"/>
                  <a:pt x="426638" y="636928"/>
                </a:cubicBezTo>
                <a:cubicBezTo>
                  <a:pt x="428495" y="636907"/>
                  <a:pt x="430115" y="636700"/>
                  <a:pt x="431501" y="636308"/>
                </a:cubicBezTo>
                <a:cubicBezTo>
                  <a:pt x="432887" y="635915"/>
                  <a:pt x="434193" y="635461"/>
                  <a:pt x="435422" y="634945"/>
                </a:cubicBezTo>
                <a:lnTo>
                  <a:pt x="456755" y="640893"/>
                </a:lnTo>
                <a:lnTo>
                  <a:pt x="451735" y="644363"/>
                </a:lnTo>
                <a:lnTo>
                  <a:pt x="454648" y="646377"/>
                </a:lnTo>
                <a:lnTo>
                  <a:pt x="475468" y="647381"/>
                </a:lnTo>
                <a:lnTo>
                  <a:pt x="475578" y="647338"/>
                </a:lnTo>
                <a:lnTo>
                  <a:pt x="476263" y="647419"/>
                </a:lnTo>
                <a:lnTo>
                  <a:pt x="498794" y="648506"/>
                </a:lnTo>
                <a:cubicBezTo>
                  <a:pt x="504908" y="648292"/>
                  <a:pt x="511938" y="650157"/>
                  <a:pt x="519885" y="654101"/>
                </a:cubicBezTo>
                <a:cubicBezTo>
                  <a:pt x="532809" y="660318"/>
                  <a:pt x="547314" y="668011"/>
                  <a:pt x="563401" y="677179"/>
                </a:cubicBezTo>
                <a:lnTo>
                  <a:pt x="575776" y="684633"/>
                </a:lnTo>
                <a:lnTo>
                  <a:pt x="578475" y="683524"/>
                </a:lnTo>
                <a:cubicBezTo>
                  <a:pt x="583494" y="684340"/>
                  <a:pt x="588514" y="685187"/>
                  <a:pt x="593533" y="686065"/>
                </a:cubicBezTo>
                <a:cubicBezTo>
                  <a:pt x="598553" y="686942"/>
                  <a:pt x="603572" y="687418"/>
                  <a:pt x="608592" y="687490"/>
                </a:cubicBezTo>
                <a:lnTo>
                  <a:pt x="616121" y="691455"/>
                </a:lnTo>
                <a:cubicBezTo>
                  <a:pt x="621767" y="691001"/>
                  <a:pt x="628042" y="690794"/>
                  <a:pt x="634944" y="690836"/>
                </a:cubicBezTo>
                <a:cubicBezTo>
                  <a:pt x="641845" y="690877"/>
                  <a:pt x="645610" y="692405"/>
                  <a:pt x="646237" y="695421"/>
                </a:cubicBezTo>
                <a:cubicBezTo>
                  <a:pt x="652250" y="695669"/>
                  <a:pt x="655910" y="696660"/>
                  <a:pt x="657217" y="698395"/>
                </a:cubicBezTo>
                <a:cubicBezTo>
                  <a:pt x="658524" y="700130"/>
                  <a:pt x="662812" y="701122"/>
                  <a:pt x="670080" y="701369"/>
                </a:cubicBezTo>
                <a:cubicBezTo>
                  <a:pt x="679334" y="702929"/>
                  <a:pt x="688118" y="704519"/>
                  <a:pt x="696431" y="706141"/>
                </a:cubicBezTo>
                <a:cubicBezTo>
                  <a:pt x="704745" y="707762"/>
                  <a:pt x="713528" y="708981"/>
                  <a:pt x="722783" y="709797"/>
                </a:cubicBezTo>
                <a:cubicBezTo>
                  <a:pt x="725057" y="710220"/>
                  <a:pt x="726783" y="711108"/>
                  <a:pt x="727959" y="712461"/>
                </a:cubicBezTo>
                <a:cubicBezTo>
                  <a:pt x="729136" y="713814"/>
                  <a:pt x="731175" y="714578"/>
                  <a:pt x="734077" y="714754"/>
                </a:cubicBezTo>
                <a:cubicBezTo>
                  <a:pt x="734704" y="714723"/>
                  <a:pt x="735332" y="714537"/>
                  <a:pt x="735959" y="714196"/>
                </a:cubicBezTo>
                <a:cubicBezTo>
                  <a:pt x="736587" y="713855"/>
                  <a:pt x="737214" y="713545"/>
                  <a:pt x="737841" y="713267"/>
                </a:cubicBezTo>
                <a:cubicBezTo>
                  <a:pt x="739149" y="713752"/>
                  <a:pt x="740299" y="714268"/>
                  <a:pt x="741292" y="714816"/>
                </a:cubicBezTo>
                <a:cubicBezTo>
                  <a:pt x="742286" y="715363"/>
                  <a:pt x="742808" y="716003"/>
                  <a:pt x="742861" y="716736"/>
                </a:cubicBezTo>
                <a:cubicBezTo>
                  <a:pt x="742521" y="717428"/>
                  <a:pt x="740691" y="717779"/>
                  <a:pt x="737371" y="717790"/>
                </a:cubicBezTo>
                <a:cubicBezTo>
                  <a:pt x="734051" y="717800"/>
                  <a:pt x="731279" y="717779"/>
                  <a:pt x="729057" y="717728"/>
                </a:cubicBezTo>
                <a:cubicBezTo>
                  <a:pt x="727097" y="717769"/>
                  <a:pt x="725371" y="717686"/>
                  <a:pt x="723881" y="717480"/>
                </a:cubicBezTo>
                <a:cubicBezTo>
                  <a:pt x="722391" y="717273"/>
                  <a:pt x="721606" y="716695"/>
                  <a:pt x="721528" y="715745"/>
                </a:cubicBezTo>
                <a:cubicBezTo>
                  <a:pt x="715908" y="715580"/>
                  <a:pt x="708327" y="714795"/>
                  <a:pt x="698784" y="713390"/>
                </a:cubicBezTo>
                <a:cubicBezTo>
                  <a:pt x="689242" y="711986"/>
                  <a:pt x="681347" y="710953"/>
                  <a:pt x="675099" y="710292"/>
                </a:cubicBezTo>
                <a:cubicBezTo>
                  <a:pt x="679569" y="711025"/>
                  <a:pt x="684118" y="711914"/>
                  <a:pt x="688745" y="712957"/>
                </a:cubicBezTo>
                <a:cubicBezTo>
                  <a:pt x="693373" y="714000"/>
                  <a:pt x="697608" y="715260"/>
                  <a:pt x="701451" y="716736"/>
                </a:cubicBezTo>
                <a:cubicBezTo>
                  <a:pt x="701503" y="717211"/>
                  <a:pt x="702025" y="717500"/>
                  <a:pt x="703019" y="717604"/>
                </a:cubicBezTo>
                <a:cubicBezTo>
                  <a:pt x="704013" y="717707"/>
                  <a:pt x="705163" y="717748"/>
                  <a:pt x="706470" y="717728"/>
                </a:cubicBezTo>
                <a:cubicBezTo>
                  <a:pt x="709293" y="717625"/>
                  <a:pt x="712431" y="717583"/>
                  <a:pt x="715882" y="717604"/>
                </a:cubicBezTo>
                <a:cubicBezTo>
                  <a:pt x="719333" y="717624"/>
                  <a:pt x="721214" y="718327"/>
                  <a:pt x="721528" y="719711"/>
                </a:cubicBezTo>
                <a:cubicBezTo>
                  <a:pt x="725371" y="719680"/>
                  <a:pt x="730547" y="719989"/>
                  <a:pt x="737057" y="720640"/>
                </a:cubicBezTo>
                <a:cubicBezTo>
                  <a:pt x="743567" y="721291"/>
                  <a:pt x="747174" y="722468"/>
                  <a:pt x="747880" y="724172"/>
                </a:cubicBezTo>
                <a:lnTo>
                  <a:pt x="761683" y="724668"/>
                </a:lnTo>
                <a:cubicBezTo>
                  <a:pt x="761474" y="725246"/>
                  <a:pt x="761893" y="725577"/>
                  <a:pt x="762938" y="725659"/>
                </a:cubicBezTo>
                <a:cubicBezTo>
                  <a:pt x="764795" y="725587"/>
                  <a:pt x="766102" y="725236"/>
                  <a:pt x="766860" y="724606"/>
                </a:cubicBezTo>
                <a:cubicBezTo>
                  <a:pt x="767618" y="723976"/>
                  <a:pt x="767984" y="723501"/>
                  <a:pt x="767958" y="723181"/>
                </a:cubicBezTo>
                <a:cubicBezTo>
                  <a:pt x="766912" y="722582"/>
                  <a:pt x="762729" y="721673"/>
                  <a:pt x="755409" y="720454"/>
                </a:cubicBezTo>
                <a:cubicBezTo>
                  <a:pt x="748089" y="719236"/>
                  <a:pt x="743906" y="718327"/>
                  <a:pt x="742860" y="717728"/>
                </a:cubicBezTo>
                <a:lnTo>
                  <a:pt x="745370" y="717728"/>
                </a:lnTo>
                <a:lnTo>
                  <a:pt x="756664" y="716241"/>
                </a:lnTo>
                <a:lnTo>
                  <a:pt x="771722" y="717728"/>
                </a:lnTo>
                <a:lnTo>
                  <a:pt x="779252" y="721693"/>
                </a:lnTo>
                <a:lnTo>
                  <a:pt x="793055" y="721693"/>
                </a:lnTo>
                <a:lnTo>
                  <a:pt x="794310" y="722685"/>
                </a:lnTo>
                <a:cubicBezTo>
                  <a:pt x="794100" y="723397"/>
                  <a:pt x="792950" y="723831"/>
                  <a:pt x="790859" y="723986"/>
                </a:cubicBezTo>
                <a:cubicBezTo>
                  <a:pt x="788767" y="724141"/>
                  <a:pt x="786990" y="724203"/>
                  <a:pt x="785526" y="724172"/>
                </a:cubicBezTo>
                <a:cubicBezTo>
                  <a:pt x="783957" y="724151"/>
                  <a:pt x="781761" y="724193"/>
                  <a:pt x="778937" y="724296"/>
                </a:cubicBezTo>
                <a:cubicBezTo>
                  <a:pt x="776114" y="724399"/>
                  <a:pt x="774546" y="724688"/>
                  <a:pt x="774232" y="725163"/>
                </a:cubicBezTo>
                <a:cubicBezTo>
                  <a:pt x="774310" y="725442"/>
                  <a:pt x="774781" y="725752"/>
                  <a:pt x="775644" y="726093"/>
                </a:cubicBezTo>
                <a:cubicBezTo>
                  <a:pt x="776507" y="726434"/>
                  <a:pt x="777291" y="726619"/>
                  <a:pt x="777996" y="726650"/>
                </a:cubicBezTo>
                <a:cubicBezTo>
                  <a:pt x="778310" y="731122"/>
                  <a:pt x="780506" y="732837"/>
                  <a:pt x="784584" y="731794"/>
                </a:cubicBezTo>
                <a:cubicBezTo>
                  <a:pt x="788663" y="730750"/>
                  <a:pt x="792741" y="731350"/>
                  <a:pt x="796819" y="733590"/>
                </a:cubicBezTo>
                <a:cubicBezTo>
                  <a:pt x="801839" y="733673"/>
                  <a:pt x="806858" y="734004"/>
                  <a:pt x="811878" y="734582"/>
                </a:cubicBezTo>
                <a:cubicBezTo>
                  <a:pt x="816897" y="735160"/>
                  <a:pt x="821916" y="735491"/>
                  <a:pt x="826936" y="735573"/>
                </a:cubicBezTo>
                <a:lnTo>
                  <a:pt x="831955" y="737556"/>
                </a:lnTo>
                <a:cubicBezTo>
                  <a:pt x="844504" y="737639"/>
                  <a:pt x="857052" y="737969"/>
                  <a:pt x="869601" y="738548"/>
                </a:cubicBezTo>
                <a:cubicBezTo>
                  <a:pt x="870411" y="738826"/>
                  <a:pt x="871614" y="739260"/>
                  <a:pt x="873209" y="739849"/>
                </a:cubicBezTo>
                <a:cubicBezTo>
                  <a:pt x="874803" y="740437"/>
                  <a:pt x="875692" y="740995"/>
                  <a:pt x="875875" y="741522"/>
                </a:cubicBezTo>
                <a:cubicBezTo>
                  <a:pt x="875430" y="741904"/>
                  <a:pt x="873496" y="742131"/>
                  <a:pt x="870071" y="742203"/>
                </a:cubicBezTo>
                <a:cubicBezTo>
                  <a:pt x="866647" y="742276"/>
                  <a:pt x="864398" y="742875"/>
                  <a:pt x="863327" y="744000"/>
                </a:cubicBezTo>
                <a:cubicBezTo>
                  <a:pt x="851431" y="743814"/>
                  <a:pt x="840085" y="743071"/>
                  <a:pt x="829288" y="741770"/>
                </a:cubicBezTo>
                <a:cubicBezTo>
                  <a:pt x="818492" y="740468"/>
                  <a:pt x="808087" y="739725"/>
                  <a:pt x="798074" y="739539"/>
                </a:cubicBezTo>
                <a:lnTo>
                  <a:pt x="793055" y="737556"/>
                </a:lnTo>
                <a:lnTo>
                  <a:pt x="760429" y="737556"/>
                </a:lnTo>
                <a:lnTo>
                  <a:pt x="747880" y="733590"/>
                </a:lnTo>
                <a:lnTo>
                  <a:pt x="695176" y="733590"/>
                </a:lnTo>
                <a:lnTo>
                  <a:pt x="672589" y="730120"/>
                </a:lnTo>
                <a:cubicBezTo>
                  <a:pt x="670602" y="730131"/>
                  <a:pt x="668615" y="729986"/>
                  <a:pt x="666628" y="729687"/>
                </a:cubicBezTo>
                <a:cubicBezTo>
                  <a:pt x="664642" y="729387"/>
                  <a:pt x="663282" y="728871"/>
                  <a:pt x="662550" y="728138"/>
                </a:cubicBezTo>
                <a:lnTo>
                  <a:pt x="650002" y="728138"/>
                </a:lnTo>
                <a:lnTo>
                  <a:pt x="643727" y="725659"/>
                </a:lnTo>
                <a:cubicBezTo>
                  <a:pt x="639937" y="725711"/>
                  <a:pt x="634970" y="725484"/>
                  <a:pt x="628826" y="724978"/>
                </a:cubicBezTo>
                <a:cubicBezTo>
                  <a:pt x="622682" y="724472"/>
                  <a:pt x="619284" y="723377"/>
                  <a:pt x="618631" y="721694"/>
                </a:cubicBezTo>
                <a:lnTo>
                  <a:pt x="607667" y="721694"/>
                </a:lnTo>
                <a:lnTo>
                  <a:pt x="608885" y="725670"/>
                </a:lnTo>
                <a:lnTo>
                  <a:pt x="622081" y="726155"/>
                </a:lnTo>
                <a:cubicBezTo>
                  <a:pt x="626891" y="726568"/>
                  <a:pt x="629506" y="727725"/>
                  <a:pt x="629924" y="729625"/>
                </a:cubicBezTo>
                <a:lnTo>
                  <a:pt x="637453" y="733590"/>
                </a:lnTo>
                <a:cubicBezTo>
                  <a:pt x="640616" y="733611"/>
                  <a:pt x="643074" y="733941"/>
                  <a:pt x="644826" y="734582"/>
                </a:cubicBezTo>
                <a:cubicBezTo>
                  <a:pt x="646577" y="735222"/>
                  <a:pt x="647466" y="736048"/>
                  <a:pt x="647492" y="737060"/>
                </a:cubicBezTo>
                <a:lnTo>
                  <a:pt x="647492" y="737556"/>
                </a:lnTo>
                <a:cubicBezTo>
                  <a:pt x="650577" y="737639"/>
                  <a:pt x="653505" y="737969"/>
                  <a:pt x="656276" y="738548"/>
                </a:cubicBezTo>
                <a:cubicBezTo>
                  <a:pt x="659047" y="739126"/>
                  <a:pt x="661975" y="739456"/>
                  <a:pt x="665060" y="739539"/>
                </a:cubicBezTo>
                <a:cubicBezTo>
                  <a:pt x="673504" y="739725"/>
                  <a:pt x="677007" y="740468"/>
                  <a:pt x="675570" y="741770"/>
                </a:cubicBezTo>
                <a:cubicBezTo>
                  <a:pt x="674132" y="743071"/>
                  <a:pt x="677321" y="743814"/>
                  <a:pt x="685138" y="744000"/>
                </a:cubicBezTo>
                <a:lnTo>
                  <a:pt x="691412" y="744000"/>
                </a:lnTo>
                <a:cubicBezTo>
                  <a:pt x="691595" y="745467"/>
                  <a:pt x="691229" y="746500"/>
                  <a:pt x="690314" y="747098"/>
                </a:cubicBezTo>
                <a:cubicBezTo>
                  <a:pt x="689398" y="747697"/>
                  <a:pt x="686837" y="747987"/>
                  <a:pt x="682628" y="747966"/>
                </a:cubicBezTo>
                <a:cubicBezTo>
                  <a:pt x="679569" y="747832"/>
                  <a:pt x="673138" y="747233"/>
                  <a:pt x="663334" y="746169"/>
                </a:cubicBezTo>
                <a:cubicBezTo>
                  <a:pt x="653531" y="745105"/>
                  <a:pt x="647413" y="744382"/>
                  <a:pt x="644983" y="744000"/>
                </a:cubicBezTo>
                <a:cubicBezTo>
                  <a:pt x="639387" y="743918"/>
                  <a:pt x="633950" y="743587"/>
                  <a:pt x="628669" y="743009"/>
                </a:cubicBezTo>
                <a:cubicBezTo>
                  <a:pt x="623389" y="742431"/>
                  <a:pt x="617951" y="742100"/>
                  <a:pt x="612356" y="742017"/>
                </a:cubicBezTo>
                <a:cubicBezTo>
                  <a:pt x="606736" y="739828"/>
                  <a:pt x="598526" y="739002"/>
                  <a:pt x="587730" y="739539"/>
                </a:cubicBezTo>
                <a:lnTo>
                  <a:pt x="587455" y="739478"/>
                </a:lnTo>
                <a:lnTo>
                  <a:pt x="580025" y="741777"/>
                </a:lnTo>
                <a:lnTo>
                  <a:pt x="574279" y="741998"/>
                </a:lnTo>
                <a:lnTo>
                  <a:pt x="578476" y="743505"/>
                </a:lnTo>
                <a:lnTo>
                  <a:pt x="591024" y="744000"/>
                </a:lnTo>
                <a:cubicBezTo>
                  <a:pt x="591625" y="744300"/>
                  <a:pt x="592305" y="744692"/>
                  <a:pt x="593063" y="745178"/>
                </a:cubicBezTo>
                <a:cubicBezTo>
                  <a:pt x="593821" y="745663"/>
                  <a:pt x="594815" y="745932"/>
                  <a:pt x="596043" y="745983"/>
                </a:cubicBezTo>
                <a:cubicBezTo>
                  <a:pt x="597246" y="745900"/>
                  <a:pt x="597978" y="745446"/>
                  <a:pt x="598239" y="744620"/>
                </a:cubicBezTo>
                <a:cubicBezTo>
                  <a:pt x="598500" y="743794"/>
                  <a:pt x="598605" y="743092"/>
                  <a:pt x="598553" y="742513"/>
                </a:cubicBezTo>
                <a:lnTo>
                  <a:pt x="603572" y="742017"/>
                </a:lnTo>
                <a:cubicBezTo>
                  <a:pt x="604879" y="742038"/>
                  <a:pt x="606030" y="742245"/>
                  <a:pt x="607023" y="742637"/>
                </a:cubicBezTo>
                <a:cubicBezTo>
                  <a:pt x="608016" y="743029"/>
                  <a:pt x="608540" y="743484"/>
                  <a:pt x="608592" y="744000"/>
                </a:cubicBezTo>
                <a:lnTo>
                  <a:pt x="592279" y="747966"/>
                </a:lnTo>
                <a:cubicBezTo>
                  <a:pt x="587233" y="747935"/>
                  <a:pt x="582266" y="747625"/>
                  <a:pt x="577377" y="747037"/>
                </a:cubicBezTo>
                <a:cubicBezTo>
                  <a:pt x="572488" y="746448"/>
                  <a:pt x="567835" y="745766"/>
                  <a:pt x="563417" y="744992"/>
                </a:cubicBezTo>
                <a:lnTo>
                  <a:pt x="554011" y="742777"/>
                </a:lnTo>
                <a:lnTo>
                  <a:pt x="550313" y="742919"/>
                </a:lnTo>
                <a:cubicBezTo>
                  <a:pt x="525667" y="742493"/>
                  <a:pt x="503668" y="739906"/>
                  <a:pt x="484316" y="735158"/>
                </a:cubicBezTo>
                <a:cubicBezTo>
                  <a:pt x="464964" y="730410"/>
                  <a:pt x="448463" y="727198"/>
                  <a:pt x="434812" y="725523"/>
                </a:cubicBezTo>
                <a:lnTo>
                  <a:pt x="419268" y="720542"/>
                </a:lnTo>
                <a:lnTo>
                  <a:pt x="415345" y="719711"/>
                </a:lnTo>
                <a:cubicBezTo>
                  <a:pt x="406064" y="719205"/>
                  <a:pt x="397333" y="717738"/>
                  <a:pt x="389150" y="715311"/>
                </a:cubicBezTo>
                <a:cubicBezTo>
                  <a:pt x="380967" y="712884"/>
                  <a:pt x="372549" y="711046"/>
                  <a:pt x="363895" y="709796"/>
                </a:cubicBezTo>
                <a:cubicBezTo>
                  <a:pt x="363138" y="709177"/>
                  <a:pt x="359635" y="708309"/>
                  <a:pt x="353386" y="707194"/>
                </a:cubicBezTo>
                <a:cubicBezTo>
                  <a:pt x="347138" y="706079"/>
                  <a:pt x="342694" y="705459"/>
                  <a:pt x="340054" y="705335"/>
                </a:cubicBezTo>
                <a:cubicBezTo>
                  <a:pt x="335034" y="705335"/>
                  <a:pt x="332525" y="704344"/>
                  <a:pt x="332525" y="702361"/>
                </a:cubicBezTo>
                <a:cubicBezTo>
                  <a:pt x="325754" y="701122"/>
                  <a:pt x="319532" y="699758"/>
                  <a:pt x="313859" y="698271"/>
                </a:cubicBezTo>
                <a:cubicBezTo>
                  <a:pt x="308186" y="696784"/>
                  <a:pt x="302277" y="695173"/>
                  <a:pt x="296134" y="693438"/>
                </a:cubicBezTo>
                <a:lnTo>
                  <a:pt x="282330" y="693438"/>
                </a:lnTo>
                <a:cubicBezTo>
                  <a:pt x="282566" y="691951"/>
                  <a:pt x="282409" y="690836"/>
                  <a:pt x="281860" y="690092"/>
                </a:cubicBezTo>
                <a:cubicBezTo>
                  <a:pt x="281311" y="689348"/>
                  <a:pt x="278958" y="688977"/>
                  <a:pt x="274802" y="688977"/>
                </a:cubicBezTo>
                <a:lnTo>
                  <a:pt x="271037" y="688977"/>
                </a:lnTo>
                <a:cubicBezTo>
                  <a:pt x="270200" y="687087"/>
                  <a:pt x="266854" y="686034"/>
                  <a:pt x="260998" y="685817"/>
                </a:cubicBezTo>
                <a:cubicBezTo>
                  <a:pt x="255142" y="685600"/>
                  <a:pt x="251796" y="684174"/>
                  <a:pt x="250959" y="681541"/>
                </a:cubicBezTo>
                <a:lnTo>
                  <a:pt x="234646" y="681046"/>
                </a:lnTo>
                <a:cubicBezTo>
                  <a:pt x="235823" y="679796"/>
                  <a:pt x="235666" y="678825"/>
                  <a:pt x="234176" y="678133"/>
                </a:cubicBezTo>
                <a:cubicBezTo>
                  <a:pt x="232685" y="677441"/>
                  <a:pt x="230333" y="677090"/>
                  <a:pt x="227117" y="677080"/>
                </a:cubicBezTo>
                <a:cubicBezTo>
                  <a:pt x="224555" y="675841"/>
                  <a:pt x="221522" y="674725"/>
                  <a:pt x="218019" y="673734"/>
                </a:cubicBezTo>
                <a:cubicBezTo>
                  <a:pt x="214517" y="672742"/>
                  <a:pt x="210856" y="671875"/>
                  <a:pt x="207040" y="671131"/>
                </a:cubicBezTo>
                <a:lnTo>
                  <a:pt x="199510" y="666670"/>
                </a:lnTo>
                <a:cubicBezTo>
                  <a:pt x="187877" y="666050"/>
                  <a:pt x="174126" y="662828"/>
                  <a:pt x="158257" y="657004"/>
                </a:cubicBezTo>
                <a:cubicBezTo>
                  <a:pt x="142389" y="651179"/>
                  <a:pt x="130206" y="646470"/>
                  <a:pt x="121709" y="642876"/>
                </a:cubicBezTo>
                <a:cubicBezTo>
                  <a:pt x="116481" y="642545"/>
                  <a:pt x="112507" y="641224"/>
                  <a:pt x="109789" y="638910"/>
                </a:cubicBezTo>
                <a:lnTo>
                  <a:pt x="99094" y="635352"/>
                </a:lnTo>
                <a:lnTo>
                  <a:pt x="93239" y="642295"/>
                </a:lnTo>
                <a:cubicBezTo>
                  <a:pt x="85658" y="651847"/>
                  <a:pt x="74953" y="662901"/>
                  <a:pt x="61124" y="675457"/>
                </a:cubicBezTo>
                <a:lnTo>
                  <a:pt x="39619" y="694255"/>
                </a:lnTo>
                <a:lnTo>
                  <a:pt x="29331" y="686130"/>
                </a:lnTo>
                <a:cubicBezTo>
                  <a:pt x="22955" y="681245"/>
                  <a:pt x="19230" y="676742"/>
                  <a:pt x="18157" y="672622"/>
                </a:cubicBezTo>
                <a:cubicBezTo>
                  <a:pt x="17085" y="668501"/>
                  <a:pt x="15233" y="664725"/>
                  <a:pt x="12601" y="661292"/>
                </a:cubicBezTo>
                <a:cubicBezTo>
                  <a:pt x="9969" y="657859"/>
                  <a:pt x="7315" y="652264"/>
                  <a:pt x="4637" y="644506"/>
                </a:cubicBezTo>
                <a:cubicBezTo>
                  <a:pt x="1526" y="635201"/>
                  <a:pt x="2292" y="627228"/>
                  <a:pt x="6935" y="620586"/>
                </a:cubicBezTo>
                <a:cubicBezTo>
                  <a:pt x="11579" y="613944"/>
                  <a:pt x="21769" y="605662"/>
                  <a:pt x="37505" y="595741"/>
                </a:cubicBezTo>
                <a:cubicBezTo>
                  <a:pt x="55827" y="584927"/>
                  <a:pt x="68579" y="576260"/>
                  <a:pt x="75759" y="569741"/>
                </a:cubicBezTo>
                <a:cubicBezTo>
                  <a:pt x="82939" y="563221"/>
                  <a:pt x="92808" y="556322"/>
                  <a:pt x="105365" y="549045"/>
                </a:cubicBezTo>
                <a:cubicBezTo>
                  <a:pt x="117923" y="541767"/>
                  <a:pt x="125797" y="536680"/>
                  <a:pt x="128988" y="533782"/>
                </a:cubicBezTo>
                <a:cubicBezTo>
                  <a:pt x="132687" y="530909"/>
                  <a:pt x="148998" y="519617"/>
                  <a:pt x="177921" y="499905"/>
                </a:cubicBezTo>
                <a:cubicBezTo>
                  <a:pt x="206844" y="480194"/>
                  <a:pt x="223397" y="469168"/>
                  <a:pt x="227578" y="466826"/>
                </a:cubicBezTo>
                <a:cubicBezTo>
                  <a:pt x="252619" y="453794"/>
                  <a:pt x="268438" y="447436"/>
                  <a:pt x="275034" y="447755"/>
                </a:cubicBezTo>
                <a:cubicBezTo>
                  <a:pt x="284675" y="448220"/>
                  <a:pt x="289789" y="442363"/>
                  <a:pt x="290377" y="430185"/>
                </a:cubicBezTo>
                <a:cubicBezTo>
                  <a:pt x="290597" y="425619"/>
                  <a:pt x="290224" y="422803"/>
                  <a:pt x="289258" y="421740"/>
                </a:cubicBezTo>
                <a:cubicBezTo>
                  <a:pt x="288292" y="420676"/>
                  <a:pt x="285755" y="420553"/>
                  <a:pt x="281647" y="421372"/>
                </a:cubicBezTo>
                <a:cubicBezTo>
                  <a:pt x="275992" y="422626"/>
                  <a:pt x="268185" y="426318"/>
                  <a:pt x="258226" y="432449"/>
                </a:cubicBezTo>
                <a:cubicBezTo>
                  <a:pt x="247252" y="438531"/>
                  <a:pt x="234231" y="444896"/>
                  <a:pt x="219161" y="451544"/>
                </a:cubicBezTo>
                <a:cubicBezTo>
                  <a:pt x="204091" y="458192"/>
                  <a:pt x="194527" y="461418"/>
                  <a:pt x="190467" y="461222"/>
                </a:cubicBezTo>
                <a:cubicBezTo>
                  <a:pt x="186408" y="461026"/>
                  <a:pt x="183562" y="462033"/>
                  <a:pt x="181930" y="464243"/>
                </a:cubicBezTo>
                <a:cubicBezTo>
                  <a:pt x="180298" y="466453"/>
                  <a:pt x="177832" y="467478"/>
                  <a:pt x="174534" y="467319"/>
                </a:cubicBezTo>
                <a:cubicBezTo>
                  <a:pt x="171236" y="467160"/>
                  <a:pt x="166444" y="468964"/>
                  <a:pt x="160160" y="472729"/>
                </a:cubicBezTo>
                <a:cubicBezTo>
                  <a:pt x="154939" y="475529"/>
                  <a:pt x="139200" y="480237"/>
                  <a:pt x="112942" y="486854"/>
                </a:cubicBezTo>
                <a:cubicBezTo>
                  <a:pt x="86685" y="493470"/>
                  <a:pt x="70258" y="496620"/>
                  <a:pt x="63662" y="496301"/>
                </a:cubicBezTo>
                <a:cubicBezTo>
                  <a:pt x="58081" y="496032"/>
                  <a:pt x="48779" y="493804"/>
                  <a:pt x="35758" y="489615"/>
                </a:cubicBezTo>
                <a:cubicBezTo>
                  <a:pt x="26747" y="486638"/>
                  <a:pt x="20901" y="483940"/>
                  <a:pt x="18220" y="481522"/>
                </a:cubicBezTo>
                <a:cubicBezTo>
                  <a:pt x="15540" y="479104"/>
                  <a:pt x="12112" y="473726"/>
                  <a:pt x="7937" y="465387"/>
                </a:cubicBezTo>
                <a:cubicBezTo>
                  <a:pt x="2411" y="453423"/>
                  <a:pt x="-230" y="444904"/>
                  <a:pt x="15" y="439830"/>
                </a:cubicBezTo>
                <a:cubicBezTo>
                  <a:pt x="211" y="435770"/>
                  <a:pt x="5222" y="429400"/>
                  <a:pt x="15050" y="420720"/>
                </a:cubicBezTo>
                <a:cubicBezTo>
                  <a:pt x="24878" y="412039"/>
                  <a:pt x="31821" y="407797"/>
                  <a:pt x="35880" y="407992"/>
                </a:cubicBezTo>
                <a:cubicBezTo>
                  <a:pt x="39940" y="408188"/>
                  <a:pt x="43432" y="406958"/>
                  <a:pt x="46357" y="404302"/>
                </a:cubicBezTo>
                <a:cubicBezTo>
                  <a:pt x="49283" y="401646"/>
                  <a:pt x="50684" y="401586"/>
                  <a:pt x="50562" y="404123"/>
                </a:cubicBezTo>
                <a:cubicBezTo>
                  <a:pt x="50439" y="406660"/>
                  <a:pt x="47997" y="409848"/>
                  <a:pt x="43234" y="413687"/>
                </a:cubicBezTo>
                <a:cubicBezTo>
                  <a:pt x="37940" y="418009"/>
                  <a:pt x="35351" y="424242"/>
                  <a:pt x="35467" y="432385"/>
                </a:cubicBezTo>
                <a:cubicBezTo>
                  <a:pt x="35582" y="440528"/>
                  <a:pt x="38419" y="444988"/>
                  <a:pt x="43976" y="445764"/>
                </a:cubicBezTo>
                <a:cubicBezTo>
                  <a:pt x="49557" y="446034"/>
                  <a:pt x="53031" y="445184"/>
                  <a:pt x="54398" y="443215"/>
                </a:cubicBezTo>
                <a:cubicBezTo>
                  <a:pt x="55764" y="441247"/>
                  <a:pt x="57432" y="440946"/>
                  <a:pt x="59400" y="442312"/>
                </a:cubicBezTo>
                <a:cubicBezTo>
                  <a:pt x="61369" y="443679"/>
                  <a:pt x="63169" y="443257"/>
                  <a:pt x="64801" y="441047"/>
                </a:cubicBezTo>
                <a:cubicBezTo>
                  <a:pt x="66434" y="438837"/>
                  <a:pt x="69026" y="437818"/>
                  <a:pt x="72578" y="437989"/>
                </a:cubicBezTo>
                <a:cubicBezTo>
                  <a:pt x="79174" y="438307"/>
                  <a:pt x="106061" y="429178"/>
                  <a:pt x="153239" y="410602"/>
                </a:cubicBezTo>
                <a:cubicBezTo>
                  <a:pt x="165154" y="406090"/>
                  <a:pt x="175257" y="402255"/>
                  <a:pt x="183546" y="399094"/>
                </a:cubicBezTo>
                <a:cubicBezTo>
                  <a:pt x="205830" y="390506"/>
                  <a:pt x="234785" y="378043"/>
                  <a:pt x="270412" y="361707"/>
                </a:cubicBezTo>
                <a:cubicBezTo>
                  <a:pt x="306038" y="345370"/>
                  <a:pt x="325459" y="335500"/>
                  <a:pt x="328675" y="332095"/>
                </a:cubicBezTo>
                <a:cubicBezTo>
                  <a:pt x="334526" y="326782"/>
                  <a:pt x="336800" y="321806"/>
                  <a:pt x="335498" y="317166"/>
                </a:cubicBezTo>
                <a:cubicBezTo>
                  <a:pt x="334172" y="313033"/>
                  <a:pt x="330599" y="308029"/>
                  <a:pt x="324779" y="302154"/>
                </a:cubicBezTo>
                <a:cubicBezTo>
                  <a:pt x="318959" y="296279"/>
                  <a:pt x="314539" y="293014"/>
                  <a:pt x="311519" y="292360"/>
                </a:cubicBezTo>
                <a:cubicBezTo>
                  <a:pt x="308982" y="292237"/>
                  <a:pt x="307165" y="290370"/>
                  <a:pt x="306068" y="286757"/>
                </a:cubicBezTo>
                <a:cubicBezTo>
                  <a:pt x="304971" y="283144"/>
                  <a:pt x="303154" y="281276"/>
                  <a:pt x="300617" y="281154"/>
                </a:cubicBezTo>
                <a:cubicBezTo>
                  <a:pt x="299602" y="281105"/>
                  <a:pt x="298816" y="281575"/>
                  <a:pt x="298260" y="282566"/>
                </a:cubicBezTo>
                <a:cubicBezTo>
                  <a:pt x="297703" y="283556"/>
                  <a:pt x="297497" y="285199"/>
                  <a:pt x="297641" y="287495"/>
                </a:cubicBezTo>
                <a:cubicBezTo>
                  <a:pt x="297784" y="289790"/>
                  <a:pt x="298151" y="292732"/>
                  <a:pt x="298741" y="296321"/>
                </a:cubicBezTo>
                <a:cubicBezTo>
                  <a:pt x="299330" y="299909"/>
                  <a:pt x="300246" y="304658"/>
                  <a:pt x="301486" y="310567"/>
                </a:cubicBezTo>
                <a:cubicBezTo>
                  <a:pt x="302727" y="316475"/>
                  <a:pt x="300156" y="322327"/>
                  <a:pt x="293774" y="328122"/>
                </a:cubicBezTo>
                <a:cubicBezTo>
                  <a:pt x="287391" y="333918"/>
                  <a:pt x="280648" y="336644"/>
                  <a:pt x="273544" y="336301"/>
                </a:cubicBezTo>
                <a:cubicBezTo>
                  <a:pt x="266948" y="335983"/>
                  <a:pt x="259725" y="332838"/>
                  <a:pt x="251876" y="326864"/>
                </a:cubicBezTo>
                <a:cubicBezTo>
                  <a:pt x="244026" y="320891"/>
                  <a:pt x="238485" y="314521"/>
                  <a:pt x="235251" y="307753"/>
                </a:cubicBezTo>
                <a:cubicBezTo>
                  <a:pt x="219541" y="274954"/>
                  <a:pt x="211784" y="256525"/>
                  <a:pt x="211980" y="252466"/>
                </a:cubicBezTo>
                <a:cubicBezTo>
                  <a:pt x="211668" y="248382"/>
                  <a:pt x="207554" y="238775"/>
                  <a:pt x="199638" y="223644"/>
                </a:cubicBezTo>
                <a:cubicBezTo>
                  <a:pt x="186581" y="199110"/>
                  <a:pt x="184634" y="181470"/>
                  <a:pt x="193799" y="170723"/>
                </a:cubicBezTo>
                <a:cubicBezTo>
                  <a:pt x="195951" y="168284"/>
                  <a:pt x="198086" y="163555"/>
                  <a:pt x="200205" y="156537"/>
                </a:cubicBezTo>
                <a:cubicBezTo>
                  <a:pt x="202323" y="149519"/>
                  <a:pt x="206467" y="140056"/>
                  <a:pt x="212636" y="128147"/>
                </a:cubicBezTo>
                <a:cubicBezTo>
                  <a:pt x="217717" y="117712"/>
                  <a:pt x="220608" y="110477"/>
                  <a:pt x="221312" y="106442"/>
                </a:cubicBezTo>
                <a:cubicBezTo>
                  <a:pt x="222015" y="102407"/>
                  <a:pt x="220954" y="98033"/>
                  <a:pt x="218130" y="93319"/>
                </a:cubicBezTo>
                <a:cubicBezTo>
                  <a:pt x="215813" y="88630"/>
                  <a:pt x="217040" y="79026"/>
                  <a:pt x="221809" y="64507"/>
                </a:cubicBezTo>
                <a:cubicBezTo>
                  <a:pt x="227134" y="48998"/>
                  <a:pt x="231576" y="35989"/>
                  <a:pt x="235134" y="25480"/>
                </a:cubicBezTo>
                <a:cubicBezTo>
                  <a:pt x="239249" y="13981"/>
                  <a:pt x="241875" y="6987"/>
                  <a:pt x="243012" y="4499"/>
                </a:cubicBezTo>
                <a:cubicBezTo>
                  <a:pt x="245213" y="1045"/>
                  <a:pt x="249098" y="-420"/>
                  <a:pt x="254668" y="102"/>
                </a:cubicBezTo>
                <a:close/>
              </a:path>
            </a:pathLst>
          </a:custGeom>
          <a:solidFill>
            <a:schemeClr val="bg1">
              <a:alpha val="55000"/>
            </a:schemeClr>
          </a:solidFill>
          <a:ln>
            <a:solidFill>
              <a:schemeClr val="accent1">
                <a:shade val="5000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 sz="37300" dirty="0">
              <a:solidFill>
                <a:schemeClr val="tx1"/>
              </a:solidFill>
              <a:effectLst/>
              <a:latin typeface="Road Rage" pitchFamily="50" charset="0"/>
            </a:endParaRPr>
          </a:p>
        </p:txBody>
      </p:sp>
      <p:sp>
        <p:nvSpPr>
          <p:cNvPr id="286" name="求" hidden="1">
            <a:extLst>
              <a:ext uri="{FF2B5EF4-FFF2-40B4-BE49-F238E27FC236}">
                <a16:creationId xmlns:a16="http://schemas.microsoft.com/office/drawing/2014/main" id="{BEFF4AB9-C2FA-4F35-B892-A1DDBBDFB237}"/>
              </a:ext>
            </a:extLst>
          </p:cNvPr>
          <p:cNvSpPr txBox="1"/>
          <p:nvPr userDrawn="1"/>
        </p:nvSpPr>
        <p:spPr>
          <a:xfrm>
            <a:off x="2758691" y="2032360"/>
            <a:ext cx="676732" cy="858342"/>
          </a:xfrm>
          <a:custGeom>
            <a:avLst/>
            <a:gdLst/>
            <a:ahLst/>
            <a:cxnLst/>
            <a:rect l="l" t="t" r="r" b="b"/>
            <a:pathLst>
              <a:path w="676732" h="858342">
                <a:moveTo>
                  <a:pt x="86411" y="455288"/>
                </a:moveTo>
                <a:cubicBezTo>
                  <a:pt x="105613" y="456203"/>
                  <a:pt x="117653" y="459098"/>
                  <a:pt x="122529" y="463975"/>
                </a:cubicBezTo>
                <a:cubicBezTo>
                  <a:pt x="126797" y="468242"/>
                  <a:pt x="130454" y="470376"/>
                  <a:pt x="133502" y="470376"/>
                </a:cubicBezTo>
                <a:cubicBezTo>
                  <a:pt x="136550" y="470376"/>
                  <a:pt x="140208" y="475557"/>
                  <a:pt x="144475" y="485920"/>
                </a:cubicBezTo>
                <a:cubicBezTo>
                  <a:pt x="148133" y="495064"/>
                  <a:pt x="149352" y="508933"/>
                  <a:pt x="148133" y="527526"/>
                </a:cubicBezTo>
                <a:cubicBezTo>
                  <a:pt x="146913" y="546118"/>
                  <a:pt x="144170" y="555415"/>
                  <a:pt x="139903" y="555415"/>
                </a:cubicBezTo>
                <a:cubicBezTo>
                  <a:pt x="136855" y="555415"/>
                  <a:pt x="133807" y="558463"/>
                  <a:pt x="130759" y="564559"/>
                </a:cubicBezTo>
                <a:cubicBezTo>
                  <a:pt x="117957" y="589552"/>
                  <a:pt x="109728" y="604183"/>
                  <a:pt x="106070" y="608450"/>
                </a:cubicBezTo>
                <a:cubicBezTo>
                  <a:pt x="104851" y="609669"/>
                  <a:pt x="102260" y="613632"/>
                  <a:pt x="98298" y="620337"/>
                </a:cubicBezTo>
                <a:cubicBezTo>
                  <a:pt x="94335" y="627043"/>
                  <a:pt x="94183" y="630396"/>
                  <a:pt x="97841" y="630396"/>
                </a:cubicBezTo>
                <a:cubicBezTo>
                  <a:pt x="100279" y="629786"/>
                  <a:pt x="103937" y="627043"/>
                  <a:pt x="108813" y="622166"/>
                </a:cubicBezTo>
                <a:cubicBezTo>
                  <a:pt x="127101" y="606316"/>
                  <a:pt x="132283" y="603878"/>
                  <a:pt x="124358" y="614851"/>
                </a:cubicBezTo>
                <a:cubicBezTo>
                  <a:pt x="119481" y="620947"/>
                  <a:pt x="109728" y="632224"/>
                  <a:pt x="95097" y="648684"/>
                </a:cubicBezTo>
                <a:cubicBezTo>
                  <a:pt x="87782" y="657218"/>
                  <a:pt x="83972" y="662552"/>
                  <a:pt x="83667" y="664686"/>
                </a:cubicBezTo>
                <a:cubicBezTo>
                  <a:pt x="83363" y="666819"/>
                  <a:pt x="82601" y="670782"/>
                  <a:pt x="81381" y="676573"/>
                </a:cubicBezTo>
                <a:cubicBezTo>
                  <a:pt x="80162" y="682364"/>
                  <a:pt x="78943" y="688308"/>
                  <a:pt x="77724" y="694404"/>
                </a:cubicBezTo>
                <a:cubicBezTo>
                  <a:pt x="76505" y="700500"/>
                  <a:pt x="74371" y="708729"/>
                  <a:pt x="71323" y="719093"/>
                </a:cubicBezTo>
                <a:cubicBezTo>
                  <a:pt x="68275" y="729456"/>
                  <a:pt x="66751" y="735247"/>
                  <a:pt x="66751" y="736466"/>
                </a:cubicBezTo>
                <a:cubicBezTo>
                  <a:pt x="67361" y="739514"/>
                  <a:pt x="64922" y="741800"/>
                  <a:pt x="59436" y="743324"/>
                </a:cubicBezTo>
                <a:cubicBezTo>
                  <a:pt x="53949" y="744848"/>
                  <a:pt x="48463" y="745001"/>
                  <a:pt x="42977" y="743781"/>
                </a:cubicBezTo>
                <a:cubicBezTo>
                  <a:pt x="35661" y="741953"/>
                  <a:pt x="29565" y="733723"/>
                  <a:pt x="24689" y="719093"/>
                </a:cubicBezTo>
                <a:cubicBezTo>
                  <a:pt x="19812" y="704462"/>
                  <a:pt x="17831" y="694708"/>
                  <a:pt x="18745" y="689832"/>
                </a:cubicBezTo>
                <a:cubicBezTo>
                  <a:pt x="19659" y="684955"/>
                  <a:pt x="24993" y="676725"/>
                  <a:pt x="34747" y="665143"/>
                </a:cubicBezTo>
                <a:cubicBezTo>
                  <a:pt x="43891" y="654780"/>
                  <a:pt x="51206" y="644416"/>
                  <a:pt x="56693" y="634053"/>
                </a:cubicBezTo>
                <a:cubicBezTo>
                  <a:pt x="62179" y="623690"/>
                  <a:pt x="70713" y="605097"/>
                  <a:pt x="82296" y="578275"/>
                </a:cubicBezTo>
                <a:cubicBezTo>
                  <a:pt x="101193" y="532555"/>
                  <a:pt x="106375" y="501161"/>
                  <a:pt x="97841" y="484092"/>
                </a:cubicBezTo>
                <a:cubicBezTo>
                  <a:pt x="95402" y="479215"/>
                  <a:pt x="92354" y="476472"/>
                  <a:pt x="88697" y="475862"/>
                </a:cubicBezTo>
                <a:cubicBezTo>
                  <a:pt x="85039" y="475253"/>
                  <a:pt x="76809" y="475557"/>
                  <a:pt x="64008" y="476776"/>
                </a:cubicBezTo>
                <a:cubicBezTo>
                  <a:pt x="29870" y="479824"/>
                  <a:pt x="10058" y="488664"/>
                  <a:pt x="4572" y="503294"/>
                </a:cubicBezTo>
                <a:lnTo>
                  <a:pt x="0" y="512438"/>
                </a:lnTo>
                <a:lnTo>
                  <a:pt x="0" y="502380"/>
                </a:lnTo>
                <a:cubicBezTo>
                  <a:pt x="0" y="493845"/>
                  <a:pt x="3657" y="485616"/>
                  <a:pt x="10973" y="477691"/>
                </a:cubicBezTo>
                <a:cubicBezTo>
                  <a:pt x="18288" y="469766"/>
                  <a:pt x="27737" y="463975"/>
                  <a:pt x="39319" y="460317"/>
                </a:cubicBezTo>
                <a:cubicBezTo>
                  <a:pt x="51511" y="456050"/>
                  <a:pt x="67208" y="454374"/>
                  <a:pt x="86411" y="455288"/>
                </a:cubicBezTo>
                <a:close/>
                <a:moveTo>
                  <a:pt x="436283" y="362248"/>
                </a:moveTo>
                <a:cubicBezTo>
                  <a:pt x="441541" y="362400"/>
                  <a:pt x="446837" y="363086"/>
                  <a:pt x="452171" y="364305"/>
                </a:cubicBezTo>
                <a:cubicBezTo>
                  <a:pt x="462839" y="366744"/>
                  <a:pt x="470306" y="370401"/>
                  <a:pt x="474573" y="375278"/>
                </a:cubicBezTo>
                <a:cubicBezTo>
                  <a:pt x="479450" y="381374"/>
                  <a:pt x="483717" y="389604"/>
                  <a:pt x="487375" y="399967"/>
                </a:cubicBezTo>
                <a:cubicBezTo>
                  <a:pt x="492861" y="416426"/>
                  <a:pt x="488899" y="437153"/>
                  <a:pt x="475488" y="462146"/>
                </a:cubicBezTo>
                <a:cubicBezTo>
                  <a:pt x="471221" y="470071"/>
                  <a:pt x="469087" y="476319"/>
                  <a:pt x="469087" y="480891"/>
                </a:cubicBezTo>
                <a:cubicBezTo>
                  <a:pt x="469087" y="485463"/>
                  <a:pt x="467868" y="488359"/>
                  <a:pt x="465429" y="489578"/>
                </a:cubicBezTo>
                <a:cubicBezTo>
                  <a:pt x="463601" y="490188"/>
                  <a:pt x="459333" y="499636"/>
                  <a:pt x="452628" y="517924"/>
                </a:cubicBezTo>
                <a:cubicBezTo>
                  <a:pt x="445922" y="536212"/>
                  <a:pt x="441655" y="550233"/>
                  <a:pt x="439826" y="559987"/>
                </a:cubicBezTo>
                <a:cubicBezTo>
                  <a:pt x="436778" y="575836"/>
                  <a:pt x="446532" y="587419"/>
                  <a:pt x="469087" y="594734"/>
                </a:cubicBezTo>
                <a:cubicBezTo>
                  <a:pt x="480060" y="597782"/>
                  <a:pt x="492404" y="605402"/>
                  <a:pt x="506120" y="617594"/>
                </a:cubicBezTo>
                <a:cubicBezTo>
                  <a:pt x="519836" y="629786"/>
                  <a:pt x="529742" y="641368"/>
                  <a:pt x="535838" y="652341"/>
                </a:cubicBezTo>
                <a:cubicBezTo>
                  <a:pt x="541934" y="664533"/>
                  <a:pt x="544982" y="679164"/>
                  <a:pt x="544982" y="696232"/>
                </a:cubicBezTo>
                <a:cubicBezTo>
                  <a:pt x="544982" y="712082"/>
                  <a:pt x="543153" y="727932"/>
                  <a:pt x="539496" y="743781"/>
                </a:cubicBezTo>
                <a:cubicBezTo>
                  <a:pt x="535838" y="759631"/>
                  <a:pt x="532181" y="767556"/>
                  <a:pt x="528523" y="767556"/>
                </a:cubicBezTo>
                <a:cubicBezTo>
                  <a:pt x="524865" y="767556"/>
                  <a:pt x="518922" y="772128"/>
                  <a:pt x="510692" y="781272"/>
                </a:cubicBezTo>
                <a:cubicBezTo>
                  <a:pt x="502463" y="790416"/>
                  <a:pt x="496519" y="794226"/>
                  <a:pt x="492861" y="792702"/>
                </a:cubicBezTo>
                <a:cubicBezTo>
                  <a:pt x="489204" y="791178"/>
                  <a:pt x="480365" y="791635"/>
                  <a:pt x="466344" y="794073"/>
                </a:cubicBezTo>
                <a:cubicBezTo>
                  <a:pt x="452323" y="796512"/>
                  <a:pt x="443484" y="796207"/>
                  <a:pt x="439826" y="793159"/>
                </a:cubicBezTo>
                <a:cubicBezTo>
                  <a:pt x="436169" y="790111"/>
                  <a:pt x="427329" y="789044"/>
                  <a:pt x="413309" y="789959"/>
                </a:cubicBezTo>
                <a:cubicBezTo>
                  <a:pt x="399288" y="790873"/>
                  <a:pt x="390144" y="791025"/>
                  <a:pt x="385877" y="790416"/>
                </a:cubicBezTo>
                <a:cubicBezTo>
                  <a:pt x="383438" y="790416"/>
                  <a:pt x="381762" y="789197"/>
                  <a:pt x="380847" y="786758"/>
                </a:cubicBezTo>
                <a:cubicBezTo>
                  <a:pt x="379933" y="784320"/>
                  <a:pt x="380238" y="782034"/>
                  <a:pt x="381762" y="779900"/>
                </a:cubicBezTo>
                <a:cubicBezTo>
                  <a:pt x="383286" y="777767"/>
                  <a:pt x="385267" y="776700"/>
                  <a:pt x="387705" y="776700"/>
                </a:cubicBezTo>
                <a:cubicBezTo>
                  <a:pt x="391973" y="776700"/>
                  <a:pt x="400050" y="771061"/>
                  <a:pt x="411937" y="759783"/>
                </a:cubicBezTo>
                <a:cubicBezTo>
                  <a:pt x="423824" y="748506"/>
                  <a:pt x="429768" y="741038"/>
                  <a:pt x="429768" y="737380"/>
                </a:cubicBezTo>
                <a:cubicBezTo>
                  <a:pt x="429768" y="733723"/>
                  <a:pt x="430987" y="731894"/>
                  <a:pt x="433425" y="731894"/>
                </a:cubicBezTo>
                <a:cubicBezTo>
                  <a:pt x="435864" y="731894"/>
                  <a:pt x="440131" y="724122"/>
                  <a:pt x="446227" y="708577"/>
                </a:cubicBezTo>
                <a:cubicBezTo>
                  <a:pt x="452323" y="693032"/>
                  <a:pt x="455676" y="681602"/>
                  <a:pt x="456285" y="674287"/>
                </a:cubicBezTo>
                <a:cubicBezTo>
                  <a:pt x="457505" y="658437"/>
                  <a:pt x="457200" y="647769"/>
                  <a:pt x="455371" y="642283"/>
                </a:cubicBezTo>
                <a:cubicBezTo>
                  <a:pt x="453542" y="636797"/>
                  <a:pt x="449275" y="632834"/>
                  <a:pt x="442569" y="630396"/>
                </a:cubicBezTo>
                <a:cubicBezTo>
                  <a:pt x="435254" y="626738"/>
                  <a:pt x="429463" y="623233"/>
                  <a:pt x="425196" y="619880"/>
                </a:cubicBezTo>
                <a:cubicBezTo>
                  <a:pt x="420929" y="616527"/>
                  <a:pt x="413613" y="608450"/>
                  <a:pt x="403250" y="595649"/>
                </a:cubicBezTo>
                <a:cubicBezTo>
                  <a:pt x="393497" y="584066"/>
                  <a:pt x="385115" y="570198"/>
                  <a:pt x="378104" y="554043"/>
                </a:cubicBezTo>
                <a:cubicBezTo>
                  <a:pt x="371094" y="537889"/>
                  <a:pt x="367589" y="524325"/>
                  <a:pt x="367589" y="513353"/>
                </a:cubicBezTo>
                <a:cubicBezTo>
                  <a:pt x="367589" y="497503"/>
                  <a:pt x="381000" y="467632"/>
                  <a:pt x="407822" y="423741"/>
                </a:cubicBezTo>
                <a:cubicBezTo>
                  <a:pt x="419405" y="404844"/>
                  <a:pt x="425196" y="392347"/>
                  <a:pt x="425196" y="386251"/>
                </a:cubicBezTo>
                <a:cubicBezTo>
                  <a:pt x="425196" y="381984"/>
                  <a:pt x="424281" y="379393"/>
                  <a:pt x="422453" y="378478"/>
                </a:cubicBezTo>
                <a:cubicBezTo>
                  <a:pt x="420624" y="377564"/>
                  <a:pt x="416357" y="377717"/>
                  <a:pt x="409651" y="378936"/>
                </a:cubicBezTo>
                <a:cubicBezTo>
                  <a:pt x="402336" y="379545"/>
                  <a:pt x="398373" y="379545"/>
                  <a:pt x="397764" y="378936"/>
                </a:cubicBezTo>
                <a:cubicBezTo>
                  <a:pt x="397154" y="377717"/>
                  <a:pt x="398373" y="375583"/>
                  <a:pt x="401421" y="372535"/>
                </a:cubicBezTo>
                <a:cubicBezTo>
                  <a:pt x="406298" y="367658"/>
                  <a:pt x="412699" y="364610"/>
                  <a:pt x="420624" y="363391"/>
                </a:cubicBezTo>
                <a:cubicBezTo>
                  <a:pt x="425805" y="362476"/>
                  <a:pt x="431025" y="362096"/>
                  <a:pt x="436283" y="362248"/>
                </a:cubicBezTo>
                <a:close/>
                <a:moveTo>
                  <a:pt x="291693" y="95472"/>
                </a:moveTo>
                <a:cubicBezTo>
                  <a:pt x="296570" y="96081"/>
                  <a:pt x="300075" y="97910"/>
                  <a:pt x="302209" y="100958"/>
                </a:cubicBezTo>
                <a:cubicBezTo>
                  <a:pt x="304343" y="104006"/>
                  <a:pt x="306933" y="110712"/>
                  <a:pt x="309981" y="121075"/>
                </a:cubicBezTo>
                <a:cubicBezTo>
                  <a:pt x="313639" y="136924"/>
                  <a:pt x="316382" y="153384"/>
                  <a:pt x="318211" y="170452"/>
                </a:cubicBezTo>
                <a:cubicBezTo>
                  <a:pt x="318821" y="181425"/>
                  <a:pt x="319887" y="188740"/>
                  <a:pt x="321411" y="192398"/>
                </a:cubicBezTo>
                <a:cubicBezTo>
                  <a:pt x="322935" y="196056"/>
                  <a:pt x="326441" y="199408"/>
                  <a:pt x="331927" y="202456"/>
                </a:cubicBezTo>
                <a:cubicBezTo>
                  <a:pt x="339242" y="206724"/>
                  <a:pt x="346253" y="212515"/>
                  <a:pt x="352958" y="219830"/>
                </a:cubicBezTo>
                <a:cubicBezTo>
                  <a:pt x="359664" y="227145"/>
                  <a:pt x="367131" y="231870"/>
                  <a:pt x="375361" y="234003"/>
                </a:cubicBezTo>
                <a:cubicBezTo>
                  <a:pt x="383591" y="236137"/>
                  <a:pt x="389229" y="238270"/>
                  <a:pt x="392277" y="240404"/>
                </a:cubicBezTo>
                <a:cubicBezTo>
                  <a:pt x="395325" y="242538"/>
                  <a:pt x="402945" y="244824"/>
                  <a:pt x="415137" y="247262"/>
                </a:cubicBezTo>
                <a:cubicBezTo>
                  <a:pt x="434035" y="250310"/>
                  <a:pt x="445617" y="257625"/>
                  <a:pt x="449885" y="269208"/>
                </a:cubicBezTo>
                <a:cubicBezTo>
                  <a:pt x="452323" y="275913"/>
                  <a:pt x="449885" y="281095"/>
                  <a:pt x="442569" y="284753"/>
                </a:cubicBezTo>
                <a:cubicBezTo>
                  <a:pt x="438302" y="287191"/>
                  <a:pt x="425805" y="292525"/>
                  <a:pt x="405079" y="300754"/>
                </a:cubicBezTo>
                <a:cubicBezTo>
                  <a:pt x="384353" y="308984"/>
                  <a:pt x="372923" y="315080"/>
                  <a:pt x="370789" y="319042"/>
                </a:cubicBezTo>
                <a:cubicBezTo>
                  <a:pt x="368655" y="323005"/>
                  <a:pt x="365607" y="324986"/>
                  <a:pt x="361645" y="324986"/>
                </a:cubicBezTo>
                <a:cubicBezTo>
                  <a:pt x="357683" y="324986"/>
                  <a:pt x="348996" y="327729"/>
                  <a:pt x="335585" y="333216"/>
                </a:cubicBezTo>
                <a:cubicBezTo>
                  <a:pt x="326441" y="337483"/>
                  <a:pt x="320649" y="341293"/>
                  <a:pt x="318211" y="344646"/>
                </a:cubicBezTo>
                <a:cubicBezTo>
                  <a:pt x="315773" y="347998"/>
                  <a:pt x="313334" y="355771"/>
                  <a:pt x="310896" y="367963"/>
                </a:cubicBezTo>
                <a:cubicBezTo>
                  <a:pt x="307238" y="385032"/>
                  <a:pt x="305257" y="450716"/>
                  <a:pt x="304952" y="565016"/>
                </a:cubicBezTo>
                <a:cubicBezTo>
                  <a:pt x="304647" y="679316"/>
                  <a:pt x="306324" y="741343"/>
                  <a:pt x="309981" y="751097"/>
                </a:cubicBezTo>
                <a:cubicBezTo>
                  <a:pt x="311810" y="756583"/>
                  <a:pt x="312572" y="767861"/>
                  <a:pt x="312267" y="784929"/>
                </a:cubicBezTo>
                <a:cubicBezTo>
                  <a:pt x="311963" y="801998"/>
                  <a:pt x="310591" y="818153"/>
                  <a:pt x="308153" y="833393"/>
                </a:cubicBezTo>
                <a:cubicBezTo>
                  <a:pt x="306324" y="846194"/>
                  <a:pt x="301752" y="853814"/>
                  <a:pt x="294437" y="856253"/>
                </a:cubicBezTo>
                <a:cubicBezTo>
                  <a:pt x="287121" y="858691"/>
                  <a:pt x="280721" y="858996"/>
                  <a:pt x="275234" y="857167"/>
                </a:cubicBezTo>
                <a:cubicBezTo>
                  <a:pt x="269748" y="854729"/>
                  <a:pt x="260604" y="847261"/>
                  <a:pt x="247802" y="834764"/>
                </a:cubicBezTo>
                <a:cubicBezTo>
                  <a:pt x="235001" y="822267"/>
                  <a:pt x="225857" y="811752"/>
                  <a:pt x="220370" y="803217"/>
                </a:cubicBezTo>
                <a:cubicBezTo>
                  <a:pt x="214274" y="792854"/>
                  <a:pt x="209397" y="786149"/>
                  <a:pt x="205740" y="783101"/>
                </a:cubicBezTo>
                <a:cubicBezTo>
                  <a:pt x="202082" y="780053"/>
                  <a:pt x="195986" y="772585"/>
                  <a:pt x="187452" y="760698"/>
                </a:cubicBezTo>
                <a:cubicBezTo>
                  <a:pt x="178917" y="748811"/>
                  <a:pt x="173431" y="741953"/>
                  <a:pt x="170993" y="740124"/>
                </a:cubicBezTo>
                <a:cubicBezTo>
                  <a:pt x="168554" y="738295"/>
                  <a:pt x="168249" y="735856"/>
                  <a:pt x="170078" y="732809"/>
                </a:cubicBezTo>
                <a:cubicBezTo>
                  <a:pt x="171907" y="729761"/>
                  <a:pt x="163373" y="716654"/>
                  <a:pt x="144475" y="693489"/>
                </a:cubicBezTo>
                <a:cubicBezTo>
                  <a:pt x="121920" y="665448"/>
                  <a:pt x="111557" y="651427"/>
                  <a:pt x="113385" y="651427"/>
                </a:cubicBezTo>
                <a:cubicBezTo>
                  <a:pt x="114605" y="651427"/>
                  <a:pt x="118872" y="654780"/>
                  <a:pt x="126187" y="661485"/>
                </a:cubicBezTo>
                <a:cubicBezTo>
                  <a:pt x="137769" y="671849"/>
                  <a:pt x="144170" y="678097"/>
                  <a:pt x="145389" y="680230"/>
                </a:cubicBezTo>
                <a:cubicBezTo>
                  <a:pt x="146609" y="682364"/>
                  <a:pt x="148590" y="683431"/>
                  <a:pt x="151333" y="683431"/>
                </a:cubicBezTo>
                <a:cubicBezTo>
                  <a:pt x="154076" y="683431"/>
                  <a:pt x="161087" y="687851"/>
                  <a:pt x="172364" y="696690"/>
                </a:cubicBezTo>
                <a:cubicBezTo>
                  <a:pt x="183642" y="705529"/>
                  <a:pt x="190652" y="709949"/>
                  <a:pt x="193395" y="709949"/>
                </a:cubicBezTo>
                <a:cubicBezTo>
                  <a:pt x="196139" y="709949"/>
                  <a:pt x="200253" y="712844"/>
                  <a:pt x="205740" y="718635"/>
                </a:cubicBezTo>
                <a:cubicBezTo>
                  <a:pt x="211226" y="724426"/>
                  <a:pt x="216713" y="727322"/>
                  <a:pt x="222199" y="727322"/>
                </a:cubicBezTo>
                <a:cubicBezTo>
                  <a:pt x="225857" y="727322"/>
                  <a:pt x="228143" y="725493"/>
                  <a:pt x="229057" y="721836"/>
                </a:cubicBezTo>
                <a:cubicBezTo>
                  <a:pt x="229971" y="718178"/>
                  <a:pt x="230733" y="708729"/>
                  <a:pt x="231343" y="693489"/>
                </a:cubicBezTo>
                <a:cubicBezTo>
                  <a:pt x="231343" y="670324"/>
                  <a:pt x="231953" y="655084"/>
                  <a:pt x="233172" y="647769"/>
                </a:cubicBezTo>
                <a:cubicBezTo>
                  <a:pt x="235001" y="626433"/>
                  <a:pt x="237744" y="560597"/>
                  <a:pt x="241401" y="450259"/>
                </a:cubicBezTo>
                <a:lnTo>
                  <a:pt x="243230" y="378936"/>
                </a:lnTo>
                <a:lnTo>
                  <a:pt x="220370" y="385336"/>
                </a:lnTo>
                <a:cubicBezTo>
                  <a:pt x="203911" y="389604"/>
                  <a:pt x="186842" y="391737"/>
                  <a:pt x="169164" y="391737"/>
                </a:cubicBezTo>
                <a:cubicBezTo>
                  <a:pt x="151485" y="391737"/>
                  <a:pt x="138379" y="389604"/>
                  <a:pt x="129845" y="385336"/>
                </a:cubicBezTo>
                <a:cubicBezTo>
                  <a:pt x="123139" y="381679"/>
                  <a:pt x="111404" y="371620"/>
                  <a:pt x="94640" y="355161"/>
                </a:cubicBezTo>
                <a:cubicBezTo>
                  <a:pt x="77876" y="338702"/>
                  <a:pt x="67665" y="326815"/>
                  <a:pt x="64008" y="319500"/>
                </a:cubicBezTo>
                <a:cubicBezTo>
                  <a:pt x="58521" y="309136"/>
                  <a:pt x="59436" y="298926"/>
                  <a:pt x="66751" y="288867"/>
                </a:cubicBezTo>
                <a:cubicBezTo>
                  <a:pt x="74066" y="278809"/>
                  <a:pt x="83515" y="275304"/>
                  <a:pt x="95097" y="278352"/>
                </a:cubicBezTo>
                <a:cubicBezTo>
                  <a:pt x="103022" y="280180"/>
                  <a:pt x="106680" y="282924"/>
                  <a:pt x="106070" y="286581"/>
                </a:cubicBezTo>
                <a:cubicBezTo>
                  <a:pt x="106070" y="288410"/>
                  <a:pt x="104546" y="289324"/>
                  <a:pt x="101498" y="289324"/>
                </a:cubicBezTo>
                <a:cubicBezTo>
                  <a:pt x="94183" y="289324"/>
                  <a:pt x="96012" y="295116"/>
                  <a:pt x="106985" y="306698"/>
                </a:cubicBezTo>
                <a:cubicBezTo>
                  <a:pt x="121005" y="321938"/>
                  <a:pt x="153924" y="316756"/>
                  <a:pt x="205740" y="291153"/>
                </a:cubicBezTo>
                <a:cubicBezTo>
                  <a:pt x="232562" y="277132"/>
                  <a:pt x="246431" y="269817"/>
                  <a:pt x="247345" y="269208"/>
                </a:cubicBezTo>
                <a:cubicBezTo>
                  <a:pt x="248259" y="268598"/>
                  <a:pt x="249479" y="258082"/>
                  <a:pt x="251003" y="237661"/>
                </a:cubicBezTo>
                <a:cubicBezTo>
                  <a:pt x="252527" y="217239"/>
                  <a:pt x="254355" y="199713"/>
                  <a:pt x="256489" y="185083"/>
                </a:cubicBezTo>
                <a:cubicBezTo>
                  <a:pt x="258623" y="170452"/>
                  <a:pt x="259689" y="156432"/>
                  <a:pt x="259689" y="143020"/>
                </a:cubicBezTo>
                <a:cubicBezTo>
                  <a:pt x="259080" y="124733"/>
                  <a:pt x="263652" y="110712"/>
                  <a:pt x="273405" y="100958"/>
                </a:cubicBezTo>
                <a:cubicBezTo>
                  <a:pt x="278282" y="96081"/>
                  <a:pt x="284378" y="94252"/>
                  <a:pt x="291693" y="95472"/>
                </a:cubicBezTo>
                <a:close/>
                <a:moveTo>
                  <a:pt x="564777" y="47555"/>
                </a:moveTo>
                <a:cubicBezTo>
                  <a:pt x="566746" y="48167"/>
                  <a:pt x="568454" y="48783"/>
                  <a:pt x="569901" y="49402"/>
                </a:cubicBezTo>
                <a:cubicBezTo>
                  <a:pt x="571349" y="50022"/>
                  <a:pt x="572042" y="50563"/>
                  <a:pt x="571982" y="51026"/>
                </a:cubicBezTo>
                <a:cubicBezTo>
                  <a:pt x="571814" y="51282"/>
                  <a:pt x="571893" y="51579"/>
                  <a:pt x="572219" y="51916"/>
                </a:cubicBezTo>
                <a:cubicBezTo>
                  <a:pt x="572544" y="52254"/>
                  <a:pt x="573609" y="52716"/>
                  <a:pt x="575414" y="53300"/>
                </a:cubicBezTo>
                <a:cubicBezTo>
                  <a:pt x="577171" y="53829"/>
                  <a:pt x="580081" y="54612"/>
                  <a:pt x="584143" y="55649"/>
                </a:cubicBezTo>
                <a:cubicBezTo>
                  <a:pt x="588205" y="56687"/>
                  <a:pt x="591364" y="57500"/>
                  <a:pt x="593622" y="58088"/>
                </a:cubicBezTo>
                <a:cubicBezTo>
                  <a:pt x="593822" y="57661"/>
                  <a:pt x="593570" y="57227"/>
                  <a:pt x="592867" y="56786"/>
                </a:cubicBezTo>
                <a:cubicBezTo>
                  <a:pt x="592163" y="56345"/>
                  <a:pt x="590661" y="55761"/>
                  <a:pt x="588361" y="55035"/>
                </a:cubicBezTo>
                <a:cubicBezTo>
                  <a:pt x="587400" y="54587"/>
                  <a:pt x="584761" y="53494"/>
                  <a:pt x="580445" y="51759"/>
                </a:cubicBezTo>
                <a:cubicBezTo>
                  <a:pt x="576129" y="50023"/>
                  <a:pt x="573240" y="48901"/>
                  <a:pt x="571779" y="48392"/>
                </a:cubicBezTo>
                <a:close/>
                <a:moveTo>
                  <a:pt x="553629" y="44241"/>
                </a:moveTo>
                <a:cubicBezTo>
                  <a:pt x="553393" y="44302"/>
                  <a:pt x="553279" y="44389"/>
                  <a:pt x="553286" y="44503"/>
                </a:cubicBezTo>
                <a:lnTo>
                  <a:pt x="553717" y="46418"/>
                </a:lnTo>
                <a:lnTo>
                  <a:pt x="564151" y="49530"/>
                </a:lnTo>
                <a:lnTo>
                  <a:pt x="564321" y="48991"/>
                </a:lnTo>
                <a:cubicBezTo>
                  <a:pt x="564372" y="48628"/>
                  <a:pt x="563849" y="48232"/>
                  <a:pt x="562752" y="47802"/>
                </a:cubicBezTo>
                <a:cubicBezTo>
                  <a:pt x="561655" y="47371"/>
                  <a:pt x="560368" y="46930"/>
                  <a:pt x="558889" y="46478"/>
                </a:cubicBezTo>
                <a:cubicBezTo>
                  <a:pt x="558413" y="46207"/>
                  <a:pt x="557829" y="45865"/>
                  <a:pt x="557138" y="45453"/>
                </a:cubicBezTo>
                <a:cubicBezTo>
                  <a:pt x="556447" y="45040"/>
                  <a:pt x="555849" y="44743"/>
                  <a:pt x="555344" y="44562"/>
                </a:cubicBezTo>
                <a:cubicBezTo>
                  <a:pt x="554436" y="44287"/>
                  <a:pt x="553864" y="44179"/>
                  <a:pt x="553629" y="44241"/>
                </a:cubicBezTo>
                <a:close/>
                <a:moveTo>
                  <a:pt x="498593" y="20634"/>
                </a:moveTo>
                <a:lnTo>
                  <a:pt x="509289" y="26889"/>
                </a:lnTo>
                <a:lnTo>
                  <a:pt x="515407" y="29720"/>
                </a:lnTo>
                <a:cubicBezTo>
                  <a:pt x="518109" y="30610"/>
                  <a:pt x="520430" y="31478"/>
                  <a:pt x="522368" y="32323"/>
                </a:cubicBezTo>
                <a:cubicBezTo>
                  <a:pt x="524306" y="33169"/>
                  <a:pt x="526626" y="34036"/>
                  <a:pt x="529329" y="34927"/>
                </a:cubicBezTo>
                <a:cubicBezTo>
                  <a:pt x="529253" y="35030"/>
                  <a:pt x="529277" y="35227"/>
                  <a:pt x="529401" y="35518"/>
                </a:cubicBezTo>
                <a:cubicBezTo>
                  <a:pt x="529525" y="35808"/>
                  <a:pt x="530035" y="36110"/>
                  <a:pt x="530931" y="36423"/>
                </a:cubicBezTo>
                <a:cubicBezTo>
                  <a:pt x="532411" y="36872"/>
                  <a:pt x="533753" y="37141"/>
                  <a:pt x="534957" y="37231"/>
                </a:cubicBezTo>
                <a:cubicBezTo>
                  <a:pt x="536162" y="37320"/>
                  <a:pt x="536839" y="37231"/>
                  <a:pt x="536990" y="36961"/>
                </a:cubicBezTo>
                <a:cubicBezTo>
                  <a:pt x="536960" y="36849"/>
                  <a:pt x="536633" y="36655"/>
                  <a:pt x="536007" y="36378"/>
                </a:cubicBezTo>
                <a:cubicBezTo>
                  <a:pt x="535381" y="36101"/>
                  <a:pt x="534803" y="35876"/>
                  <a:pt x="534274" y="35704"/>
                </a:cubicBezTo>
                <a:lnTo>
                  <a:pt x="524352" y="30976"/>
                </a:lnTo>
                <a:cubicBezTo>
                  <a:pt x="522041" y="30218"/>
                  <a:pt x="519868" y="29430"/>
                  <a:pt x="517834" y="28612"/>
                </a:cubicBezTo>
                <a:cubicBezTo>
                  <a:pt x="515801" y="27794"/>
                  <a:pt x="513628" y="27006"/>
                  <a:pt x="511316" y="26248"/>
                </a:cubicBezTo>
                <a:close/>
                <a:moveTo>
                  <a:pt x="490075" y="17929"/>
                </a:moveTo>
                <a:lnTo>
                  <a:pt x="489389" y="18042"/>
                </a:lnTo>
                <a:lnTo>
                  <a:pt x="496930" y="20103"/>
                </a:lnTo>
                <a:close/>
                <a:moveTo>
                  <a:pt x="477008" y="10028"/>
                </a:moveTo>
                <a:cubicBezTo>
                  <a:pt x="478505" y="10491"/>
                  <a:pt x="480227" y="11062"/>
                  <a:pt x="482175" y="11741"/>
                </a:cubicBezTo>
                <a:cubicBezTo>
                  <a:pt x="484122" y="12421"/>
                  <a:pt x="485802" y="13127"/>
                  <a:pt x="487213" y="13858"/>
                </a:cubicBezTo>
                <a:cubicBezTo>
                  <a:pt x="489010" y="14400"/>
                  <a:pt x="491563" y="15217"/>
                  <a:pt x="494871" y="16312"/>
                </a:cubicBezTo>
                <a:cubicBezTo>
                  <a:pt x="498179" y="17407"/>
                  <a:pt x="499953" y="18225"/>
                  <a:pt x="500192" y="18766"/>
                </a:cubicBezTo>
                <a:lnTo>
                  <a:pt x="509284" y="22836"/>
                </a:lnTo>
                <a:cubicBezTo>
                  <a:pt x="509272" y="22943"/>
                  <a:pt x="509433" y="23118"/>
                  <a:pt x="509767" y="23360"/>
                </a:cubicBezTo>
                <a:cubicBezTo>
                  <a:pt x="510101" y="23602"/>
                  <a:pt x="510512" y="23806"/>
                  <a:pt x="511000" y="23973"/>
                </a:cubicBezTo>
                <a:cubicBezTo>
                  <a:pt x="512861" y="24514"/>
                  <a:pt x="514190" y="24689"/>
                  <a:pt x="514987" y="24497"/>
                </a:cubicBezTo>
                <a:cubicBezTo>
                  <a:pt x="515783" y="24305"/>
                  <a:pt x="516197" y="24090"/>
                  <a:pt x="516229" y="23853"/>
                </a:cubicBezTo>
                <a:cubicBezTo>
                  <a:pt x="512639" y="22624"/>
                  <a:pt x="509599" y="21297"/>
                  <a:pt x="507109" y="19873"/>
                </a:cubicBezTo>
                <a:cubicBezTo>
                  <a:pt x="504619" y="18449"/>
                  <a:pt x="501579" y="17122"/>
                  <a:pt x="497989" y="15893"/>
                </a:cubicBezTo>
                <a:cubicBezTo>
                  <a:pt x="496269" y="15384"/>
                  <a:pt x="494021" y="14696"/>
                  <a:pt x="491246" y="13828"/>
                </a:cubicBezTo>
                <a:cubicBezTo>
                  <a:pt x="488472" y="12960"/>
                  <a:pt x="487003" y="12272"/>
                  <a:pt x="486840" y="11763"/>
                </a:cubicBezTo>
                <a:lnTo>
                  <a:pt x="486897" y="11584"/>
                </a:lnTo>
                <a:cubicBezTo>
                  <a:pt x="484966" y="10988"/>
                  <a:pt x="483111" y="10564"/>
                  <a:pt x="481330" y="10312"/>
                </a:cubicBezTo>
                <a:cubicBezTo>
                  <a:pt x="479550" y="10060"/>
                  <a:pt x="478109" y="9966"/>
                  <a:pt x="477008" y="10028"/>
                </a:cubicBezTo>
                <a:close/>
                <a:moveTo>
                  <a:pt x="470005" y="9191"/>
                </a:moveTo>
                <a:lnTo>
                  <a:pt x="469550" y="10627"/>
                </a:lnTo>
                <a:cubicBezTo>
                  <a:pt x="471545" y="11293"/>
                  <a:pt x="472450" y="11712"/>
                  <a:pt x="472266" y="11884"/>
                </a:cubicBezTo>
                <a:cubicBezTo>
                  <a:pt x="472081" y="12056"/>
                  <a:pt x="472987" y="12475"/>
                  <a:pt x="474982" y="13141"/>
                </a:cubicBezTo>
                <a:lnTo>
                  <a:pt x="475438" y="11704"/>
                </a:lnTo>
                <a:cubicBezTo>
                  <a:pt x="473443" y="11039"/>
                  <a:pt x="472537" y="10620"/>
                  <a:pt x="472722" y="10447"/>
                </a:cubicBezTo>
                <a:cubicBezTo>
                  <a:pt x="472906" y="10275"/>
                  <a:pt x="472001" y="9856"/>
                  <a:pt x="470005" y="9191"/>
                </a:cubicBezTo>
                <a:close/>
                <a:moveTo>
                  <a:pt x="428285" y="379"/>
                </a:moveTo>
                <a:cubicBezTo>
                  <a:pt x="431289" y="-294"/>
                  <a:pt x="434982" y="-70"/>
                  <a:pt x="439363" y="1052"/>
                </a:cubicBezTo>
                <a:lnTo>
                  <a:pt x="444592" y="932"/>
                </a:lnTo>
                <a:cubicBezTo>
                  <a:pt x="446496" y="1614"/>
                  <a:pt x="448099" y="2015"/>
                  <a:pt x="449402" y="2136"/>
                </a:cubicBezTo>
                <a:cubicBezTo>
                  <a:pt x="450704" y="2257"/>
                  <a:pt x="451435" y="2135"/>
                  <a:pt x="451594" y="1769"/>
                </a:cubicBezTo>
                <a:cubicBezTo>
                  <a:pt x="456587" y="2669"/>
                  <a:pt x="461586" y="3547"/>
                  <a:pt x="466593" y="4402"/>
                </a:cubicBezTo>
                <a:cubicBezTo>
                  <a:pt x="471599" y="5257"/>
                  <a:pt x="476156" y="5895"/>
                  <a:pt x="480262" y="6316"/>
                </a:cubicBezTo>
                <a:cubicBezTo>
                  <a:pt x="482473" y="7051"/>
                  <a:pt x="484361" y="7781"/>
                  <a:pt x="485925" y="8508"/>
                </a:cubicBezTo>
                <a:cubicBezTo>
                  <a:pt x="487490" y="9235"/>
                  <a:pt x="489614" y="10041"/>
                  <a:pt x="492297" y="10925"/>
                </a:cubicBezTo>
                <a:lnTo>
                  <a:pt x="499616" y="14037"/>
                </a:lnTo>
                <a:lnTo>
                  <a:pt x="503048" y="16312"/>
                </a:lnTo>
                <a:lnTo>
                  <a:pt x="510480" y="19065"/>
                </a:lnTo>
                <a:cubicBezTo>
                  <a:pt x="510407" y="19161"/>
                  <a:pt x="510440" y="19328"/>
                  <a:pt x="510581" y="19566"/>
                </a:cubicBezTo>
                <a:cubicBezTo>
                  <a:pt x="510722" y="19804"/>
                  <a:pt x="511241" y="20076"/>
                  <a:pt x="512139" y="20381"/>
                </a:cubicBezTo>
                <a:cubicBezTo>
                  <a:pt x="513105" y="20679"/>
                  <a:pt x="514032" y="20891"/>
                  <a:pt x="514922" y="21017"/>
                </a:cubicBezTo>
                <a:cubicBezTo>
                  <a:pt x="515813" y="21143"/>
                  <a:pt x="516533" y="21190"/>
                  <a:pt x="517084" y="21159"/>
                </a:cubicBezTo>
                <a:cubicBezTo>
                  <a:pt x="519836" y="22098"/>
                  <a:pt x="521293" y="22824"/>
                  <a:pt x="521455" y="23336"/>
                </a:cubicBezTo>
                <a:cubicBezTo>
                  <a:pt x="521617" y="23849"/>
                  <a:pt x="523781" y="24799"/>
                  <a:pt x="527948" y="26187"/>
                </a:cubicBezTo>
                <a:cubicBezTo>
                  <a:pt x="535322" y="28649"/>
                  <a:pt x="542529" y="31430"/>
                  <a:pt x="549571" y="34528"/>
                </a:cubicBezTo>
                <a:cubicBezTo>
                  <a:pt x="556613" y="37627"/>
                  <a:pt x="564529" y="40632"/>
                  <a:pt x="573317" y="43543"/>
                </a:cubicBezTo>
                <a:lnTo>
                  <a:pt x="574748" y="45578"/>
                </a:lnTo>
                <a:cubicBezTo>
                  <a:pt x="577077" y="46284"/>
                  <a:pt x="579316" y="46862"/>
                  <a:pt x="581466" y="47314"/>
                </a:cubicBezTo>
                <a:cubicBezTo>
                  <a:pt x="583615" y="47765"/>
                  <a:pt x="585854" y="48344"/>
                  <a:pt x="588183" y="49049"/>
                </a:cubicBezTo>
                <a:cubicBezTo>
                  <a:pt x="590913" y="50331"/>
                  <a:pt x="593309" y="51643"/>
                  <a:pt x="595371" y="52985"/>
                </a:cubicBezTo>
                <a:cubicBezTo>
                  <a:pt x="597432" y="54326"/>
                  <a:pt x="599078" y="55548"/>
                  <a:pt x="600307" y="56651"/>
                </a:cubicBezTo>
                <a:cubicBezTo>
                  <a:pt x="601802" y="57121"/>
                  <a:pt x="603279" y="57647"/>
                  <a:pt x="604739" y="58229"/>
                </a:cubicBezTo>
                <a:cubicBezTo>
                  <a:pt x="606198" y="58812"/>
                  <a:pt x="607160" y="59323"/>
                  <a:pt x="607626" y="59763"/>
                </a:cubicBezTo>
                <a:cubicBezTo>
                  <a:pt x="607471" y="60117"/>
                  <a:pt x="607690" y="60516"/>
                  <a:pt x="608285" y="60960"/>
                </a:cubicBezTo>
                <a:cubicBezTo>
                  <a:pt x="608879" y="61404"/>
                  <a:pt x="610099" y="61923"/>
                  <a:pt x="611944" y="62516"/>
                </a:cubicBezTo>
                <a:lnTo>
                  <a:pt x="615718" y="63713"/>
                </a:lnTo>
                <a:cubicBezTo>
                  <a:pt x="618229" y="65070"/>
                  <a:pt x="621298" y="66307"/>
                  <a:pt x="624923" y="67424"/>
                </a:cubicBezTo>
                <a:lnTo>
                  <a:pt x="633014" y="71374"/>
                </a:lnTo>
                <a:cubicBezTo>
                  <a:pt x="633040" y="71769"/>
                  <a:pt x="633869" y="72296"/>
                  <a:pt x="635499" y="72953"/>
                </a:cubicBezTo>
                <a:cubicBezTo>
                  <a:pt x="637129" y="73610"/>
                  <a:pt x="638721" y="74181"/>
                  <a:pt x="640276" y="74666"/>
                </a:cubicBezTo>
                <a:lnTo>
                  <a:pt x="641220" y="74965"/>
                </a:lnTo>
                <a:lnTo>
                  <a:pt x="648368" y="78616"/>
                </a:lnTo>
                <a:lnTo>
                  <a:pt x="657630" y="82147"/>
                </a:lnTo>
                <a:lnTo>
                  <a:pt x="662778" y="85559"/>
                </a:lnTo>
                <a:lnTo>
                  <a:pt x="667323" y="87594"/>
                </a:lnTo>
                <a:cubicBezTo>
                  <a:pt x="667198" y="87785"/>
                  <a:pt x="667235" y="88077"/>
                  <a:pt x="667435" y="88469"/>
                </a:cubicBezTo>
                <a:cubicBezTo>
                  <a:pt x="667635" y="88862"/>
                  <a:pt x="668408" y="89289"/>
                  <a:pt x="669755" y="89749"/>
                </a:cubicBezTo>
                <a:cubicBezTo>
                  <a:pt x="669630" y="90212"/>
                  <a:pt x="670174" y="90813"/>
                  <a:pt x="671389" y="91552"/>
                </a:cubicBezTo>
                <a:cubicBezTo>
                  <a:pt x="672604" y="92292"/>
                  <a:pt x="674385" y="93087"/>
                  <a:pt x="676732" y="93939"/>
                </a:cubicBezTo>
                <a:cubicBezTo>
                  <a:pt x="671344" y="92102"/>
                  <a:pt x="665503" y="90060"/>
                  <a:pt x="659208" y="87812"/>
                </a:cubicBezTo>
                <a:cubicBezTo>
                  <a:pt x="652913" y="85564"/>
                  <a:pt x="647529" y="83716"/>
                  <a:pt x="643056" y="82268"/>
                </a:cubicBezTo>
                <a:cubicBezTo>
                  <a:pt x="639292" y="81041"/>
                  <a:pt x="637330" y="80682"/>
                  <a:pt x="637168" y="81191"/>
                </a:cubicBezTo>
                <a:lnTo>
                  <a:pt x="636940" y="81910"/>
                </a:lnTo>
                <a:cubicBezTo>
                  <a:pt x="635106" y="81352"/>
                  <a:pt x="633308" y="80881"/>
                  <a:pt x="631549" y="80496"/>
                </a:cubicBezTo>
                <a:cubicBezTo>
                  <a:pt x="629789" y="80111"/>
                  <a:pt x="627756" y="79564"/>
                  <a:pt x="625450" y="78858"/>
                </a:cubicBezTo>
                <a:cubicBezTo>
                  <a:pt x="623891" y="78656"/>
                  <a:pt x="622063" y="78282"/>
                  <a:pt x="619965" y="77736"/>
                </a:cubicBezTo>
                <a:cubicBezTo>
                  <a:pt x="617867" y="77190"/>
                  <a:pt x="615846" y="76606"/>
                  <a:pt x="613901" y="75985"/>
                </a:cubicBezTo>
                <a:cubicBezTo>
                  <a:pt x="612407" y="75515"/>
                  <a:pt x="610930" y="74989"/>
                  <a:pt x="609470" y="74407"/>
                </a:cubicBezTo>
                <a:cubicBezTo>
                  <a:pt x="608011" y="73824"/>
                  <a:pt x="607049" y="73313"/>
                  <a:pt x="606583" y="72873"/>
                </a:cubicBezTo>
                <a:lnTo>
                  <a:pt x="600581" y="72155"/>
                </a:lnTo>
                <a:cubicBezTo>
                  <a:pt x="600922" y="73124"/>
                  <a:pt x="603150" y="74284"/>
                  <a:pt x="607264" y="75634"/>
                </a:cubicBezTo>
                <a:cubicBezTo>
                  <a:pt x="611378" y="76984"/>
                  <a:pt x="613620" y="78099"/>
                  <a:pt x="613990" y="78978"/>
                </a:cubicBezTo>
                <a:lnTo>
                  <a:pt x="613591" y="80235"/>
                </a:lnTo>
                <a:cubicBezTo>
                  <a:pt x="608657" y="79428"/>
                  <a:pt x="603750" y="78530"/>
                  <a:pt x="598872" y="77543"/>
                </a:cubicBezTo>
                <a:cubicBezTo>
                  <a:pt x="598655" y="77886"/>
                  <a:pt x="597789" y="78023"/>
                  <a:pt x="596275" y="77955"/>
                </a:cubicBezTo>
                <a:cubicBezTo>
                  <a:pt x="594761" y="77886"/>
                  <a:pt x="593217" y="77709"/>
                  <a:pt x="591642" y="77424"/>
                </a:cubicBezTo>
                <a:lnTo>
                  <a:pt x="593845" y="80297"/>
                </a:lnTo>
                <a:cubicBezTo>
                  <a:pt x="595379" y="80779"/>
                  <a:pt x="597013" y="81355"/>
                  <a:pt x="598748" y="82025"/>
                </a:cubicBezTo>
                <a:cubicBezTo>
                  <a:pt x="600482" y="82695"/>
                  <a:pt x="601602" y="83256"/>
                  <a:pt x="602107" y="83708"/>
                </a:cubicBezTo>
                <a:cubicBezTo>
                  <a:pt x="601942" y="83957"/>
                  <a:pt x="601530" y="84164"/>
                  <a:pt x="600872" y="84330"/>
                </a:cubicBezTo>
                <a:cubicBezTo>
                  <a:pt x="600213" y="84495"/>
                  <a:pt x="599788" y="84747"/>
                  <a:pt x="599594" y="85085"/>
                </a:cubicBezTo>
                <a:cubicBezTo>
                  <a:pt x="599020" y="84916"/>
                  <a:pt x="598252" y="84746"/>
                  <a:pt x="597289" y="84577"/>
                </a:cubicBezTo>
                <a:cubicBezTo>
                  <a:pt x="596327" y="84407"/>
                  <a:pt x="595780" y="84357"/>
                  <a:pt x="595650" y="84427"/>
                </a:cubicBezTo>
                <a:cubicBezTo>
                  <a:pt x="595819" y="84576"/>
                  <a:pt x="596588" y="84877"/>
                  <a:pt x="597958" y="85332"/>
                </a:cubicBezTo>
                <a:cubicBezTo>
                  <a:pt x="599328" y="85787"/>
                  <a:pt x="600112" y="86044"/>
                  <a:pt x="600309" y="86103"/>
                </a:cubicBezTo>
                <a:cubicBezTo>
                  <a:pt x="600752" y="86548"/>
                  <a:pt x="601247" y="87034"/>
                  <a:pt x="601793" y="87562"/>
                </a:cubicBezTo>
                <a:cubicBezTo>
                  <a:pt x="602340" y="88090"/>
                  <a:pt x="602599" y="88501"/>
                  <a:pt x="602570" y="88797"/>
                </a:cubicBezTo>
                <a:cubicBezTo>
                  <a:pt x="602577" y="88910"/>
                  <a:pt x="602463" y="88997"/>
                  <a:pt x="602227" y="89058"/>
                </a:cubicBezTo>
                <a:cubicBezTo>
                  <a:pt x="601991" y="89120"/>
                  <a:pt x="601420" y="89012"/>
                  <a:pt x="600512" y="88737"/>
                </a:cubicBezTo>
                <a:cubicBezTo>
                  <a:pt x="599515" y="88404"/>
                  <a:pt x="598486" y="87963"/>
                  <a:pt x="597428" y="87413"/>
                </a:cubicBezTo>
                <a:cubicBezTo>
                  <a:pt x="596370" y="86863"/>
                  <a:pt x="595606" y="86406"/>
                  <a:pt x="595137" y="86044"/>
                </a:cubicBezTo>
                <a:lnTo>
                  <a:pt x="578214" y="80478"/>
                </a:lnTo>
                <a:lnTo>
                  <a:pt x="571066" y="76827"/>
                </a:lnTo>
                <a:cubicBezTo>
                  <a:pt x="568178" y="75837"/>
                  <a:pt x="563954" y="74151"/>
                  <a:pt x="558394" y="71769"/>
                </a:cubicBezTo>
                <a:cubicBezTo>
                  <a:pt x="552833" y="69388"/>
                  <a:pt x="549109" y="67762"/>
                  <a:pt x="547223" y="66892"/>
                </a:cubicBezTo>
                <a:cubicBezTo>
                  <a:pt x="545222" y="66652"/>
                  <a:pt x="544164" y="66712"/>
                  <a:pt x="544050" y="67071"/>
                </a:cubicBezTo>
                <a:cubicBezTo>
                  <a:pt x="544030" y="67547"/>
                  <a:pt x="544881" y="68138"/>
                  <a:pt x="546603" y="68845"/>
                </a:cubicBezTo>
                <a:cubicBezTo>
                  <a:pt x="548325" y="69552"/>
                  <a:pt x="550191" y="70217"/>
                  <a:pt x="552199" y="70842"/>
                </a:cubicBezTo>
                <a:lnTo>
                  <a:pt x="560404" y="74433"/>
                </a:lnTo>
                <a:cubicBezTo>
                  <a:pt x="561580" y="75226"/>
                  <a:pt x="563589" y="76259"/>
                  <a:pt x="566430" y="77530"/>
                </a:cubicBezTo>
                <a:cubicBezTo>
                  <a:pt x="569271" y="78802"/>
                  <a:pt x="570865" y="79506"/>
                  <a:pt x="571212" y="79640"/>
                </a:cubicBezTo>
                <a:cubicBezTo>
                  <a:pt x="570782" y="79903"/>
                  <a:pt x="569413" y="79856"/>
                  <a:pt x="567103" y="79498"/>
                </a:cubicBezTo>
                <a:cubicBezTo>
                  <a:pt x="564794" y="79141"/>
                  <a:pt x="563439" y="79048"/>
                  <a:pt x="563038" y="79222"/>
                </a:cubicBezTo>
                <a:cubicBezTo>
                  <a:pt x="563351" y="79737"/>
                  <a:pt x="565049" y="80383"/>
                  <a:pt x="568134" y="81159"/>
                </a:cubicBezTo>
                <a:cubicBezTo>
                  <a:pt x="571219" y="81936"/>
                  <a:pt x="572789" y="82986"/>
                  <a:pt x="572845" y="84309"/>
                </a:cubicBezTo>
                <a:lnTo>
                  <a:pt x="576334" y="86404"/>
                </a:lnTo>
                <a:cubicBezTo>
                  <a:pt x="577722" y="86869"/>
                  <a:pt x="578662" y="87316"/>
                  <a:pt x="579153" y="87743"/>
                </a:cubicBezTo>
                <a:cubicBezTo>
                  <a:pt x="579645" y="88171"/>
                  <a:pt x="579849" y="88483"/>
                  <a:pt x="579765" y="88679"/>
                </a:cubicBezTo>
                <a:cubicBezTo>
                  <a:pt x="580749" y="88987"/>
                  <a:pt x="581597" y="89313"/>
                  <a:pt x="582310" y="89659"/>
                </a:cubicBezTo>
                <a:cubicBezTo>
                  <a:pt x="583022" y="90004"/>
                  <a:pt x="583356" y="90316"/>
                  <a:pt x="583311" y="90594"/>
                </a:cubicBezTo>
                <a:cubicBezTo>
                  <a:pt x="583271" y="90787"/>
                  <a:pt x="582944" y="90865"/>
                  <a:pt x="582329" y="90826"/>
                </a:cubicBezTo>
                <a:cubicBezTo>
                  <a:pt x="581714" y="90788"/>
                  <a:pt x="580707" y="90551"/>
                  <a:pt x="579310" y="90115"/>
                </a:cubicBezTo>
                <a:cubicBezTo>
                  <a:pt x="577487" y="89043"/>
                  <a:pt x="575814" y="88315"/>
                  <a:pt x="574292" y="87931"/>
                </a:cubicBezTo>
                <a:cubicBezTo>
                  <a:pt x="572770" y="87547"/>
                  <a:pt x="571870" y="87657"/>
                  <a:pt x="571592" y="88260"/>
                </a:cubicBezTo>
                <a:lnTo>
                  <a:pt x="563760" y="86764"/>
                </a:lnTo>
                <a:lnTo>
                  <a:pt x="561247" y="88141"/>
                </a:lnTo>
                <a:cubicBezTo>
                  <a:pt x="560157" y="88100"/>
                  <a:pt x="558779" y="87943"/>
                  <a:pt x="557114" y="87670"/>
                </a:cubicBezTo>
                <a:cubicBezTo>
                  <a:pt x="555448" y="87397"/>
                  <a:pt x="553863" y="87076"/>
                  <a:pt x="552358" y="86706"/>
                </a:cubicBezTo>
                <a:lnTo>
                  <a:pt x="543868" y="84012"/>
                </a:lnTo>
                <a:lnTo>
                  <a:pt x="538923" y="83235"/>
                </a:lnTo>
                <a:cubicBezTo>
                  <a:pt x="537125" y="82631"/>
                  <a:pt x="535591" y="82013"/>
                  <a:pt x="534321" y="81379"/>
                </a:cubicBezTo>
                <a:lnTo>
                  <a:pt x="531834" y="80377"/>
                </a:lnTo>
                <a:lnTo>
                  <a:pt x="504291" y="82213"/>
                </a:lnTo>
                <a:cubicBezTo>
                  <a:pt x="489966" y="77641"/>
                  <a:pt x="475793" y="68649"/>
                  <a:pt x="461772" y="55238"/>
                </a:cubicBezTo>
                <a:cubicBezTo>
                  <a:pt x="452018" y="46094"/>
                  <a:pt x="444703" y="41827"/>
                  <a:pt x="439826" y="42436"/>
                </a:cubicBezTo>
                <a:lnTo>
                  <a:pt x="438241" y="41292"/>
                </a:lnTo>
                <a:lnTo>
                  <a:pt x="436764" y="40748"/>
                </a:lnTo>
                <a:cubicBezTo>
                  <a:pt x="434728" y="39872"/>
                  <a:pt x="432368" y="38991"/>
                  <a:pt x="429685" y="38107"/>
                </a:cubicBezTo>
                <a:cubicBezTo>
                  <a:pt x="428767" y="37524"/>
                  <a:pt x="427529" y="36925"/>
                  <a:pt x="425972" y="36312"/>
                </a:cubicBezTo>
                <a:cubicBezTo>
                  <a:pt x="424414" y="35698"/>
                  <a:pt x="422898" y="35160"/>
                  <a:pt x="421423" y="34696"/>
                </a:cubicBezTo>
                <a:lnTo>
                  <a:pt x="414560" y="30147"/>
                </a:lnTo>
                <a:lnTo>
                  <a:pt x="408127" y="27513"/>
                </a:lnTo>
                <a:lnTo>
                  <a:pt x="401207" y="23144"/>
                </a:lnTo>
                <a:cubicBezTo>
                  <a:pt x="400960" y="21604"/>
                  <a:pt x="397934" y="19417"/>
                  <a:pt x="392127" y="16583"/>
                </a:cubicBezTo>
                <a:cubicBezTo>
                  <a:pt x="386321" y="13748"/>
                  <a:pt x="381779" y="11426"/>
                  <a:pt x="378503" y="9617"/>
                </a:cubicBezTo>
                <a:cubicBezTo>
                  <a:pt x="378726" y="9325"/>
                  <a:pt x="379273" y="9235"/>
                  <a:pt x="380146" y="9348"/>
                </a:cubicBezTo>
                <a:cubicBezTo>
                  <a:pt x="381019" y="9460"/>
                  <a:pt x="381566" y="9370"/>
                  <a:pt x="381789" y="9078"/>
                </a:cubicBezTo>
                <a:cubicBezTo>
                  <a:pt x="384642" y="9357"/>
                  <a:pt x="386109" y="9098"/>
                  <a:pt x="386189" y="8300"/>
                </a:cubicBezTo>
                <a:lnTo>
                  <a:pt x="401307" y="9735"/>
                </a:lnTo>
                <a:cubicBezTo>
                  <a:pt x="401626" y="9276"/>
                  <a:pt x="402402" y="9012"/>
                  <a:pt x="403636" y="8942"/>
                </a:cubicBezTo>
                <a:cubicBezTo>
                  <a:pt x="404869" y="8872"/>
                  <a:pt x="405674" y="8517"/>
                  <a:pt x="406049" y="7879"/>
                </a:cubicBezTo>
                <a:lnTo>
                  <a:pt x="410108" y="8178"/>
                </a:lnTo>
                <a:cubicBezTo>
                  <a:pt x="406261" y="5986"/>
                  <a:pt x="405319" y="4863"/>
                  <a:pt x="407282" y="4811"/>
                </a:cubicBezTo>
                <a:cubicBezTo>
                  <a:pt x="409246" y="4758"/>
                  <a:pt x="410605" y="4564"/>
                  <a:pt x="411361" y="4227"/>
                </a:cubicBezTo>
                <a:cubicBezTo>
                  <a:pt x="413175" y="4782"/>
                  <a:pt x="414320" y="4989"/>
                  <a:pt x="414798" y="4848"/>
                </a:cubicBezTo>
                <a:cubicBezTo>
                  <a:pt x="415275" y="4707"/>
                  <a:pt x="415520" y="4480"/>
                  <a:pt x="415533" y="4167"/>
                </a:cubicBezTo>
                <a:cubicBezTo>
                  <a:pt x="416196" y="3030"/>
                  <a:pt x="417461" y="2863"/>
                  <a:pt x="419326" y="3665"/>
                </a:cubicBezTo>
                <a:cubicBezTo>
                  <a:pt x="421191" y="4467"/>
                  <a:pt x="422413" y="4434"/>
                  <a:pt x="422991" y="3567"/>
                </a:cubicBezTo>
                <a:cubicBezTo>
                  <a:pt x="423588" y="3662"/>
                  <a:pt x="424366" y="3802"/>
                  <a:pt x="425324" y="3986"/>
                </a:cubicBezTo>
                <a:cubicBezTo>
                  <a:pt x="426282" y="4171"/>
                  <a:pt x="426838" y="4191"/>
                  <a:pt x="426992" y="4046"/>
                </a:cubicBezTo>
                <a:cubicBezTo>
                  <a:pt x="426921" y="3929"/>
                  <a:pt x="426427" y="3714"/>
                  <a:pt x="425509" y="3403"/>
                </a:cubicBezTo>
                <a:cubicBezTo>
                  <a:pt x="424591" y="3091"/>
                  <a:pt x="423847" y="2847"/>
                  <a:pt x="423276" y="2669"/>
                </a:cubicBezTo>
                <a:cubicBezTo>
                  <a:pt x="423611" y="1816"/>
                  <a:pt x="425281" y="1053"/>
                  <a:pt x="428285" y="379"/>
                </a:cubicBezTo>
                <a:close/>
              </a:path>
            </a:pathLst>
          </a:custGeom>
          <a:solidFill>
            <a:prstClr val="white">
              <a:alpha val="65000"/>
            </a:prstClr>
          </a:solidFill>
          <a:ln>
            <a:solidFill>
              <a:schemeClr val="accent1">
                <a:shade val="5000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7200" dirty="0">
              <a:solidFill>
                <a:prstClr val="white">
                  <a:alpha val="70000"/>
                </a:prstClr>
              </a:solidFill>
              <a:effectLst/>
              <a:latin typeface="禹卫书法行书简体&#10;" panose="02000603000000000000" pitchFamily="2" charset="-122"/>
              <a:ea typeface="禹卫书法行书简体&#10;" panose="02000603000000000000" pitchFamily="2" charset="-122"/>
            </a:endParaRPr>
          </a:p>
        </p:txBody>
      </p:sp>
      <p:cxnSp>
        <p:nvCxnSpPr>
          <p:cNvPr id="290" name="直接连接符 289">
            <a:extLst>
              <a:ext uri="{FF2B5EF4-FFF2-40B4-BE49-F238E27FC236}">
                <a16:creationId xmlns:a16="http://schemas.microsoft.com/office/drawing/2014/main" id="{C5A07638-5B01-4A20-B839-F4A3F683BA89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2401504" y="5747962"/>
            <a:ext cx="97026" cy="695372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6" name="直接连接符 295">
            <a:extLst>
              <a:ext uri="{FF2B5EF4-FFF2-40B4-BE49-F238E27FC236}">
                <a16:creationId xmlns:a16="http://schemas.microsoft.com/office/drawing/2014/main" id="{C3CFD60D-F43B-4964-A953-AC2845840DE9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4033350" y="5953004"/>
            <a:ext cx="558137" cy="434629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直接连接符 302">
            <a:extLst>
              <a:ext uri="{FF2B5EF4-FFF2-40B4-BE49-F238E27FC236}">
                <a16:creationId xmlns:a16="http://schemas.microsoft.com/office/drawing/2014/main" id="{1B25A018-75D7-4705-95D4-A6B636E85792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5539106" y="5857875"/>
            <a:ext cx="755236" cy="321515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6" name="直接连接符 305">
            <a:extLst>
              <a:ext uri="{FF2B5EF4-FFF2-40B4-BE49-F238E27FC236}">
                <a16:creationId xmlns:a16="http://schemas.microsoft.com/office/drawing/2014/main" id="{9920AE91-E8D7-4EBE-A872-32756464BAAC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6096001" y="5553077"/>
            <a:ext cx="901922" cy="285929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9" name="直接连接符 308">
            <a:extLst>
              <a:ext uri="{FF2B5EF4-FFF2-40B4-BE49-F238E27FC236}">
                <a16:creationId xmlns:a16="http://schemas.microsoft.com/office/drawing/2014/main" id="{1DB58923-7279-4C05-859E-D878BD021F93}"/>
              </a:ext>
            </a:extLst>
          </p:cNvPr>
          <p:cNvCxnSpPr>
            <a:cxnSpLocks/>
          </p:cNvCxnSpPr>
          <p:nvPr userDrawn="1"/>
        </p:nvCxnSpPr>
        <p:spPr>
          <a:xfrm flipV="1">
            <a:off x="553968" y="5671076"/>
            <a:ext cx="579220" cy="549445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2" name="直接连接符 311">
            <a:extLst>
              <a:ext uri="{FF2B5EF4-FFF2-40B4-BE49-F238E27FC236}">
                <a16:creationId xmlns:a16="http://schemas.microsoft.com/office/drawing/2014/main" id="{0215351C-9E36-48E0-B513-858C747F5DAE}"/>
              </a:ext>
            </a:extLst>
          </p:cNvPr>
          <p:cNvCxnSpPr>
            <a:cxnSpLocks/>
          </p:cNvCxnSpPr>
          <p:nvPr userDrawn="1"/>
        </p:nvCxnSpPr>
        <p:spPr>
          <a:xfrm flipV="1">
            <a:off x="167834" y="5270034"/>
            <a:ext cx="614742" cy="266102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>
            <a:extLst>
              <a:ext uri="{FF2B5EF4-FFF2-40B4-BE49-F238E27FC236}">
                <a16:creationId xmlns:a16="http://schemas.microsoft.com/office/drawing/2014/main" id="{F5B0E3B3-87ED-414A-888E-BE5D6F3B435B}"/>
              </a:ext>
            </a:extLst>
          </p:cNvPr>
          <p:cNvGrpSpPr/>
          <p:nvPr userDrawn="1"/>
        </p:nvGrpSpPr>
        <p:grpSpPr>
          <a:xfrm>
            <a:off x="1074806" y="616226"/>
            <a:ext cx="2696100" cy="2711266"/>
            <a:chOff x="843578" y="457730"/>
            <a:chExt cx="2696100" cy="2711266"/>
          </a:xfrm>
        </p:grpSpPr>
        <p:sp>
          <p:nvSpPr>
            <p:cNvPr id="330" name="矩形 329">
              <a:extLst>
                <a:ext uri="{FF2B5EF4-FFF2-40B4-BE49-F238E27FC236}">
                  <a16:creationId xmlns:a16="http://schemas.microsoft.com/office/drawing/2014/main" id="{717E1CD1-BB1F-4AD5-B035-989F7C8F0AE1}"/>
                </a:ext>
              </a:extLst>
            </p:cNvPr>
            <p:cNvSpPr/>
            <p:nvPr userDrawn="1"/>
          </p:nvSpPr>
          <p:spPr>
            <a:xfrm>
              <a:off x="843578" y="457730"/>
              <a:ext cx="815213" cy="909200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n>
                  <a:noFill/>
                </a:ln>
                <a:noFill/>
              </a:endParaRPr>
            </a:p>
          </p:txBody>
        </p:sp>
        <p:sp>
          <p:nvSpPr>
            <p:cNvPr id="329" name="矩形 328">
              <a:extLst>
                <a:ext uri="{FF2B5EF4-FFF2-40B4-BE49-F238E27FC236}">
                  <a16:creationId xmlns:a16="http://schemas.microsoft.com/office/drawing/2014/main" id="{865EF2FC-DA34-4C15-BA71-6751C3441D19}"/>
                </a:ext>
              </a:extLst>
            </p:cNvPr>
            <p:cNvSpPr/>
            <p:nvPr userDrawn="1"/>
          </p:nvSpPr>
          <p:spPr>
            <a:xfrm>
              <a:off x="1995073" y="2229522"/>
              <a:ext cx="865455" cy="915943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37" name="任意多边形: 形状 336">
              <a:extLst>
                <a:ext uri="{FF2B5EF4-FFF2-40B4-BE49-F238E27FC236}">
                  <a16:creationId xmlns:a16="http://schemas.microsoft.com/office/drawing/2014/main" id="{E677FC45-5052-4749-8AC0-1FBB58D9EE23}"/>
                </a:ext>
              </a:extLst>
            </p:cNvPr>
            <p:cNvSpPr/>
            <p:nvPr userDrawn="1"/>
          </p:nvSpPr>
          <p:spPr>
            <a:xfrm>
              <a:off x="2639933" y="1041800"/>
              <a:ext cx="899745" cy="930952"/>
            </a:xfrm>
            <a:custGeom>
              <a:avLst/>
              <a:gdLst>
                <a:gd name="connsiteX0" fmla="*/ 3216 w 925264"/>
                <a:gd name="connsiteY0" fmla="*/ 0 h 1018150"/>
                <a:gd name="connsiteX1" fmla="*/ 925264 w 925264"/>
                <a:gd name="connsiteY1" fmla="*/ 0 h 1018150"/>
                <a:gd name="connsiteX2" fmla="*/ 925264 w 925264"/>
                <a:gd name="connsiteY2" fmla="*/ 1018150 h 1018150"/>
                <a:gd name="connsiteX3" fmla="*/ 0 w 925264"/>
                <a:gd name="connsiteY3" fmla="*/ 1018150 h 1018150"/>
                <a:gd name="connsiteX4" fmla="*/ 0 w 925264"/>
                <a:gd name="connsiteY4" fmla="*/ 711015 h 1018150"/>
                <a:gd name="connsiteX5" fmla="*/ 3216 w 925264"/>
                <a:gd name="connsiteY5" fmla="*/ 711015 h 101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5264" h="1018150">
                  <a:moveTo>
                    <a:pt x="3216" y="0"/>
                  </a:moveTo>
                  <a:lnTo>
                    <a:pt x="925264" y="0"/>
                  </a:lnTo>
                  <a:lnTo>
                    <a:pt x="925264" y="1018150"/>
                  </a:lnTo>
                  <a:lnTo>
                    <a:pt x="0" y="1018150"/>
                  </a:lnTo>
                  <a:lnTo>
                    <a:pt x="0" y="711015"/>
                  </a:lnTo>
                  <a:lnTo>
                    <a:pt x="3216" y="711015"/>
                  </a:lnTo>
                  <a:close/>
                </a:path>
              </a:pathLst>
            </a:cu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>
                <a:ln>
                  <a:noFill/>
                </a:ln>
                <a:noFill/>
              </a:endParaRPr>
            </a:p>
          </p:txBody>
        </p:sp>
        <p:sp>
          <p:nvSpPr>
            <p:cNvPr id="89" name="文本框 88">
              <a:extLst>
                <a:ext uri="{FF2B5EF4-FFF2-40B4-BE49-F238E27FC236}">
                  <a16:creationId xmlns:a16="http://schemas.microsoft.com/office/drawing/2014/main" id="{5E91982E-3CC0-411D-B0C7-B48EA13274EF}"/>
                </a:ext>
              </a:extLst>
            </p:cNvPr>
            <p:cNvSpPr txBox="1"/>
            <p:nvPr userDrawn="1"/>
          </p:nvSpPr>
          <p:spPr>
            <a:xfrm>
              <a:off x="847976" y="485670"/>
              <a:ext cx="1457450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0" lang="zh-CN" altLang="en-US" sz="5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alpha val="46000"/>
                    </a:prstClr>
                  </a:solidFill>
                  <a:effectLst/>
                  <a:uLnTx/>
                  <a:uFillTx/>
                  <a:latin typeface="优设标题黑" panose="00000500000000000000" pitchFamily="2" charset="-122"/>
                  <a:ea typeface="优设标题黑" panose="00000500000000000000" pitchFamily="2" charset="-122"/>
                  <a:cs typeface="+mn-cs"/>
                </a:rPr>
                <a:t>团结</a:t>
              </a:r>
              <a:endParaRPr lang="zh-CN" altLang="en-US" sz="5400" dirty="0">
                <a:solidFill>
                  <a:prstClr val="white">
                    <a:alpha val="46000"/>
                  </a:prstClr>
                </a:solidFill>
                <a:latin typeface="优设标题黑" panose="00000500000000000000" pitchFamily="2" charset="-122"/>
                <a:ea typeface="优设标题黑" panose="00000500000000000000" pitchFamily="2" charset="-122"/>
              </a:endParaRPr>
            </a:p>
          </p:txBody>
        </p:sp>
        <p:sp>
          <p:nvSpPr>
            <p:cNvPr id="91" name="文本框 90">
              <a:extLst>
                <a:ext uri="{FF2B5EF4-FFF2-40B4-BE49-F238E27FC236}">
                  <a16:creationId xmlns:a16="http://schemas.microsoft.com/office/drawing/2014/main" id="{AB8A84A6-468D-4ADB-9B44-1F151F6C976B}"/>
                </a:ext>
              </a:extLst>
            </p:cNvPr>
            <p:cNvSpPr txBox="1"/>
            <p:nvPr userDrawn="1"/>
          </p:nvSpPr>
          <p:spPr>
            <a:xfrm>
              <a:off x="2066788" y="1069921"/>
              <a:ext cx="1457450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0" lang="zh-CN" altLang="en-US" sz="5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alpha val="46000"/>
                    </a:prstClr>
                  </a:solidFill>
                  <a:effectLst/>
                  <a:uLnTx/>
                  <a:uFillTx/>
                  <a:latin typeface="优设标题黑" panose="00000500000000000000" pitchFamily="2" charset="-122"/>
                  <a:ea typeface="优设标题黑" panose="00000500000000000000" pitchFamily="2" charset="-122"/>
                  <a:cs typeface="+mn-cs"/>
                </a:rPr>
                <a:t>勤奋</a:t>
              </a:r>
              <a:endParaRPr lang="zh-CN" altLang="en-US" sz="5400" dirty="0">
                <a:solidFill>
                  <a:prstClr val="white">
                    <a:alpha val="46000"/>
                  </a:prstClr>
                </a:solidFill>
                <a:latin typeface="优设标题黑" panose="00000500000000000000" pitchFamily="2" charset="-122"/>
                <a:ea typeface="优设标题黑" panose="00000500000000000000" pitchFamily="2" charset="-122"/>
              </a:endParaRPr>
            </a:p>
          </p:txBody>
        </p:sp>
        <p:sp>
          <p:nvSpPr>
            <p:cNvPr id="93" name="文本框 92">
              <a:extLst>
                <a:ext uri="{FF2B5EF4-FFF2-40B4-BE49-F238E27FC236}">
                  <a16:creationId xmlns:a16="http://schemas.microsoft.com/office/drawing/2014/main" id="{98B4901B-C9C1-4D50-8826-B0E1C78CF51F}"/>
                </a:ext>
              </a:extLst>
            </p:cNvPr>
            <p:cNvSpPr txBox="1"/>
            <p:nvPr userDrawn="1"/>
          </p:nvSpPr>
          <p:spPr>
            <a:xfrm>
              <a:off x="847976" y="1629641"/>
              <a:ext cx="1457450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0" lang="zh-CN" altLang="en-US" sz="5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alpha val="46000"/>
                    </a:prstClr>
                  </a:solidFill>
                  <a:effectLst/>
                  <a:uLnTx/>
                  <a:uFillTx/>
                  <a:latin typeface="优设标题黑" panose="00000500000000000000" pitchFamily="2" charset="-122"/>
                  <a:ea typeface="优设标题黑" panose="00000500000000000000" pitchFamily="2" charset="-122"/>
                  <a:cs typeface="+mn-cs"/>
                </a:rPr>
                <a:t>求是</a:t>
              </a:r>
              <a:endParaRPr lang="zh-CN" altLang="en-US" sz="5400" dirty="0">
                <a:solidFill>
                  <a:prstClr val="white">
                    <a:alpha val="46000"/>
                  </a:prstClr>
                </a:solidFill>
                <a:latin typeface="优设标题黑" panose="00000500000000000000" pitchFamily="2" charset="-122"/>
                <a:ea typeface="优设标题黑" panose="00000500000000000000" pitchFamily="2" charset="-122"/>
              </a:endParaRPr>
            </a:p>
          </p:txBody>
        </p:sp>
        <p:sp>
          <p:nvSpPr>
            <p:cNvPr id="95" name="文本框 94">
              <a:extLst>
                <a:ext uri="{FF2B5EF4-FFF2-40B4-BE49-F238E27FC236}">
                  <a16:creationId xmlns:a16="http://schemas.microsoft.com/office/drawing/2014/main" id="{41573F68-8A0B-475C-A1CD-E8D68BF1053C}"/>
                </a:ext>
              </a:extLst>
            </p:cNvPr>
            <p:cNvSpPr txBox="1"/>
            <p:nvPr userDrawn="1"/>
          </p:nvSpPr>
          <p:spPr>
            <a:xfrm>
              <a:off x="2066788" y="2245666"/>
              <a:ext cx="1457450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0" lang="zh-CN" altLang="en-US" sz="5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alpha val="46000"/>
                    </a:prstClr>
                  </a:solidFill>
                  <a:effectLst/>
                  <a:uLnTx/>
                  <a:uFillTx/>
                  <a:latin typeface="优设标题黑" panose="00000500000000000000" pitchFamily="2" charset="-122"/>
                  <a:ea typeface="优设标题黑" panose="00000500000000000000" pitchFamily="2" charset="-122"/>
                  <a:cs typeface="+mn-cs"/>
                </a:rPr>
                <a:t>创新</a:t>
              </a:r>
              <a:endParaRPr lang="zh-CN" altLang="en-US" sz="5400" dirty="0">
                <a:solidFill>
                  <a:prstClr val="white">
                    <a:alpha val="46000"/>
                  </a:prstClr>
                </a:solidFill>
                <a:latin typeface="优设标题黑" panose="00000500000000000000" pitchFamily="2" charset="-122"/>
                <a:ea typeface="优设标题黑" panose="000005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52715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391" userDrawn="1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附录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>
            <a:extLst>
              <a:ext uri="{FF2B5EF4-FFF2-40B4-BE49-F238E27FC236}">
                <a16:creationId xmlns:a16="http://schemas.microsoft.com/office/drawing/2014/main" id="{CB8AB259-1E05-4B7A-AE8D-B78579DCFB79}"/>
              </a:ext>
            </a:extLst>
          </p:cNvPr>
          <p:cNvGrpSpPr/>
          <p:nvPr userDrawn="1"/>
        </p:nvGrpSpPr>
        <p:grpSpPr>
          <a:xfrm>
            <a:off x="11274777" y="595757"/>
            <a:ext cx="245390" cy="128440"/>
            <a:chOff x="4909622" y="1685731"/>
            <a:chExt cx="2144762" cy="1122596"/>
          </a:xfrm>
        </p:grpSpPr>
        <p:sp>
          <p:nvSpPr>
            <p:cNvPr id="4" name="菱形 3">
              <a:extLst>
                <a:ext uri="{FF2B5EF4-FFF2-40B4-BE49-F238E27FC236}">
                  <a16:creationId xmlns:a16="http://schemas.microsoft.com/office/drawing/2014/main" id="{C93E3B4D-BA17-47BE-A81F-47B82426F370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" name="任意多边形: 形状 4">
              <a:extLst>
                <a:ext uri="{FF2B5EF4-FFF2-40B4-BE49-F238E27FC236}">
                  <a16:creationId xmlns:a16="http://schemas.microsoft.com/office/drawing/2014/main" id="{FFB858B2-E5E6-4265-9A63-45A4C1BE4B52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6" name="直接连接符 5">
              <a:extLst>
                <a:ext uri="{FF2B5EF4-FFF2-40B4-BE49-F238E27FC236}">
                  <a16:creationId xmlns:a16="http://schemas.microsoft.com/office/drawing/2014/main" id="{11492510-5E94-49E2-9279-D5F638D71F6E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椭圆 6">
              <a:extLst>
                <a:ext uri="{FF2B5EF4-FFF2-40B4-BE49-F238E27FC236}">
                  <a16:creationId xmlns:a16="http://schemas.microsoft.com/office/drawing/2014/main" id="{6E31B558-0332-4534-98FD-DF57F87A23B9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" name="等腰三角形 7">
              <a:extLst>
                <a:ext uri="{FF2B5EF4-FFF2-40B4-BE49-F238E27FC236}">
                  <a16:creationId xmlns:a16="http://schemas.microsoft.com/office/drawing/2014/main" id="{7D9D9F4C-E2FD-4C35-B76F-3219EADB02D6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" name="组合 8">
            <a:extLst>
              <a:ext uri="{FF2B5EF4-FFF2-40B4-BE49-F238E27FC236}">
                <a16:creationId xmlns:a16="http://schemas.microsoft.com/office/drawing/2014/main" id="{71BAFAF7-BB1E-4239-957B-EE026F22DDDF}"/>
              </a:ext>
            </a:extLst>
          </p:cNvPr>
          <p:cNvGrpSpPr/>
          <p:nvPr userDrawn="1"/>
        </p:nvGrpSpPr>
        <p:grpSpPr>
          <a:xfrm>
            <a:off x="11172451" y="775626"/>
            <a:ext cx="416708" cy="132419"/>
            <a:chOff x="11708692" y="775626"/>
            <a:chExt cx="416708" cy="132419"/>
          </a:xfrm>
        </p:grpSpPr>
        <p:sp>
          <p:nvSpPr>
            <p:cNvPr id="10" name="平行四边形 9">
              <a:extLst>
                <a:ext uri="{FF2B5EF4-FFF2-40B4-BE49-F238E27FC236}">
                  <a16:creationId xmlns:a16="http://schemas.microsoft.com/office/drawing/2014/main" id="{2D020CB6-7568-4CBB-83A5-E86A2CAFCD18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平行四边形 10">
              <a:extLst>
                <a:ext uri="{FF2B5EF4-FFF2-40B4-BE49-F238E27FC236}">
                  <a16:creationId xmlns:a16="http://schemas.microsoft.com/office/drawing/2014/main" id="{F29F0CE6-49AB-4A6D-A435-4941EC862C83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平行四边形 11">
              <a:extLst>
                <a:ext uri="{FF2B5EF4-FFF2-40B4-BE49-F238E27FC236}">
                  <a16:creationId xmlns:a16="http://schemas.microsoft.com/office/drawing/2014/main" id="{D5FD89F2-84BF-47DF-A495-D091867F7170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平行四边形 12">
              <a:extLst>
                <a:ext uri="{FF2B5EF4-FFF2-40B4-BE49-F238E27FC236}">
                  <a16:creationId xmlns:a16="http://schemas.microsoft.com/office/drawing/2014/main" id="{F2635B6D-8AD3-44EA-87F8-8114EAC99F7A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" name="676fecc8-5938-4c2a-98aa-ea8df123951c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>
            <a:extLst>
              <a:ext uri="{FF2B5EF4-FFF2-40B4-BE49-F238E27FC236}">
                <a16:creationId xmlns:a16="http://schemas.microsoft.com/office/drawing/2014/main" id="{9BF05001-CE8C-4B4B-9303-CC44CC2314DC}"/>
              </a:ext>
            </a:extLst>
          </p:cNvPr>
          <p:cNvGrpSpPr>
            <a:grpSpLocks noChangeAspect="1"/>
          </p:cNvGrpSpPr>
          <p:nvPr userDrawn="1">
            <p:custDataLst>
              <p:tags r:id="rId1"/>
            </p:custDataLst>
          </p:nvPr>
        </p:nvGrpSpPr>
        <p:grpSpPr>
          <a:xfrm>
            <a:off x="9670616" y="535439"/>
            <a:ext cx="1391152" cy="377516"/>
            <a:chOff x="2647449" y="2492374"/>
            <a:chExt cx="6897103" cy="1871663"/>
          </a:xfrm>
        </p:grpSpPr>
        <p:sp>
          <p:nvSpPr>
            <p:cNvPr id="18" name="iŝlidè">
              <a:extLst>
                <a:ext uri="{FF2B5EF4-FFF2-40B4-BE49-F238E27FC236}">
                  <a16:creationId xmlns:a16="http://schemas.microsoft.com/office/drawing/2014/main" id="{A7100E10-6816-4AA9-9CE2-B51AA0B8958A}"/>
                </a:ext>
              </a:extLst>
            </p:cNvPr>
            <p:cNvSpPr/>
            <p:nvPr userDrawn="1"/>
          </p:nvSpPr>
          <p:spPr bwMode="auto">
            <a:xfrm>
              <a:off x="4864297" y="2650172"/>
              <a:ext cx="4625464" cy="1089247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9" name="iś1íḑé">
              <a:extLst>
                <a:ext uri="{FF2B5EF4-FFF2-40B4-BE49-F238E27FC236}">
                  <a16:creationId xmlns:a16="http://schemas.microsoft.com/office/drawing/2014/main" id="{F60BE995-2C5B-4F61-87D9-4800BBA022DF}"/>
                </a:ext>
              </a:extLst>
            </p:cNvPr>
            <p:cNvSpPr/>
            <p:nvPr userDrawn="1"/>
          </p:nvSpPr>
          <p:spPr bwMode="auto">
            <a:xfrm>
              <a:off x="4816081" y="4076932"/>
              <a:ext cx="4728471" cy="131499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20" name="îṡ1iḑê">
              <a:extLst>
                <a:ext uri="{FF2B5EF4-FFF2-40B4-BE49-F238E27FC236}">
                  <a16:creationId xmlns:a16="http://schemas.microsoft.com/office/drawing/2014/main" id="{DEA90481-31F5-4AD1-9D11-A8CF1AADC87A}"/>
                </a:ext>
              </a:extLst>
            </p:cNvPr>
            <p:cNvSpPr/>
            <p:nvPr userDrawn="1"/>
          </p:nvSpPr>
          <p:spPr bwMode="auto">
            <a:xfrm>
              <a:off x="2647449" y="2492374"/>
              <a:ext cx="1838789" cy="1871663"/>
            </a:xfrm>
            <a:custGeom>
              <a:avLst/>
              <a:gdLst>
                <a:gd name="T0" fmla="*/ 606 w 808"/>
                <a:gd name="T1" fmla="*/ 701 h 821"/>
                <a:gd name="T2" fmla="*/ 597 w 808"/>
                <a:gd name="T3" fmla="*/ 703 h 821"/>
                <a:gd name="T4" fmla="*/ 597 w 808"/>
                <a:gd name="T5" fmla="*/ 684 h 821"/>
                <a:gd name="T6" fmla="*/ 620 w 808"/>
                <a:gd name="T7" fmla="*/ 651 h 821"/>
                <a:gd name="T8" fmla="*/ 606 w 808"/>
                <a:gd name="T9" fmla="*/ 661 h 821"/>
                <a:gd name="T10" fmla="*/ 584 w 808"/>
                <a:gd name="T11" fmla="*/ 659 h 821"/>
                <a:gd name="T12" fmla="*/ 591 w 808"/>
                <a:gd name="T13" fmla="*/ 642 h 821"/>
                <a:gd name="T14" fmla="*/ 597 w 808"/>
                <a:gd name="T15" fmla="*/ 649 h 821"/>
                <a:gd name="T16" fmla="*/ 620 w 808"/>
                <a:gd name="T17" fmla="*/ 619 h 821"/>
                <a:gd name="T18" fmla="*/ 636 w 808"/>
                <a:gd name="T19" fmla="*/ 634 h 821"/>
                <a:gd name="T20" fmla="*/ 623 w 808"/>
                <a:gd name="T21" fmla="*/ 679 h 821"/>
                <a:gd name="T22" fmla="*/ 620 w 808"/>
                <a:gd name="T23" fmla="*/ 692 h 821"/>
                <a:gd name="T24" fmla="*/ 177 w 808"/>
                <a:gd name="T25" fmla="*/ 710 h 821"/>
                <a:gd name="T26" fmla="*/ 216 w 808"/>
                <a:gd name="T27" fmla="*/ 643 h 821"/>
                <a:gd name="T28" fmla="*/ 233 w 808"/>
                <a:gd name="T29" fmla="*/ 632 h 821"/>
                <a:gd name="T30" fmla="*/ 209 w 808"/>
                <a:gd name="T31" fmla="*/ 667 h 821"/>
                <a:gd name="T32" fmla="*/ 245 w 808"/>
                <a:gd name="T33" fmla="*/ 647 h 821"/>
                <a:gd name="T34" fmla="*/ 246 w 808"/>
                <a:gd name="T35" fmla="*/ 676 h 821"/>
                <a:gd name="T36" fmla="*/ 228 w 808"/>
                <a:gd name="T37" fmla="*/ 694 h 821"/>
                <a:gd name="T38" fmla="*/ 203 w 808"/>
                <a:gd name="T39" fmla="*/ 719 h 821"/>
                <a:gd name="T40" fmla="*/ 207 w 808"/>
                <a:gd name="T41" fmla="*/ 683 h 821"/>
                <a:gd name="T42" fmla="*/ 446 w 808"/>
                <a:gd name="T43" fmla="*/ 698 h 821"/>
                <a:gd name="T44" fmla="*/ 444 w 808"/>
                <a:gd name="T45" fmla="*/ 686 h 821"/>
                <a:gd name="T46" fmla="*/ 445 w 808"/>
                <a:gd name="T47" fmla="*/ 674 h 821"/>
                <a:gd name="T48" fmla="*/ 434 w 808"/>
                <a:gd name="T49" fmla="*/ 668 h 821"/>
                <a:gd name="T50" fmla="*/ 438 w 808"/>
                <a:gd name="T51" fmla="*/ 651 h 821"/>
                <a:gd name="T52" fmla="*/ 456 w 808"/>
                <a:gd name="T53" fmla="*/ 644 h 821"/>
                <a:gd name="T54" fmla="*/ 465 w 808"/>
                <a:gd name="T55" fmla="*/ 643 h 821"/>
                <a:gd name="T56" fmla="*/ 457 w 808"/>
                <a:gd name="T57" fmla="*/ 675 h 821"/>
                <a:gd name="T58" fmla="*/ 455 w 808"/>
                <a:gd name="T59" fmla="*/ 690 h 821"/>
                <a:gd name="T60" fmla="*/ 265 w 808"/>
                <a:gd name="T61" fmla="*/ 713 h 821"/>
                <a:gd name="T62" fmla="*/ 562 w 808"/>
                <a:gd name="T63" fmla="*/ 715 h 821"/>
                <a:gd name="T64" fmla="*/ 292 w 808"/>
                <a:gd name="T65" fmla="*/ 705 h 821"/>
                <a:gd name="T66" fmla="*/ 300 w 808"/>
                <a:gd name="T67" fmla="*/ 666 h 821"/>
                <a:gd name="T68" fmla="*/ 285 w 808"/>
                <a:gd name="T69" fmla="*/ 672 h 821"/>
                <a:gd name="T70" fmla="*/ 302 w 808"/>
                <a:gd name="T71" fmla="*/ 650 h 821"/>
                <a:gd name="T72" fmla="*/ 307 w 808"/>
                <a:gd name="T73" fmla="*/ 637 h 821"/>
                <a:gd name="T74" fmla="*/ 319 w 808"/>
                <a:gd name="T75" fmla="*/ 648 h 821"/>
                <a:gd name="T76" fmla="*/ 305 w 808"/>
                <a:gd name="T77" fmla="*/ 696 h 821"/>
                <a:gd name="T78" fmla="*/ 511 w 808"/>
                <a:gd name="T79" fmla="*/ 689 h 821"/>
                <a:gd name="T80" fmla="*/ 538 w 808"/>
                <a:gd name="T81" fmla="*/ 638 h 821"/>
                <a:gd name="T82" fmla="*/ 529 w 808"/>
                <a:gd name="T83" fmla="*/ 700 h 821"/>
                <a:gd name="T84" fmla="*/ 241 w 808"/>
                <a:gd name="T85" fmla="*/ 701 h 821"/>
                <a:gd name="T86" fmla="*/ 469 w 808"/>
                <a:gd name="T87" fmla="*/ 701 h 821"/>
                <a:gd name="T88" fmla="*/ 447 w 808"/>
                <a:gd name="T89" fmla="*/ 705 h 821"/>
                <a:gd name="T90" fmla="*/ 349 w 808"/>
                <a:gd name="T91" fmla="*/ 697 h 821"/>
                <a:gd name="T92" fmla="*/ 371 w 808"/>
                <a:gd name="T93" fmla="*/ 665 h 821"/>
                <a:gd name="T94" fmla="*/ 400 w 808"/>
                <a:gd name="T95" fmla="*/ 667 h 821"/>
                <a:gd name="T96" fmla="*/ 375 w 808"/>
                <a:gd name="T97" fmla="*/ 697 h 821"/>
                <a:gd name="T98" fmla="*/ 220 w 808"/>
                <a:gd name="T99" fmla="*/ 683 h 821"/>
                <a:gd name="T100" fmla="*/ 223 w 808"/>
                <a:gd name="T101" fmla="*/ 690 h 821"/>
                <a:gd name="T102" fmla="*/ 318 w 808"/>
                <a:gd name="T103" fmla="*/ 697 h 821"/>
                <a:gd name="T104" fmla="*/ 206 w 808"/>
                <a:gd name="T105" fmla="*/ 674 h 821"/>
                <a:gd name="T106" fmla="*/ 311 w 808"/>
                <a:gd name="T107" fmla="*/ 660 h 821"/>
                <a:gd name="T108" fmla="*/ 614 w 808"/>
                <a:gd name="T109" fmla="*/ 661 h 821"/>
                <a:gd name="T110" fmla="*/ 607 w 808"/>
                <a:gd name="T111" fmla="*/ 650 h 821"/>
                <a:gd name="T112" fmla="*/ 217 w 808"/>
                <a:gd name="T113" fmla="*/ 627 h 821"/>
                <a:gd name="T114" fmla="*/ 161 w 808"/>
                <a:gd name="T115" fmla="*/ 585 h 821"/>
                <a:gd name="T116" fmla="*/ 114 w 808"/>
                <a:gd name="T117" fmla="*/ 372 h 821"/>
                <a:gd name="T118" fmla="*/ 243 w 808"/>
                <a:gd name="T119" fmla="*/ 205 h 821"/>
                <a:gd name="T120" fmla="*/ 433 w 808"/>
                <a:gd name="T121" fmla="*/ 152 h 821"/>
                <a:gd name="T122" fmla="*/ 653 w 808"/>
                <a:gd name="T123" fmla="*/ 325 h 821"/>
                <a:gd name="T124" fmla="*/ 664 w 808"/>
                <a:gd name="T125" fmla="*/ 501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821">
                  <a:moveTo>
                    <a:pt x="404" y="821"/>
                  </a:moveTo>
                  <a:cubicBezTo>
                    <a:pt x="626" y="821"/>
                    <a:pt x="808" y="637"/>
                    <a:pt x="808" y="411"/>
                  </a:cubicBezTo>
                  <a:cubicBezTo>
                    <a:pt x="808" y="185"/>
                    <a:pt x="626" y="0"/>
                    <a:pt x="404" y="0"/>
                  </a:cubicBezTo>
                  <a:cubicBezTo>
                    <a:pt x="181" y="0"/>
                    <a:pt x="0" y="185"/>
                    <a:pt x="0" y="411"/>
                  </a:cubicBezTo>
                  <a:cubicBezTo>
                    <a:pt x="0" y="637"/>
                    <a:pt x="181" y="821"/>
                    <a:pt x="404" y="821"/>
                  </a:cubicBezTo>
                  <a:close/>
                  <a:moveTo>
                    <a:pt x="404" y="3"/>
                  </a:moveTo>
                  <a:cubicBezTo>
                    <a:pt x="474" y="48"/>
                    <a:pt x="616" y="90"/>
                    <a:pt x="583" y="158"/>
                  </a:cubicBezTo>
                  <a:cubicBezTo>
                    <a:pt x="638" y="106"/>
                    <a:pt x="721" y="230"/>
                    <a:pt x="785" y="285"/>
                  </a:cubicBezTo>
                  <a:cubicBezTo>
                    <a:pt x="765" y="362"/>
                    <a:pt x="769" y="520"/>
                    <a:pt x="693" y="507"/>
                  </a:cubicBezTo>
                  <a:cubicBezTo>
                    <a:pt x="761" y="544"/>
                    <a:pt x="669" y="666"/>
                    <a:pt x="644" y="734"/>
                  </a:cubicBezTo>
                  <a:cubicBezTo>
                    <a:pt x="567" y="740"/>
                    <a:pt x="412" y="799"/>
                    <a:pt x="405" y="723"/>
                  </a:cubicBezTo>
                  <a:cubicBezTo>
                    <a:pt x="392" y="797"/>
                    <a:pt x="241" y="737"/>
                    <a:pt x="161" y="732"/>
                  </a:cubicBezTo>
                  <a:cubicBezTo>
                    <a:pt x="134" y="658"/>
                    <a:pt x="46" y="545"/>
                    <a:pt x="113" y="509"/>
                  </a:cubicBezTo>
                  <a:cubicBezTo>
                    <a:pt x="35" y="520"/>
                    <a:pt x="47" y="364"/>
                    <a:pt x="23" y="284"/>
                  </a:cubicBezTo>
                  <a:cubicBezTo>
                    <a:pt x="90" y="245"/>
                    <a:pt x="172" y="105"/>
                    <a:pt x="229" y="159"/>
                  </a:cubicBezTo>
                  <a:cubicBezTo>
                    <a:pt x="197" y="85"/>
                    <a:pt x="340" y="46"/>
                    <a:pt x="404" y="3"/>
                  </a:cubicBezTo>
                  <a:close/>
                  <a:moveTo>
                    <a:pt x="609" y="729"/>
                  </a:move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09" y="729"/>
                    <a:pt x="609" y="729"/>
                    <a:pt x="609" y="729"/>
                  </a:cubicBezTo>
                  <a:close/>
                  <a:moveTo>
                    <a:pt x="176" y="724"/>
                  </a:move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3"/>
                    <a:pt x="194" y="683"/>
                    <a:pt x="195" y="683"/>
                  </a:cubicBezTo>
                  <a:cubicBezTo>
                    <a:pt x="195" y="683"/>
                    <a:pt x="195" y="683"/>
                    <a:pt x="195" y="683"/>
                  </a:cubicBezTo>
                  <a:cubicBezTo>
                    <a:pt x="195" y="683"/>
                    <a:pt x="195" y="682"/>
                    <a:pt x="196" y="682"/>
                  </a:cubicBezTo>
                  <a:cubicBezTo>
                    <a:pt x="196" y="682"/>
                    <a:pt x="196" y="682"/>
                    <a:pt x="196" y="682"/>
                  </a:cubicBezTo>
                  <a:cubicBezTo>
                    <a:pt x="196" y="682"/>
                    <a:pt x="196" y="682"/>
                    <a:pt x="196" y="681"/>
                  </a:cubicBezTo>
                  <a:cubicBezTo>
                    <a:pt x="196" y="681"/>
                    <a:pt x="196" y="681"/>
                    <a:pt x="196" y="681"/>
                  </a:cubicBezTo>
                  <a:cubicBezTo>
                    <a:pt x="196" y="681"/>
                    <a:pt x="196" y="681"/>
                    <a:pt x="197" y="681"/>
                  </a:cubicBezTo>
                  <a:cubicBezTo>
                    <a:pt x="197" y="681"/>
                    <a:pt x="197" y="681"/>
                    <a:pt x="197" y="681"/>
                  </a:cubicBezTo>
                  <a:cubicBezTo>
                    <a:pt x="198" y="679"/>
                    <a:pt x="199" y="677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15" y="706"/>
                    <a:pt x="215" y="706"/>
                    <a:pt x="215" y="706"/>
                  </a:cubicBezTo>
                  <a:cubicBezTo>
                    <a:pt x="214" y="707"/>
                    <a:pt x="214" y="707"/>
                    <a:pt x="214" y="707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8"/>
                    <a:pt x="214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213" y="698"/>
                    <a:pt x="213" y="698"/>
                    <a:pt x="213" y="697"/>
                  </a:cubicBezTo>
                  <a:cubicBezTo>
                    <a:pt x="213" y="697"/>
                    <a:pt x="213" y="697"/>
                    <a:pt x="213" y="697"/>
                  </a:cubicBezTo>
                  <a:cubicBezTo>
                    <a:pt x="213" y="696"/>
                    <a:pt x="213" y="696"/>
                    <a:pt x="213" y="695"/>
                  </a:cubicBezTo>
                  <a:cubicBezTo>
                    <a:pt x="213" y="695"/>
                    <a:pt x="213" y="695"/>
                    <a:pt x="213" y="695"/>
                  </a:cubicBezTo>
                  <a:cubicBezTo>
                    <a:pt x="213" y="693"/>
                    <a:pt x="213" y="691"/>
                    <a:pt x="213" y="689"/>
                  </a:cubicBezTo>
                  <a:cubicBezTo>
                    <a:pt x="213" y="689"/>
                    <a:pt x="213" y="689"/>
                    <a:pt x="213" y="689"/>
                  </a:cubicBezTo>
                  <a:cubicBezTo>
                    <a:pt x="213" y="688"/>
                    <a:pt x="213" y="688"/>
                    <a:pt x="214" y="687"/>
                  </a:cubicBezTo>
                  <a:cubicBezTo>
                    <a:pt x="214" y="687"/>
                    <a:pt x="214" y="687"/>
                    <a:pt x="214" y="687"/>
                  </a:cubicBezTo>
                  <a:cubicBezTo>
                    <a:pt x="214" y="686"/>
                    <a:pt x="214" y="685"/>
                    <a:pt x="215" y="684"/>
                  </a:cubicBezTo>
                  <a:cubicBezTo>
                    <a:pt x="215" y="684"/>
                    <a:pt x="215" y="684"/>
                    <a:pt x="215" y="684"/>
                  </a:cubicBezTo>
                  <a:cubicBezTo>
                    <a:pt x="215" y="684"/>
                    <a:pt x="216" y="683"/>
                    <a:pt x="216" y="682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7" y="681"/>
                    <a:pt x="217" y="680"/>
                    <a:pt x="218" y="679"/>
                  </a:cubicBezTo>
                  <a:cubicBezTo>
                    <a:pt x="218" y="679"/>
                    <a:pt x="218" y="679"/>
                    <a:pt x="218" y="679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6" y="679"/>
                    <a:pt x="213" y="681"/>
                    <a:pt x="210" y="683"/>
                  </a:cubicBezTo>
                  <a:cubicBezTo>
                    <a:pt x="210" y="683"/>
                    <a:pt x="210" y="683"/>
                    <a:pt x="210" y="683"/>
                  </a:cubicBezTo>
                  <a:cubicBezTo>
                    <a:pt x="209" y="684"/>
                    <a:pt x="208" y="684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79"/>
                  </a:cubicBezTo>
                  <a:cubicBezTo>
                    <a:pt x="202" y="679"/>
                    <a:pt x="202" y="679"/>
                    <a:pt x="202" y="679"/>
                  </a:cubicBezTo>
                  <a:cubicBezTo>
                    <a:pt x="202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0" y="680"/>
                    <a:pt x="200" y="680"/>
                  </a:cubicBezTo>
                  <a:cubicBezTo>
                    <a:pt x="200" y="680"/>
                    <a:pt x="200" y="680"/>
                    <a:pt x="200" y="680"/>
                  </a:cubicBezTo>
                  <a:cubicBezTo>
                    <a:pt x="200" y="680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76" y="724"/>
                    <a:pt x="176" y="724"/>
                    <a:pt x="176" y="724"/>
                  </a:cubicBezTo>
                  <a:close/>
                  <a:moveTo>
                    <a:pt x="425" y="723"/>
                  </a:move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4" y="668"/>
                    <a:pt x="454" y="668"/>
                  </a:cubicBezTo>
                  <a:cubicBezTo>
                    <a:pt x="454" y="668"/>
                    <a:pt x="454" y="668"/>
                    <a:pt x="454" y="668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0"/>
                    <a:pt x="445" y="640"/>
                    <a:pt x="445" y="640"/>
                  </a:cubicBezTo>
                  <a:cubicBezTo>
                    <a:pt x="445" y="639"/>
                    <a:pt x="445" y="639"/>
                    <a:pt x="445" y="639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0" y="670"/>
                    <a:pt x="458" y="671"/>
                    <a:pt x="458" y="671"/>
                  </a:cubicBezTo>
                  <a:cubicBezTo>
                    <a:pt x="458" y="671"/>
                    <a:pt x="458" y="671"/>
                    <a:pt x="458" y="671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6" y="723"/>
                    <a:pt x="426" y="723"/>
                    <a:pt x="426" y="723"/>
                  </a:cubicBezTo>
                  <a:lnTo>
                    <a:pt x="425" y="723"/>
                  </a:lnTo>
                  <a:close/>
                  <a:moveTo>
                    <a:pt x="270" y="716"/>
                  </a:move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lose/>
                  <a:moveTo>
                    <a:pt x="562" y="715"/>
                  </a:moveTo>
                  <a:cubicBezTo>
                    <a:pt x="562" y="715"/>
                    <a:pt x="562" y="715"/>
                    <a:pt x="562" y="715"/>
                  </a:cubicBezTo>
                  <a:cubicBezTo>
                    <a:pt x="562" y="715"/>
                    <a:pt x="562" y="715"/>
                    <a:pt x="562" y="715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2" y="715"/>
                    <a:pt x="562" y="715"/>
                    <a:pt x="562" y="715"/>
                  </a:cubicBezTo>
                  <a:close/>
                  <a:moveTo>
                    <a:pt x="304" y="713"/>
                  </a:moveTo>
                  <a:cubicBezTo>
                    <a:pt x="302" y="712"/>
                    <a:pt x="302" y="712"/>
                    <a:pt x="302" y="712"/>
                  </a:cubicBezTo>
                  <a:cubicBezTo>
                    <a:pt x="302" y="712"/>
                    <a:pt x="302" y="712"/>
                    <a:pt x="302" y="712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1"/>
                    <a:pt x="302" y="621"/>
                    <a:pt x="302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lose/>
                  <a:moveTo>
                    <a:pt x="506" y="712"/>
                  </a:moveTo>
                  <a:cubicBezTo>
                    <a:pt x="506" y="710"/>
                    <a:pt x="506" y="710"/>
                    <a:pt x="506" y="710"/>
                  </a:cubicBezTo>
                  <a:cubicBezTo>
                    <a:pt x="506" y="710"/>
                    <a:pt x="506" y="710"/>
                    <a:pt x="506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0"/>
                    <a:pt x="536" y="650"/>
                    <a:pt x="535" y="647"/>
                  </a:cubicBezTo>
                  <a:cubicBezTo>
                    <a:pt x="535" y="647"/>
                    <a:pt x="535" y="647"/>
                    <a:pt x="535" y="647"/>
                  </a:cubicBezTo>
                  <a:cubicBezTo>
                    <a:pt x="535" y="645"/>
                    <a:pt x="534" y="644"/>
                    <a:pt x="534" y="643"/>
                  </a:cubicBezTo>
                  <a:cubicBezTo>
                    <a:pt x="534" y="643"/>
                    <a:pt x="534" y="643"/>
                    <a:pt x="534" y="643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2" y="642"/>
                    <a:pt x="542" y="642"/>
                    <a:pt x="543" y="643"/>
                  </a:cubicBezTo>
                  <a:cubicBezTo>
                    <a:pt x="543" y="643"/>
                    <a:pt x="543" y="643"/>
                    <a:pt x="543" y="643"/>
                  </a:cubicBezTo>
                  <a:cubicBezTo>
                    <a:pt x="544" y="645"/>
                    <a:pt x="544" y="645"/>
                    <a:pt x="544" y="647"/>
                  </a:cubicBezTo>
                  <a:cubicBezTo>
                    <a:pt x="544" y="647"/>
                    <a:pt x="544" y="647"/>
                    <a:pt x="544" y="647"/>
                  </a:cubicBezTo>
                  <a:cubicBezTo>
                    <a:pt x="544" y="648"/>
                    <a:pt x="544" y="648"/>
                    <a:pt x="544" y="649"/>
                  </a:cubicBezTo>
                  <a:cubicBezTo>
                    <a:pt x="544" y="649"/>
                    <a:pt x="544" y="649"/>
                    <a:pt x="544" y="649"/>
                  </a:cubicBezTo>
                  <a:cubicBezTo>
                    <a:pt x="539" y="675"/>
                    <a:pt x="539" y="675"/>
                    <a:pt x="539" y="675"/>
                  </a:cubicBezTo>
                  <a:cubicBezTo>
                    <a:pt x="540" y="675"/>
                    <a:pt x="540" y="675"/>
                    <a:pt x="540" y="675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07" y="712"/>
                    <a:pt x="507" y="712"/>
                    <a:pt x="507" y="712"/>
                  </a:cubicBezTo>
                  <a:lnTo>
                    <a:pt x="506" y="712"/>
                  </a:lnTo>
                  <a:close/>
                  <a:moveTo>
                    <a:pt x="242" y="710"/>
                  </a:move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2" y="710"/>
                    <a:pt x="242" y="710"/>
                    <a:pt x="242" y="710"/>
                  </a:cubicBezTo>
                  <a:close/>
                  <a:moveTo>
                    <a:pt x="468" y="708"/>
                  </a:moveTo>
                  <a:cubicBezTo>
                    <a:pt x="467" y="707"/>
                    <a:pt x="467" y="707"/>
                    <a:pt x="467" y="707"/>
                  </a:cubicBezTo>
                  <a:cubicBezTo>
                    <a:pt x="467" y="707"/>
                    <a:pt x="467" y="707"/>
                    <a:pt x="467" y="707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lose/>
                  <a:moveTo>
                    <a:pt x="445" y="707"/>
                  </a:move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lose/>
                  <a:moveTo>
                    <a:pt x="352" y="706"/>
                  </a:move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1" y="699"/>
                    <a:pt x="371" y="699"/>
                    <a:pt x="370" y="699"/>
                  </a:cubicBezTo>
                  <a:cubicBezTo>
                    <a:pt x="370" y="699"/>
                    <a:pt x="370" y="699"/>
                    <a:pt x="370" y="699"/>
                  </a:cubicBezTo>
                  <a:cubicBezTo>
                    <a:pt x="370" y="699"/>
                    <a:pt x="369" y="699"/>
                    <a:pt x="369" y="699"/>
                  </a:cubicBezTo>
                  <a:cubicBezTo>
                    <a:pt x="369" y="699"/>
                    <a:pt x="369" y="700"/>
                    <a:pt x="369" y="700"/>
                  </a:cubicBezTo>
                  <a:cubicBezTo>
                    <a:pt x="369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7" y="701"/>
                    <a:pt x="367" y="701"/>
                    <a:pt x="366" y="701"/>
                  </a:cubicBezTo>
                  <a:cubicBezTo>
                    <a:pt x="366" y="701"/>
                    <a:pt x="366" y="701"/>
                    <a:pt x="366" y="701"/>
                  </a:cubicBezTo>
                  <a:cubicBezTo>
                    <a:pt x="366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2"/>
                  </a:cubicBezTo>
                  <a:cubicBezTo>
                    <a:pt x="364" y="702"/>
                    <a:pt x="364" y="702"/>
                    <a:pt x="364" y="702"/>
                  </a:cubicBezTo>
                  <a:cubicBezTo>
                    <a:pt x="364" y="702"/>
                    <a:pt x="363" y="702"/>
                    <a:pt x="363" y="702"/>
                  </a:cubicBezTo>
                  <a:cubicBezTo>
                    <a:pt x="363" y="702"/>
                    <a:pt x="363" y="702"/>
                    <a:pt x="363" y="702"/>
                  </a:cubicBezTo>
                  <a:cubicBezTo>
                    <a:pt x="363" y="702"/>
                    <a:pt x="362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2" y="706"/>
                    <a:pt x="352" y="706"/>
                    <a:pt x="352" y="706"/>
                  </a:cubicBezTo>
                  <a:close/>
                  <a:moveTo>
                    <a:pt x="218" y="701"/>
                  </a:move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6" y="698"/>
                    <a:pt x="216" y="697"/>
                  </a:cubicBezTo>
                  <a:cubicBezTo>
                    <a:pt x="216" y="697"/>
                    <a:pt x="216" y="697"/>
                    <a:pt x="216" y="697"/>
                  </a:cubicBezTo>
                  <a:cubicBezTo>
                    <a:pt x="216" y="697"/>
                    <a:pt x="216" y="696"/>
                    <a:pt x="215" y="696"/>
                  </a:cubicBezTo>
                  <a:cubicBezTo>
                    <a:pt x="215" y="696"/>
                    <a:pt x="215" y="696"/>
                    <a:pt x="215" y="696"/>
                  </a:cubicBezTo>
                  <a:cubicBezTo>
                    <a:pt x="215" y="695"/>
                    <a:pt x="215" y="695"/>
                    <a:pt x="215" y="694"/>
                  </a:cubicBezTo>
                  <a:cubicBezTo>
                    <a:pt x="215" y="694"/>
                    <a:pt x="215" y="694"/>
                    <a:pt x="215" y="694"/>
                  </a:cubicBezTo>
                  <a:cubicBezTo>
                    <a:pt x="215" y="694"/>
                    <a:pt x="215" y="693"/>
                    <a:pt x="215" y="692"/>
                  </a:cubicBezTo>
                  <a:cubicBezTo>
                    <a:pt x="215" y="692"/>
                    <a:pt x="215" y="692"/>
                    <a:pt x="215" y="692"/>
                  </a:cubicBezTo>
                  <a:cubicBezTo>
                    <a:pt x="215" y="692"/>
                    <a:pt x="215" y="691"/>
                    <a:pt x="215" y="691"/>
                  </a:cubicBezTo>
                  <a:cubicBezTo>
                    <a:pt x="215" y="691"/>
                    <a:pt x="215" y="691"/>
                    <a:pt x="215" y="691"/>
                  </a:cubicBezTo>
                  <a:cubicBezTo>
                    <a:pt x="216" y="690"/>
                    <a:pt x="216" y="689"/>
                    <a:pt x="216" y="689"/>
                  </a:cubicBezTo>
                  <a:cubicBezTo>
                    <a:pt x="216" y="689"/>
                    <a:pt x="216" y="689"/>
                    <a:pt x="216" y="689"/>
                  </a:cubicBezTo>
                  <a:cubicBezTo>
                    <a:pt x="216" y="688"/>
                    <a:pt x="216" y="688"/>
                    <a:pt x="216" y="687"/>
                  </a:cubicBezTo>
                  <a:cubicBezTo>
                    <a:pt x="216" y="687"/>
                    <a:pt x="216" y="687"/>
                    <a:pt x="216" y="687"/>
                  </a:cubicBezTo>
                  <a:cubicBezTo>
                    <a:pt x="216" y="687"/>
                    <a:pt x="217" y="686"/>
                    <a:pt x="217" y="686"/>
                  </a:cubicBezTo>
                  <a:cubicBezTo>
                    <a:pt x="217" y="686"/>
                    <a:pt x="217" y="686"/>
                    <a:pt x="217" y="686"/>
                  </a:cubicBezTo>
                  <a:cubicBezTo>
                    <a:pt x="217" y="686"/>
                    <a:pt x="217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19" y="685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4" y="688"/>
                  </a:cubicBezTo>
                  <a:cubicBezTo>
                    <a:pt x="224" y="688"/>
                    <a:pt x="224" y="688"/>
                    <a:pt x="224" y="688"/>
                  </a:cubicBezTo>
                  <a:cubicBezTo>
                    <a:pt x="224" y="688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3" y="689"/>
                    <a:pt x="223" y="689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2" y="693"/>
                    <a:pt x="222" y="692"/>
                    <a:pt x="222" y="692"/>
                  </a:cubicBezTo>
                  <a:cubicBezTo>
                    <a:pt x="222" y="692"/>
                    <a:pt x="222" y="692"/>
                    <a:pt x="222" y="692"/>
                  </a:cubicBezTo>
                  <a:cubicBezTo>
                    <a:pt x="222" y="692"/>
                    <a:pt x="222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3"/>
                  </a:cubicBezTo>
                  <a:cubicBezTo>
                    <a:pt x="224" y="693"/>
                    <a:pt x="224" y="693"/>
                    <a:pt x="224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4"/>
                    <a:pt x="225" y="694"/>
                    <a:pt x="224" y="694"/>
                  </a:cubicBezTo>
                  <a:cubicBezTo>
                    <a:pt x="224" y="694"/>
                    <a:pt x="224" y="694"/>
                    <a:pt x="224" y="694"/>
                  </a:cubicBezTo>
                  <a:cubicBezTo>
                    <a:pt x="224" y="694"/>
                    <a:pt x="224" y="694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8"/>
                    <a:pt x="223" y="698"/>
                  </a:cubicBezTo>
                  <a:cubicBezTo>
                    <a:pt x="223" y="698"/>
                    <a:pt x="223" y="698"/>
                    <a:pt x="223" y="698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8" y="701"/>
                    <a:pt x="218" y="701"/>
                    <a:pt x="218" y="701"/>
                  </a:cubicBezTo>
                  <a:close/>
                  <a:moveTo>
                    <a:pt x="318" y="698"/>
                  </a:moveTo>
                  <a:cubicBezTo>
                    <a:pt x="318" y="698"/>
                    <a:pt x="318" y="698"/>
                    <a:pt x="318" y="698"/>
                  </a:cubicBezTo>
                  <a:cubicBezTo>
                    <a:pt x="318" y="698"/>
                    <a:pt x="318" y="698"/>
                    <a:pt x="318" y="698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8"/>
                    <a:pt x="319" y="698"/>
                    <a:pt x="319" y="698"/>
                  </a:cubicBezTo>
                  <a:lnTo>
                    <a:pt x="318" y="698"/>
                  </a:lnTo>
                  <a:close/>
                  <a:moveTo>
                    <a:pt x="203" y="679"/>
                  </a:moveTo>
                  <a:cubicBezTo>
                    <a:pt x="203" y="679"/>
                    <a:pt x="202" y="679"/>
                    <a:pt x="202" y="678"/>
                  </a:cubicBezTo>
                  <a:cubicBezTo>
                    <a:pt x="202" y="678"/>
                    <a:pt x="202" y="678"/>
                    <a:pt x="202" y="678"/>
                  </a:cubicBezTo>
                  <a:cubicBezTo>
                    <a:pt x="202" y="678"/>
                    <a:pt x="202" y="678"/>
                    <a:pt x="202" y="677"/>
                  </a:cubicBezTo>
                  <a:cubicBezTo>
                    <a:pt x="202" y="677"/>
                    <a:pt x="202" y="677"/>
                    <a:pt x="202" y="677"/>
                  </a:cubicBezTo>
                  <a:cubicBezTo>
                    <a:pt x="202" y="677"/>
                    <a:pt x="203" y="676"/>
                    <a:pt x="203" y="676"/>
                  </a:cubicBezTo>
                  <a:cubicBezTo>
                    <a:pt x="203" y="676"/>
                    <a:pt x="203" y="676"/>
                    <a:pt x="203" y="676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6" y="675"/>
                    <a:pt x="215" y="676"/>
                    <a:pt x="214" y="676"/>
                  </a:cubicBezTo>
                  <a:cubicBezTo>
                    <a:pt x="214" y="676"/>
                    <a:pt x="214" y="676"/>
                    <a:pt x="214" y="676"/>
                  </a:cubicBezTo>
                  <a:cubicBezTo>
                    <a:pt x="203" y="679"/>
                    <a:pt x="203" y="679"/>
                    <a:pt x="203" y="679"/>
                  </a:cubicBezTo>
                  <a:close/>
                  <a:moveTo>
                    <a:pt x="305" y="665"/>
                  </a:moveTo>
                  <a:cubicBezTo>
                    <a:pt x="306" y="655"/>
                    <a:pt x="306" y="655"/>
                    <a:pt x="306" y="655"/>
                  </a:cubicBezTo>
                  <a:cubicBezTo>
                    <a:pt x="306" y="655"/>
                    <a:pt x="306" y="655"/>
                    <a:pt x="306" y="655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5" y="665"/>
                    <a:pt x="305" y="665"/>
                    <a:pt x="305" y="665"/>
                  </a:cubicBezTo>
                  <a:close/>
                  <a:moveTo>
                    <a:pt x="598" y="662"/>
                  </a:move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2"/>
                    <a:pt x="599" y="662"/>
                    <a:pt x="599" y="662"/>
                  </a:cubicBezTo>
                  <a:lnTo>
                    <a:pt x="598" y="662"/>
                  </a:lnTo>
                  <a:close/>
                  <a:moveTo>
                    <a:pt x="615" y="662"/>
                  </a:move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2"/>
                    <a:pt x="616" y="662"/>
                    <a:pt x="616" y="662"/>
                  </a:cubicBezTo>
                  <a:lnTo>
                    <a:pt x="615" y="662"/>
                  </a:lnTo>
                  <a:close/>
                  <a:moveTo>
                    <a:pt x="607" y="656"/>
                  </a:moveTo>
                  <a:cubicBezTo>
                    <a:pt x="606" y="656"/>
                    <a:pt x="606" y="656"/>
                    <a:pt x="606" y="656"/>
                  </a:cubicBezTo>
                  <a:cubicBezTo>
                    <a:pt x="606" y="656"/>
                    <a:pt x="606" y="656"/>
                    <a:pt x="606" y="656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lose/>
                  <a:moveTo>
                    <a:pt x="307" y="647"/>
                  </a:moveTo>
                  <a:cubicBezTo>
                    <a:pt x="307" y="647"/>
                    <a:pt x="307" y="647"/>
                    <a:pt x="307" y="647"/>
                  </a:cubicBezTo>
                  <a:cubicBezTo>
                    <a:pt x="307" y="647"/>
                    <a:pt x="307" y="647"/>
                    <a:pt x="307" y="647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7" y="647"/>
                    <a:pt x="307" y="647"/>
                    <a:pt x="307" y="647"/>
                  </a:cubicBezTo>
                  <a:close/>
                  <a:moveTo>
                    <a:pt x="601" y="645"/>
                  </a:moveTo>
                  <a:cubicBezTo>
                    <a:pt x="601" y="645"/>
                    <a:pt x="601" y="645"/>
                    <a:pt x="601" y="645"/>
                  </a:cubicBezTo>
                  <a:close/>
                  <a:moveTo>
                    <a:pt x="217" y="632"/>
                  </a:moveTo>
                  <a:cubicBezTo>
                    <a:pt x="217" y="632"/>
                    <a:pt x="217" y="632"/>
                    <a:pt x="217" y="632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7" y="632"/>
                    <a:pt x="217" y="632"/>
                    <a:pt x="217" y="632"/>
                  </a:cubicBezTo>
                  <a:close/>
                  <a:moveTo>
                    <a:pt x="179" y="574"/>
                  </a:moveTo>
                  <a:cubicBezTo>
                    <a:pt x="174" y="578"/>
                    <a:pt x="174" y="578"/>
                    <a:pt x="174" y="578"/>
                  </a:cubicBezTo>
                  <a:cubicBezTo>
                    <a:pt x="164" y="563"/>
                    <a:pt x="164" y="563"/>
                    <a:pt x="164" y="563"/>
                  </a:cubicBezTo>
                  <a:cubicBezTo>
                    <a:pt x="181" y="551"/>
                    <a:pt x="181" y="551"/>
                    <a:pt x="181" y="551"/>
                  </a:cubicBezTo>
                  <a:cubicBezTo>
                    <a:pt x="190" y="565"/>
                    <a:pt x="190" y="565"/>
                    <a:pt x="190" y="565"/>
                  </a:cubicBezTo>
                  <a:cubicBezTo>
                    <a:pt x="192" y="567"/>
                    <a:pt x="193" y="569"/>
                    <a:pt x="193" y="571"/>
                  </a:cubicBezTo>
                  <a:cubicBezTo>
                    <a:pt x="194" y="572"/>
                    <a:pt x="194" y="574"/>
                    <a:pt x="194" y="576"/>
                  </a:cubicBezTo>
                  <a:cubicBezTo>
                    <a:pt x="194" y="578"/>
                    <a:pt x="193" y="580"/>
                    <a:pt x="192" y="582"/>
                  </a:cubicBezTo>
                  <a:cubicBezTo>
                    <a:pt x="190" y="585"/>
                    <a:pt x="188" y="586"/>
                    <a:pt x="185" y="588"/>
                  </a:cubicBezTo>
                  <a:cubicBezTo>
                    <a:pt x="180" y="592"/>
                    <a:pt x="176" y="593"/>
                    <a:pt x="172" y="593"/>
                  </a:cubicBezTo>
                  <a:cubicBezTo>
                    <a:pt x="168" y="592"/>
                    <a:pt x="164" y="589"/>
                    <a:pt x="161" y="585"/>
                  </a:cubicBezTo>
                  <a:cubicBezTo>
                    <a:pt x="152" y="571"/>
                    <a:pt x="152" y="571"/>
                    <a:pt x="152" y="571"/>
                  </a:cubicBezTo>
                  <a:cubicBezTo>
                    <a:pt x="157" y="568"/>
                    <a:pt x="157" y="568"/>
                    <a:pt x="157" y="568"/>
                  </a:cubicBezTo>
                  <a:cubicBezTo>
                    <a:pt x="166" y="581"/>
                    <a:pt x="166" y="581"/>
                    <a:pt x="166" y="581"/>
                  </a:cubicBezTo>
                  <a:cubicBezTo>
                    <a:pt x="168" y="584"/>
                    <a:pt x="170" y="585"/>
                    <a:pt x="172" y="585"/>
                  </a:cubicBezTo>
                  <a:cubicBezTo>
                    <a:pt x="174" y="585"/>
                    <a:pt x="177" y="584"/>
                    <a:pt x="181" y="582"/>
                  </a:cubicBezTo>
                  <a:cubicBezTo>
                    <a:pt x="184" y="579"/>
                    <a:pt x="186" y="577"/>
                    <a:pt x="186" y="575"/>
                  </a:cubicBezTo>
                  <a:cubicBezTo>
                    <a:pt x="187" y="573"/>
                    <a:pt x="187" y="571"/>
                    <a:pt x="185" y="568"/>
                  </a:cubicBezTo>
                  <a:cubicBezTo>
                    <a:pt x="180" y="561"/>
                    <a:pt x="180" y="561"/>
                    <a:pt x="180" y="561"/>
                  </a:cubicBezTo>
                  <a:cubicBezTo>
                    <a:pt x="173" y="566"/>
                    <a:pt x="173" y="566"/>
                    <a:pt x="173" y="566"/>
                  </a:cubicBezTo>
                  <a:cubicBezTo>
                    <a:pt x="179" y="574"/>
                    <a:pt x="179" y="574"/>
                    <a:pt x="179" y="574"/>
                  </a:cubicBezTo>
                  <a:close/>
                  <a:moveTo>
                    <a:pt x="143" y="556"/>
                  </a:moveTo>
                  <a:cubicBezTo>
                    <a:pt x="162" y="546"/>
                    <a:pt x="162" y="546"/>
                    <a:pt x="162" y="546"/>
                  </a:cubicBezTo>
                  <a:cubicBezTo>
                    <a:pt x="165" y="545"/>
                    <a:pt x="166" y="543"/>
                    <a:pt x="167" y="541"/>
                  </a:cubicBezTo>
                  <a:cubicBezTo>
                    <a:pt x="168" y="540"/>
                    <a:pt x="167" y="537"/>
                    <a:pt x="166" y="535"/>
                  </a:cubicBezTo>
                  <a:cubicBezTo>
                    <a:pt x="165" y="532"/>
                    <a:pt x="163" y="531"/>
                    <a:pt x="162" y="530"/>
                  </a:cubicBezTo>
                  <a:cubicBezTo>
                    <a:pt x="160" y="530"/>
                    <a:pt x="158" y="530"/>
                    <a:pt x="155" y="532"/>
                  </a:cubicBezTo>
                  <a:cubicBezTo>
                    <a:pt x="136" y="541"/>
                    <a:pt x="136" y="541"/>
                    <a:pt x="136" y="541"/>
                  </a:cubicBezTo>
                  <a:cubicBezTo>
                    <a:pt x="132" y="535"/>
                    <a:pt x="132" y="535"/>
                    <a:pt x="132" y="535"/>
                  </a:cubicBezTo>
                  <a:cubicBezTo>
                    <a:pt x="151" y="525"/>
                    <a:pt x="151" y="525"/>
                    <a:pt x="151" y="525"/>
                  </a:cubicBezTo>
                  <a:cubicBezTo>
                    <a:pt x="154" y="524"/>
                    <a:pt x="155" y="523"/>
                    <a:pt x="157" y="523"/>
                  </a:cubicBezTo>
                  <a:cubicBezTo>
                    <a:pt x="158" y="522"/>
                    <a:pt x="160" y="522"/>
                    <a:pt x="161" y="522"/>
                  </a:cubicBezTo>
                  <a:cubicBezTo>
                    <a:pt x="163" y="523"/>
                    <a:pt x="165" y="524"/>
                    <a:pt x="166" y="526"/>
                  </a:cubicBezTo>
                  <a:cubicBezTo>
                    <a:pt x="168" y="527"/>
                    <a:pt x="170" y="529"/>
                    <a:pt x="171" y="532"/>
                  </a:cubicBezTo>
                  <a:cubicBezTo>
                    <a:pt x="173" y="535"/>
                    <a:pt x="173" y="538"/>
                    <a:pt x="174" y="540"/>
                  </a:cubicBezTo>
                  <a:cubicBezTo>
                    <a:pt x="174" y="542"/>
                    <a:pt x="174" y="544"/>
                    <a:pt x="173" y="546"/>
                  </a:cubicBezTo>
                  <a:cubicBezTo>
                    <a:pt x="172" y="547"/>
                    <a:pt x="172" y="548"/>
                    <a:pt x="170" y="549"/>
                  </a:cubicBezTo>
                  <a:cubicBezTo>
                    <a:pt x="169" y="550"/>
                    <a:pt x="168" y="551"/>
                    <a:pt x="165" y="553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3" y="556"/>
                    <a:pt x="143" y="556"/>
                    <a:pt x="143" y="556"/>
                  </a:cubicBezTo>
                  <a:close/>
                  <a:moveTo>
                    <a:pt x="130" y="509"/>
                  </a:moveTo>
                  <a:cubicBezTo>
                    <a:pt x="141" y="499"/>
                    <a:pt x="141" y="499"/>
                    <a:pt x="141" y="499"/>
                  </a:cubicBezTo>
                  <a:cubicBezTo>
                    <a:pt x="145" y="509"/>
                    <a:pt x="145" y="509"/>
                    <a:pt x="145" y="509"/>
                  </a:cubicBezTo>
                  <a:cubicBezTo>
                    <a:pt x="130" y="509"/>
                    <a:pt x="130" y="509"/>
                    <a:pt x="130" y="509"/>
                  </a:cubicBezTo>
                  <a:close/>
                  <a:moveTo>
                    <a:pt x="125" y="514"/>
                  </a:moveTo>
                  <a:cubicBezTo>
                    <a:pt x="122" y="507"/>
                    <a:pt x="122" y="507"/>
                    <a:pt x="122" y="507"/>
                  </a:cubicBezTo>
                  <a:cubicBezTo>
                    <a:pt x="151" y="481"/>
                    <a:pt x="151" y="481"/>
                    <a:pt x="151" y="481"/>
                  </a:cubicBezTo>
                  <a:cubicBezTo>
                    <a:pt x="153" y="489"/>
                    <a:pt x="153" y="489"/>
                    <a:pt x="153" y="489"/>
                  </a:cubicBezTo>
                  <a:cubicBezTo>
                    <a:pt x="147" y="495"/>
                    <a:pt x="147" y="495"/>
                    <a:pt x="147" y="495"/>
                  </a:cubicBezTo>
                  <a:cubicBezTo>
                    <a:pt x="152" y="509"/>
                    <a:pt x="152" y="509"/>
                    <a:pt x="152" y="509"/>
                  </a:cubicBezTo>
                  <a:cubicBezTo>
                    <a:pt x="160" y="510"/>
                    <a:pt x="160" y="510"/>
                    <a:pt x="160" y="510"/>
                  </a:cubicBezTo>
                  <a:cubicBezTo>
                    <a:pt x="163" y="517"/>
                    <a:pt x="163" y="517"/>
                    <a:pt x="163" y="517"/>
                  </a:cubicBezTo>
                  <a:cubicBezTo>
                    <a:pt x="125" y="514"/>
                    <a:pt x="125" y="514"/>
                    <a:pt x="125" y="514"/>
                  </a:cubicBezTo>
                  <a:close/>
                  <a:moveTo>
                    <a:pt x="115" y="485"/>
                  </a:moveTo>
                  <a:cubicBezTo>
                    <a:pt x="113" y="475"/>
                    <a:pt x="113" y="475"/>
                    <a:pt x="113" y="475"/>
                  </a:cubicBezTo>
                  <a:cubicBezTo>
                    <a:pt x="135" y="456"/>
                    <a:pt x="135" y="456"/>
                    <a:pt x="135" y="456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09" y="454"/>
                    <a:pt x="109" y="454"/>
                    <a:pt x="109" y="454"/>
                  </a:cubicBezTo>
                  <a:cubicBezTo>
                    <a:pt x="144" y="447"/>
                    <a:pt x="144" y="447"/>
                    <a:pt x="144" y="447"/>
                  </a:cubicBezTo>
                  <a:cubicBezTo>
                    <a:pt x="145" y="456"/>
                    <a:pt x="145" y="456"/>
                    <a:pt x="145" y="456"/>
                  </a:cubicBezTo>
                  <a:cubicBezTo>
                    <a:pt x="122" y="476"/>
                    <a:pt x="122" y="476"/>
                    <a:pt x="122" y="476"/>
                  </a:cubicBezTo>
                  <a:cubicBezTo>
                    <a:pt x="148" y="471"/>
                    <a:pt x="148" y="471"/>
                    <a:pt x="148" y="471"/>
                  </a:cubicBezTo>
                  <a:cubicBezTo>
                    <a:pt x="149" y="478"/>
                    <a:pt x="149" y="478"/>
                    <a:pt x="149" y="478"/>
                  </a:cubicBezTo>
                  <a:cubicBezTo>
                    <a:pt x="115" y="485"/>
                    <a:pt x="115" y="485"/>
                    <a:pt x="115" y="485"/>
                  </a:cubicBezTo>
                  <a:close/>
                  <a:moveTo>
                    <a:pt x="128" y="427"/>
                  </a:moveTo>
                  <a:cubicBezTo>
                    <a:pt x="121" y="427"/>
                    <a:pt x="121" y="427"/>
                    <a:pt x="121" y="427"/>
                  </a:cubicBezTo>
                  <a:cubicBezTo>
                    <a:pt x="121" y="410"/>
                    <a:pt x="121" y="410"/>
                    <a:pt x="121" y="410"/>
                  </a:cubicBezTo>
                  <a:cubicBezTo>
                    <a:pt x="142" y="409"/>
                    <a:pt x="142" y="409"/>
                    <a:pt x="142" y="409"/>
                  </a:cubicBezTo>
                  <a:cubicBezTo>
                    <a:pt x="142" y="425"/>
                    <a:pt x="142" y="425"/>
                    <a:pt x="142" y="425"/>
                  </a:cubicBezTo>
                  <a:cubicBezTo>
                    <a:pt x="142" y="428"/>
                    <a:pt x="142" y="431"/>
                    <a:pt x="142" y="432"/>
                  </a:cubicBezTo>
                  <a:cubicBezTo>
                    <a:pt x="141" y="434"/>
                    <a:pt x="140" y="435"/>
                    <a:pt x="139" y="437"/>
                  </a:cubicBezTo>
                  <a:cubicBezTo>
                    <a:pt x="138" y="439"/>
                    <a:pt x="136" y="440"/>
                    <a:pt x="134" y="441"/>
                  </a:cubicBezTo>
                  <a:cubicBezTo>
                    <a:pt x="132" y="442"/>
                    <a:pt x="129" y="442"/>
                    <a:pt x="126" y="443"/>
                  </a:cubicBezTo>
                  <a:cubicBezTo>
                    <a:pt x="119" y="443"/>
                    <a:pt x="115" y="441"/>
                    <a:pt x="112" y="439"/>
                  </a:cubicBezTo>
                  <a:cubicBezTo>
                    <a:pt x="109" y="436"/>
                    <a:pt x="107" y="432"/>
                    <a:pt x="107" y="426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13" y="410"/>
                    <a:pt x="113" y="410"/>
                    <a:pt x="113" y="410"/>
                  </a:cubicBezTo>
                  <a:cubicBezTo>
                    <a:pt x="113" y="426"/>
                    <a:pt x="113" y="426"/>
                    <a:pt x="113" y="426"/>
                  </a:cubicBezTo>
                  <a:cubicBezTo>
                    <a:pt x="113" y="429"/>
                    <a:pt x="114" y="431"/>
                    <a:pt x="116" y="432"/>
                  </a:cubicBezTo>
                  <a:cubicBezTo>
                    <a:pt x="118" y="434"/>
                    <a:pt x="121" y="434"/>
                    <a:pt x="125" y="434"/>
                  </a:cubicBezTo>
                  <a:cubicBezTo>
                    <a:pt x="129" y="434"/>
                    <a:pt x="132" y="433"/>
                    <a:pt x="133" y="432"/>
                  </a:cubicBezTo>
                  <a:cubicBezTo>
                    <a:pt x="135" y="431"/>
                    <a:pt x="136" y="428"/>
                    <a:pt x="136" y="425"/>
                  </a:cubicBezTo>
                  <a:cubicBezTo>
                    <a:pt x="136" y="417"/>
                    <a:pt x="136" y="417"/>
                    <a:pt x="136" y="417"/>
                  </a:cubicBezTo>
                  <a:cubicBezTo>
                    <a:pt x="127" y="417"/>
                    <a:pt x="127" y="417"/>
                    <a:pt x="127" y="417"/>
                  </a:cubicBezTo>
                  <a:cubicBezTo>
                    <a:pt x="128" y="427"/>
                    <a:pt x="128" y="427"/>
                    <a:pt x="128" y="427"/>
                  </a:cubicBezTo>
                  <a:close/>
                  <a:moveTo>
                    <a:pt x="115" y="385"/>
                  </a:moveTo>
                  <a:cubicBezTo>
                    <a:pt x="115" y="385"/>
                    <a:pt x="115" y="385"/>
                    <a:pt x="115" y="385"/>
                  </a:cubicBezTo>
                  <a:cubicBezTo>
                    <a:pt x="115" y="382"/>
                    <a:pt x="116" y="379"/>
                    <a:pt x="117" y="378"/>
                  </a:cubicBezTo>
                  <a:cubicBezTo>
                    <a:pt x="119" y="377"/>
                    <a:pt x="122" y="377"/>
                    <a:pt x="127" y="377"/>
                  </a:cubicBezTo>
                  <a:cubicBezTo>
                    <a:pt x="131" y="377"/>
                    <a:pt x="134" y="378"/>
                    <a:pt x="135" y="379"/>
                  </a:cubicBezTo>
                  <a:cubicBezTo>
                    <a:pt x="137" y="381"/>
                    <a:pt x="138" y="383"/>
                    <a:pt x="137" y="386"/>
                  </a:cubicBezTo>
                  <a:cubicBezTo>
                    <a:pt x="137" y="395"/>
                    <a:pt x="137" y="395"/>
                    <a:pt x="137" y="395"/>
                  </a:cubicBezTo>
                  <a:cubicBezTo>
                    <a:pt x="114" y="394"/>
                    <a:pt x="114" y="394"/>
                    <a:pt x="114" y="394"/>
                  </a:cubicBezTo>
                  <a:cubicBezTo>
                    <a:pt x="115" y="385"/>
                    <a:pt x="115" y="385"/>
                    <a:pt x="115" y="385"/>
                  </a:cubicBezTo>
                  <a:close/>
                  <a:moveTo>
                    <a:pt x="107" y="401"/>
                  </a:moveTo>
                  <a:cubicBezTo>
                    <a:pt x="108" y="384"/>
                    <a:pt x="108" y="384"/>
                    <a:pt x="108" y="384"/>
                  </a:cubicBezTo>
                  <a:cubicBezTo>
                    <a:pt x="109" y="378"/>
                    <a:pt x="111" y="374"/>
                    <a:pt x="114" y="372"/>
                  </a:cubicBezTo>
                  <a:cubicBezTo>
                    <a:pt x="117" y="369"/>
                    <a:pt x="122" y="368"/>
                    <a:pt x="128" y="369"/>
                  </a:cubicBezTo>
                  <a:cubicBezTo>
                    <a:pt x="131" y="369"/>
                    <a:pt x="134" y="370"/>
                    <a:pt x="136" y="371"/>
                  </a:cubicBezTo>
                  <a:cubicBezTo>
                    <a:pt x="138" y="372"/>
                    <a:pt x="140" y="373"/>
                    <a:pt x="141" y="375"/>
                  </a:cubicBezTo>
                  <a:cubicBezTo>
                    <a:pt x="142" y="377"/>
                    <a:pt x="143" y="378"/>
                    <a:pt x="143" y="380"/>
                  </a:cubicBezTo>
                  <a:cubicBezTo>
                    <a:pt x="144" y="381"/>
                    <a:pt x="144" y="384"/>
                    <a:pt x="144" y="387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07" y="401"/>
                    <a:pt x="107" y="401"/>
                    <a:pt x="107" y="401"/>
                  </a:cubicBezTo>
                  <a:close/>
                  <a:moveTo>
                    <a:pt x="128" y="362"/>
                  </a:moveTo>
                  <a:cubicBezTo>
                    <a:pt x="123" y="361"/>
                    <a:pt x="118" y="359"/>
                    <a:pt x="116" y="355"/>
                  </a:cubicBezTo>
                  <a:cubicBezTo>
                    <a:pt x="114" y="351"/>
                    <a:pt x="114" y="347"/>
                    <a:pt x="115" y="341"/>
                  </a:cubicBezTo>
                  <a:cubicBezTo>
                    <a:pt x="116" y="335"/>
                    <a:pt x="119" y="331"/>
                    <a:pt x="122" y="329"/>
                  </a:cubicBezTo>
                  <a:cubicBezTo>
                    <a:pt x="126" y="327"/>
                    <a:pt x="131" y="326"/>
                    <a:pt x="137" y="328"/>
                  </a:cubicBezTo>
                  <a:cubicBezTo>
                    <a:pt x="143" y="329"/>
                    <a:pt x="147" y="332"/>
                    <a:pt x="149" y="335"/>
                  </a:cubicBezTo>
                  <a:cubicBezTo>
                    <a:pt x="152" y="339"/>
                    <a:pt x="152" y="343"/>
                    <a:pt x="151" y="349"/>
                  </a:cubicBezTo>
                  <a:cubicBezTo>
                    <a:pt x="149" y="355"/>
                    <a:pt x="147" y="359"/>
                    <a:pt x="143" y="361"/>
                  </a:cubicBezTo>
                  <a:cubicBezTo>
                    <a:pt x="140" y="364"/>
                    <a:pt x="135" y="364"/>
                    <a:pt x="128" y="362"/>
                  </a:cubicBezTo>
                  <a:close/>
                  <a:moveTo>
                    <a:pt x="121" y="342"/>
                  </a:moveTo>
                  <a:cubicBezTo>
                    <a:pt x="122" y="339"/>
                    <a:pt x="123" y="337"/>
                    <a:pt x="125" y="336"/>
                  </a:cubicBezTo>
                  <a:cubicBezTo>
                    <a:pt x="128" y="335"/>
                    <a:pt x="131" y="335"/>
                    <a:pt x="135" y="336"/>
                  </a:cubicBezTo>
                  <a:cubicBezTo>
                    <a:pt x="139" y="337"/>
                    <a:pt x="142" y="338"/>
                    <a:pt x="143" y="340"/>
                  </a:cubicBezTo>
                  <a:cubicBezTo>
                    <a:pt x="145" y="342"/>
                    <a:pt x="145" y="345"/>
                    <a:pt x="145" y="348"/>
                  </a:cubicBezTo>
                  <a:cubicBezTo>
                    <a:pt x="144" y="351"/>
                    <a:pt x="142" y="353"/>
                    <a:pt x="140" y="354"/>
                  </a:cubicBezTo>
                  <a:cubicBezTo>
                    <a:pt x="138" y="355"/>
                    <a:pt x="135" y="355"/>
                    <a:pt x="130" y="354"/>
                  </a:cubicBezTo>
                  <a:cubicBezTo>
                    <a:pt x="126" y="353"/>
                    <a:pt x="124" y="352"/>
                    <a:pt x="122" y="350"/>
                  </a:cubicBezTo>
                  <a:cubicBezTo>
                    <a:pt x="121" y="348"/>
                    <a:pt x="120" y="345"/>
                    <a:pt x="121" y="342"/>
                  </a:cubicBezTo>
                  <a:close/>
                  <a:moveTo>
                    <a:pt x="124" y="314"/>
                  </a:moveTo>
                  <a:cubicBezTo>
                    <a:pt x="127" y="305"/>
                    <a:pt x="127" y="305"/>
                    <a:pt x="127" y="305"/>
                  </a:cubicBezTo>
                  <a:cubicBezTo>
                    <a:pt x="156" y="301"/>
                    <a:pt x="156" y="301"/>
                    <a:pt x="156" y="301"/>
                  </a:cubicBezTo>
                  <a:cubicBezTo>
                    <a:pt x="133" y="292"/>
                    <a:pt x="133" y="292"/>
                    <a:pt x="133" y="292"/>
                  </a:cubicBezTo>
                  <a:cubicBezTo>
                    <a:pt x="135" y="284"/>
                    <a:pt x="135" y="284"/>
                    <a:pt x="135" y="284"/>
                  </a:cubicBezTo>
                  <a:cubicBezTo>
                    <a:pt x="168" y="298"/>
                    <a:pt x="168" y="298"/>
                    <a:pt x="168" y="298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6" y="327"/>
                    <a:pt x="156" y="327"/>
                    <a:pt x="156" y="327"/>
                  </a:cubicBezTo>
                  <a:cubicBezTo>
                    <a:pt x="124" y="314"/>
                    <a:pt x="124" y="314"/>
                    <a:pt x="124" y="314"/>
                  </a:cubicBezTo>
                  <a:close/>
                  <a:moveTo>
                    <a:pt x="166" y="273"/>
                  </a:moveTo>
                  <a:cubicBezTo>
                    <a:pt x="160" y="269"/>
                    <a:pt x="160" y="269"/>
                    <a:pt x="160" y="269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79" y="279"/>
                    <a:pt x="179" y="279"/>
                    <a:pt x="179" y="279"/>
                  </a:cubicBezTo>
                  <a:cubicBezTo>
                    <a:pt x="178" y="281"/>
                    <a:pt x="176" y="283"/>
                    <a:pt x="175" y="284"/>
                  </a:cubicBezTo>
                  <a:cubicBezTo>
                    <a:pt x="174" y="286"/>
                    <a:pt x="172" y="286"/>
                    <a:pt x="171" y="287"/>
                  </a:cubicBezTo>
                  <a:cubicBezTo>
                    <a:pt x="168" y="288"/>
                    <a:pt x="166" y="288"/>
                    <a:pt x="164" y="288"/>
                  </a:cubicBezTo>
                  <a:cubicBezTo>
                    <a:pt x="161" y="287"/>
                    <a:pt x="159" y="286"/>
                    <a:pt x="156" y="284"/>
                  </a:cubicBezTo>
                  <a:cubicBezTo>
                    <a:pt x="151" y="281"/>
                    <a:pt x="147" y="278"/>
                    <a:pt x="146" y="274"/>
                  </a:cubicBezTo>
                  <a:cubicBezTo>
                    <a:pt x="145" y="270"/>
                    <a:pt x="146" y="265"/>
                    <a:pt x="149" y="260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54" y="264"/>
                    <a:pt x="154" y="264"/>
                    <a:pt x="154" y="264"/>
                  </a:cubicBezTo>
                  <a:cubicBezTo>
                    <a:pt x="153" y="266"/>
                    <a:pt x="152" y="268"/>
                    <a:pt x="153" y="271"/>
                  </a:cubicBezTo>
                  <a:cubicBezTo>
                    <a:pt x="154" y="273"/>
                    <a:pt x="156" y="275"/>
                    <a:pt x="160" y="277"/>
                  </a:cubicBezTo>
                  <a:cubicBezTo>
                    <a:pt x="163" y="279"/>
                    <a:pt x="166" y="280"/>
                    <a:pt x="168" y="280"/>
                  </a:cubicBezTo>
                  <a:cubicBezTo>
                    <a:pt x="170" y="279"/>
                    <a:pt x="172" y="278"/>
                    <a:pt x="174" y="276"/>
                  </a:cubicBezTo>
                  <a:cubicBezTo>
                    <a:pt x="178" y="268"/>
                    <a:pt x="178" y="268"/>
                    <a:pt x="178" y="268"/>
                  </a:cubicBezTo>
                  <a:cubicBezTo>
                    <a:pt x="171" y="264"/>
                    <a:pt x="171" y="264"/>
                    <a:pt x="171" y="264"/>
                  </a:cubicBezTo>
                  <a:cubicBezTo>
                    <a:pt x="166" y="273"/>
                    <a:pt x="166" y="273"/>
                    <a:pt x="166" y="273"/>
                  </a:cubicBezTo>
                  <a:close/>
                  <a:moveTo>
                    <a:pt x="197" y="199"/>
                  </a:moveTo>
                  <a:cubicBezTo>
                    <a:pt x="211" y="215"/>
                    <a:pt x="211" y="215"/>
                    <a:pt x="211" y="215"/>
                  </a:cubicBezTo>
                  <a:cubicBezTo>
                    <a:pt x="213" y="217"/>
                    <a:pt x="215" y="218"/>
                    <a:pt x="217" y="219"/>
                  </a:cubicBezTo>
                  <a:cubicBezTo>
                    <a:pt x="219" y="219"/>
                    <a:pt x="221" y="218"/>
                    <a:pt x="223" y="216"/>
                  </a:cubicBezTo>
                  <a:cubicBezTo>
                    <a:pt x="225" y="214"/>
                    <a:pt x="226" y="212"/>
                    <a:pt x="226" y="210"/>
                  </a:cubicBezTo>
                  <a:cubicBezTo>
                    <a:pt x="226" y="208"/>
                    <a:pt x="225" y="206"/>
                    <a:pt x="223" y="204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4" y="183"/>
                    <a:pt x="214" y="183"/>
                    <a:pt x="214" y="183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0" y="201"/>
                    <a:pt x="231" y="202"/>
                    <a:pt x="232" y="203"/>
                  </a:cubicBezTo>
                  <a:cubicBezTo>
                    <a:pt x="233" y="205"/>
                    <a:pt x="233" y="206"/>
                    <a:pt x="233" y="207"/>
                  </a:cubicBezTo>
                  <a:cubicBezTo>
                    <a:pt x="233" y="209"/>
                    <a:pt x="233" y="212"/>
                    <a:pt x="232" y="214"/>
                  </a:cubicBezTo>
                  <a:cubicBezTo>
                    <a:pt x="231" y="216"/>
                    <a:pt x="229" y="218"/>
                    <a:pt x="227" y="220"/>
                  </a:cubicBezTo>
                  <a:cubicBezTo>
                    <a:pt x="224" y="222"/>
                    <a:pt x="222" y="224"/>
                    <a:pt x="220" y="225"/>
                  </a:cubicBezTo>
                  <a:cubicBezTo>
                    <a:pt x="218" y="226"/>
                    <a:pt x="216" y="226"/>
                    <a:pt x="214" y="226"/>
                  </a:cubicBezTo>
                  <a:cubicBezTo>
                    <a:pt x="213" y="225"/>
                    <a:pt x="212" y="225"/>
                    <a:pt x="210" y="224"/>
                  </a:cubicBezTo>
                  <a:cubicBezTo>
                    <a:pt x="209" y="223"/>
                    <a:pt x="208" y="222"/>
                    <a:pt x="206" y="220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7" y="199"/>
                    <a:pt x="197" y="199"/>
                    <a:pt x="197" y="199"/>
                  </a:cubicBezTo>
                  <a:close/>
                  <a:moveTo>
                    <a:pt x="222" y="175"/>
                  </a:moveTo>
                  <a:cubicBezTo>
                    <a:pt x="230" y="170"/>
                    <a:pt x="230" y="170"/>
                    <a:pt x="230" y="170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42" y="162"/>
                    <a:pt x="242" y="162"/>
                    <a:pt x="242" y="162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22" y="175"/>
                    <a:pt x="222" y="175"/>
                    <a:pt x="222" y="175"/>
                  </a:cubicBezTo>
                  <a:close/>
                  <a:moveTo>
                    <a:pt x="282" y="180"/>
                  </a:moveTo>
                  <a:cubicBezTo>
                    <a:pt x="275" y="184"/>
                    <a:pt x="275" y="184"/>
                    <a:pt x="275" y="184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64" y="149"/>
                    <a:pt x="264" y="149"/>
                    <a:pt x="264" y="149"/>
                  </a:cubicBezTo>
                  <a:cubicBezTo>
                    <a:pt x="282" y="180"/>
                    <a:pt x="282" y="180"/>
                    <a:pt x="282" y="180"/>
                  </a:cubicBezTo>
                  <a:close/>
                  <a:moveTo>
                    <a:pt x="297" y="172"/>
                  </a:moveTo>
                  <a:cubicBezTo>
                    <a:pt x="268" y="146"/>
                    <a:pt x="268" y="146"/>
                    <a:pt x="268" y="146"/>
                  </a:cubicBezTo>
                  <a:cubicBezTo>
                    <a:pt x="276" y="142"/>
                    <a:pt x="276" y="142"/>
                    <a:pt x="276" y="142"/>
                  </a:cubicBezTo>
                  <a:cubicBezTo>
                    <a:pt x="297" y="162"/>
                    <a:pt x="297" y="162"/>
                    <a:pt x="297" y="162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302" y="130"/>
                    <a:pt x="302" y="130"/>
                    <a:pt x="302" y="130"/>
                  </a:cubicBezTo>
                  <a:cubicBezTo>
                    <a:pt x="304" y="169"/>
                    <a:pt x="304" y="169"/>
                    <a:pt x="304" y="169"/>
                  </a:cubicBezTo>
                  <a:cubicBezTo>
                    <a:pt x="297" y="172"/>
                    <a:pt x="297" y="172"/>
                    <a:pt x="297" y="172"/>
                  </a:cubicBezTo>
                  <a:close/>
                  <a:moveTo>
                    <a:pt x="325" y="130"/>
                  </a:moveTo>
                  <a:cubicBezTo>
                    <a:pt x="323" y="131"/>
                    <a:pt x="321" y="132"/>
                    <a:pt x="320" y="134"/>
                  </a:cubicBezTo>
                  <a:cubicBezTo>
                    <a:pt x="319" y="136"/>
                    <a:pt x="319" y="138"/>
                    <a:pt x="320" y="141"/>
                  </a:cubicBezTo>
                  <a:cubicBezTo>
                    <a:pt x="339" y="135"/>
                    <a:pt x="339" y="135"/>
                    <a:pt x="339" y="135"/>
                  </a:cubicBezTo>
                  <a:cubicBezTo>
                    <a:pt x="341" y="141"/>
                    <a:pt x="341" y="141"/>
                    <a:pt x="341" y="141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22" y="150"/>
                    <a:pt x="323" y="152"/>
                    <a:pt x="325" y="153"/>
                  </a:cubicBezTo>
                  <a:cubicBezTo>
                    <a:pt x="327" y="154"/>
                    <a:pt x="329" y="154"/>
                    <a:pt x="332" y="153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5" y="155"/>
                    <a:pt x="345" y="155"/>
                    <a:pt x="345" y="155"/>
                  </a:cubicBezTo>
                  <a:cubicBezTo>
                    <a:pt x="333" y="159"/>
                    <a:pt x="333" y="159"/>
                    <a:pt x="333" y="159"/>
                  </a:cubicBezTo>
                  <a:cubicBezTo>
                    <a:pt x="331" y="160"/>
                    <a:pt x="328" y="160"/>
                    <a:pt x="327" y="160"/>
                  </a:cubicBezTo>
                  <a:cubicBezTo>
                    <a:pt x="325" y="160"/>
                    <a:pt x="323" y="160"/>
                    <a:pt x="322" y="159"/>
                  </a:cubicBezTo>
                  <a:cubicBezTo>
                    <a:pt x="320" y="158"/>
                    <a:pt x="318" y="157"/>
                    <a:pt x="316" y="155"/>
                  </a:cubicBezTo>
                  <a:cubicBezTo>
                    <a:pt x="315" y="153"/>
                    <a:pt x="314" y="150"/>
                    <a:pt x="313" y="147"/>
                  </a:cubicBezTo>
                  <a:cubicBezTo>
                    <a:pt x="311" y="141"/>
                    <a:pt x="311" y="136"/>
                    <a:pt x="313" y="132"/>
                  </a:cubicBezTo>
                  <a:cubicBezTo>
                    <a:pt x="315" y="129"/>
                    <a:pt x="318" y="126"/>
                    <a:pt x="324" y="124"/>
                  </a:cubicBezTo>
                  <a:cubicBezTo>
                    <a:pt x="335" y="121"/>
                    <a:pt x="335" y="121"/>
                    <a:pt x="335" y="121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25" y="130"/>
                    <a:pt x="325" y="130"/>
                    <a:pt x="325" y="130"/>
                  </a:cubicBezTo>
                  <a:close/>
                  <a:moveTo>
                    <a:pt x="364" y="122"/>
                  </a:moveTo>
                  <a:cubicBezTo>
                    <a:pt x="364" y="122"/>
                    <a:pt x="364" y="122"/>
                    <a:pt x="364" y="122"/>
                  </a:cubicBezTo>
                  <a:cubicBezTo>
                    <a:pt x="367" y="122"/>
                    <a:pt x="368" y="122"/>
                    <a:pt x="369" y="123"/>
                  </a:cubicBezTo>
                  <a:cubicBezTo>
                    <a:pt x="370" y="123"/>
                    <a:pt x="371" y="124"/>
                    <a:pt x="371" y="126"/>
                  </a:cubicBezTo>
                  <a:cubicBezTo>
                    <a:pt x="371" y="128"/>
                    <a:pt x="371" y="129"/>
                    <a:pt x="370" y="130"/>
                  </a:cubicBezTo>
                  <a:cubicBezTo>
                    <a:pt x="369" y="130"/>
                    <a:pt x="368" y="131"/>
                    <a:pt x="365" y="131"/>
                  </a:cubicBezTo>
                  <a:cubicBezTo>
                    <a:pt x="356" y="133"/>
                    <a:pt x="356" y="133"/>
                    <a:pt x="356" y="133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64" y="122"/>
                    <a:pt x="364" y="122"/>
                    <a:pt x="364" y="122"/>
                  </a:cubicBezTo>
                  <a:close/>
                  <a:moveTo>
                    <a:pt x="347" y="118"/>
                  </a:moveTo>
                  <a:cubicBezTo>
                    <a:pt x="365" y="116"/>
                    <a:pt x="365" y="116"/>
                    <a:pt x="365" y="116"/>
                  </a:cubicBezTo>
                  <a:cubicBezTo>
                    <a:pt x="369" y="115"/>
                    <a:pt x="372" y="116"/>
                    <a:pt x="375" y="117"/>
                  </a:cubicBezTo>
                  <a:cubicBezTo>
                    <a:pt x="377" y="119"/>
                    <a:pt x="378" y="121"/>
                    <a:pt x="379" y="125"/>
                  </a:cubicBezTo>
                  <a:cubicBezTo>
                    <a:pt x="379" y="128"/>
                    <a:pt x="379" y="130"/>
                    <a:pt x="378" y="132"/>
                  </a:cubicBezTo>
                  <a:cubicBezTo>
                    <a:pt x="377" y="134"/>
                    <a:pt x="375" y="135"/>
                    <a:pt x="373" y="136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76" y="151"/>
                    <a:pt x="376" y="151"/>
                    <a:pt x="376" y="151"/>
                  </a:cubicBezTo>
                  <a:cubicBezTo>
                    <a:pt x="366" y="138"/>
                    <a:pt x="366" y="138"/>
                    <a:pt x="366" y="138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419" y="121"/>
                  </a:moveTo>
                  <a:cubicBezTo>
                    <a:pt x="401" y="121"/>
                    <a:pt x="401" y="121"/>
                    <a:pt x="401" y="121"/>
                  </a:cubicBezTo>
                  <a:cubicBezTo>
                    <a:pt x="399" y="121"/>
                    <a:pt x="397" y="121"/>
                    <a:pt x="396" y="122"/>
                  </a:cubicBezTo>
                  <a:cubicBezTo>
                    <a:pt x="395" y="123"/>
                    <a:pt x="395" y="124"/>
                    <a:pt x="395" y="125"/>
                  </a:cubicBezTo>
                  <a:cubicBezTo>
                    <a:pt x="395" y="127"/>
                    <a:pt x="395" y="128"/>
                    <a:pt x="396" y="128"/>
                  </a:cubicBezTo>
                  <a:cubicBezTo>
                    <a:pt x="397" y="129"/>
                    <a:pt x="398" y="129"/>
                    <a:pt x="399" y="129"/>
                  </a:cubicBezTo>
                  <a:cubicBezTo>
                    <a:pt x="409" y="129"/>
                    <a:pt x="409" y="129"/>
                    <a:pt x="409" y="129"/>
                  </a:cubicBezTo>
                  <a:cubicBezTo>
                    <a:pt x="413" y="130"/>
                    <a:pt x="416" y="130"/>
                    <a:pt x="418" y="132"/>
                  </a:cubicBezTo>
                  <a:cubicBezTo>
                    <a:pt x="420" y="134"/>
                    <a:pt x="420" y="136"/>
                    <a:pt x="420" y="140"/>
                  </a:cubicBezTo>
                  <a:cubicBezTo>
                    <a:pt x="420" y="144"/>
                    <a:pt x="419" y="146"/>
                    <a:pt x="417" y="148"/>
                  </a:cubicBezTo>
                  <a:cubicBezTo>
                    <a:pt x="415" y="150"/>
                    <a:pt x="412" y="150"/>
                    <a:pt x="408" y="150"/>
                  </a:cubicBezTo>
                  <a:cubicBezTo>
                    <a:pt x="388" y="150"/>
                    <a:pt x="388" y="150"/>
                    <a:pt x="388" y="150"/>
                  </a:cubicBezTo>
                  <a:cubicBezTo>
                    <a:pt x="388" y="144"/>
                    <a:pt x="388" y="144"/>
                    <a:pt x="388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10" y="144"/>
                    <a:pt x="411" y="143"/>
                  </a:cubicBezTo>
                  <a:cubicBezTo>
                    <a:pt x="412" y="142"/>
                    <a:pt x="413" y="141"/>
                    <a:pt x="413" y="140"/>
                  </a:cubicBezTo>
                  <a:cubicBezTo>
                    <a:pt x="413" y="139"/>
                    <a:pt x="412" y="137"/>
                    <a:pt x="411" y="137"/>
                  </a:cubicBezTo>
                  <a:cubicBezTo>
                    <a:pt x="411" y="136"/>
                    <a:pt x="409" y="136"/>
                    <a:pt x="407" y="136"/>
                  </a:cubicBezTo>
                  <a:cubicBezTo>
                    <a:pt x="399" y="136"/>
                    <a:pt x="399" y="136"/>
                    <a:pt x="399" y="136"/>
                  </a:cubicBezTo>
                  <a:cubicBezTo>
                    <a:pt x="395" y="136"/>
                    <a:pt x="392" y="135"/>
                    <a:pt x="390" y="133"/>
                  </a:cubicBezTo>
                  <a:cubicBezTo>
                    <a:pt x="388" y="131"/>
                    <a:pt x="387" y="129"/>
                    <a:pt x="387" y="125"/>
                  </a:cubicBezTo>
                  <a:cubicBezTo>
                    <a:pt x="387" y="121"/>
                    <a:pt x="388" y="119"/>
                    <a:pt x="390" y="117"/>
                  </a:cubicBezTo>
                  <a:cubicBezTo>
                    <a:pt x="392" y="115"/>
                    <a:pt x="395" y="114"/>
                    <a:pt x="400" y="114"/>
                  </a:cubicBezTo>
                  <a:cubicBezTo>
                    <a:pt x="419" y="115"/>
                    <a:pt x="419" y="115"/>
                    <a:pt x="419" y="115"/>
                  </a:cubicBezTo>
                  <a:cubicBezTo>
                    <a:pt x="419" y="121"/>
                    <a:pt x="419" y="121"/>
                    <a:pt x="419" y="121"/>
                  </a:cubicBezTo>
                  <a:close/>
                  <a:moveTo>
                    <a:pt x="433" y="152"/>
                  </a:moveTo>
                  <a:cubicBezTo>
                    <a:pt x="426" y="151"/>
                    <a:pt x="426" y="151"/>
                    <a:pt x="426" y="151"/>
                  </a:cubicBezTo>
                  <a:cubicBezTo>
                    <a:pt x="431" y="115"/>
                    <a:pt x="431" y="115"/>
                    <a:pt x="431" y="115"/>
                  </a:cubicBezTo>
                  <a:cubicBezTo>
                    <a:pt x="438" y="117"/>
                    <a:pt x="438" y="117"/>
                    <a:pt x="438" y="117"/>
                  </a:cubicBezTo>
                  <a:cubicBezTo>
                    <a:pt x="433" y="152"/>
                    <a:pt x="433" y="152"/>
                    <a:pt x="433" y="152"/>
                  </a:cubicBezTo>
                  <a:close/>
                  <a:moveTo>
                    <a:pt x="453" y="126"/>
                  </a:moveTo>
                  <a:cubicBezTo>
                    <a:pt x="442" y="124"/>
                    <a:pt x="442" y="124"/>
                    <a:pt x="442" y="124"/>
                  </a:cubicBezTo>
                  <a:cubicBezTo>
                    <a:pt x="443" y="118"/>
                    <a:pt x="443" y="118"/>
                    <a:pt x="443" y="118"/>
                  </a:cubicBezTo>
                  <a:cubicBezTo>
                    <a:pt x="473" y="123"/>
                    <a:pt x="473" y="123"/>
                    <a:pt x="473" y="123"/>
                  </a:cubicBezTo>
                  <a:cubicBezTo>
                    <a:pt x="472" y="129"/>
                    <a:pt x="472" y="129"/>
                    <a:pt x="472" y="129"/>
                  </a:cubicBezTo>
                  <a:cubicBezTo>
                    <a:pt x="461" y="127"/>
                    <a:pt x="461" y="127"/>
                    <a:pt x="461" y="127"/>
                  </a:cubicBezTo>
                  <a:cubicBezTo>
                    <a:pt x="456" y="156"/>
                    <a:pt x="456" y="156"/>
                    <a:pt x="456" y="156"/>
                  </a:cubicBezTo>
                  <a:cubicBezTo>
                    <a:pt x="448" y="155"/>
                    <a:pt x="448" y="155"/>
                    <a:pt x="448" y="155"/>
                  </a:cubicBezTo>
                  <a:cubicBezTo>
                    <a:pt x="453" y="126"/>
                    <a:pt x="453" y="126"/>
                    <a:pt x="453" y="126"/>
                  </a:cubicBezTo>
                  <a:close/>
                  <a:moveTo>
                    <a:pt x="477" y="124"/>
                  </a:moveTo>
                  <a:cubicBezTo>
                    <a:pt x="485" y="127"/>
                    <a:pt x="485" y="127"/>
                    <a:pt x="485" y="127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9" y="135"/>
                    <a:pt x="509" y="135"/>
                    <a:pt x="509" y="135"/>
                  </a:cubicBezTo>
                  <a:cubicBezTo>
                    <a:pt x="490" y="150"/>
                    <a:pt x="490" y="150"/>
                    <a:pt x="490" y="150"/>
                  </a:cubicBezTo>
                  <a:cubicBezTo>
                    <a:pt x="485" y="165"/>
                    <a:pt x="485" y="165"/>
                    <a:pt x="485" y="165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3" y="147"/>
                    <a:pt x="483" y="147"/>
                    <a:pt x="483" y="147"/>
                  </a:cubicBezTo>
                  <a:cubicBezTo>
                    <a:pt x="477" y="124"/>
                    <a:pt x="477" y="124"/>
                    <a:pt x="477" y="124"/>
                  </a:cubicBezTo>
                  <a:close/>
                  <a:moveTo>
                    <a:pt x="541" y="171"/>
                  </a:moveTo>
                  <a:cubicBezTo>
                    <a:pt x="545" y="166"/>
                    <a:pt x="548" y="163"/>
                    <a:pt x="552" y="162"/>
                  </a:cubicBezTo>
                  <a:cubicBezTo>
                    <a:pt x="557" y="161"/>
                    <a:pt x="561" y="162"/>
                    <a:pt x="566" y="166"/>
                  </a:cubicBezTo>
                  <a:cubicBezTo>
                    <a:pt x="571" y="169"/>
                    <a:pt x="574" y="173"/>
                    <a:pt x="574" y="177"/>
                  </a:cubicBezTo>
                  <a:cubicBezTo>
                    <a:pt x="575" y="181"/>
                    <a:pt x="574" y="186"/>
                    <a:pt x="570" y="191"/>
                  </a:cubicBezTo>
                  <a:cubicBezTo>
                    <a:pt x="567" y="196"/>
                    <a:pt x="563" y="200"/>
                    <a:pt x="559" y="200"/>
                  </a:cubicBezTo>
                  <a:cubicBezTo>
                    <a:pt x="555" y="201"/>
                    <a:pt x="550" y="200"/>
                    <a:pt x="545" y="197"/>
                  </a:cubicBezTo>
                  <a:cubicBezTo>
                    <a:pt x="540" y="193"/>
                    <a:pt x="538" y="190"/>
                    <a:pt x="537" y="185"/>
                  </a:cubicBezTo>
                  <a:cubicBezTo>
                    <a:pt x="536" y="181"/>
                    <a:pt x="538" y="176"/>
                    <a:pt x="541" y="171"/>
                  </a:cubicBezTo>
                  <a:close/>
                  <a:moveTo>
                    <a:pt x="563" y="171"/>
                  </a:moveTo>
                  <a:cubicBezTo>
                    <a:pt x="565" y="173"/>
                    <a:pt x="567" y="175"/>
                    <a:pt x="567" y="178"/>
                  </a:cubicBezTo>
                  <a:cubicBezTo>
                    <a:pt x="567" y="180"/>
                    <a:pt x="566" y="183"/>
                    <a:pt x="564" y="187"/>
                  </a:cubicBezTo>
                  <a:cubicBezTo>
                    <a:pt x="561" y="190"/>
                    <a:pt x="559" y="192"/>
                    <a:pt x="556" y="193"/>
                  </a:cubicBezTo>
                  <a:cubicBezTo>
                    <a:pt x="554" y="194"/>
                    <a:pt x="551" y="193"/>
                    <a:pt x="549" y="192"/>
                  </a:cubicBezTo>
                  <a:cubicBezTo>
                    <a:pt x="546" y="190"/>
                    <a:pt x="545" y="188"/>
                    <a:pt x="545" y="185"/>
                  </a:cubicBezTo>
                  <a:cubicBezTo>
                    <a:pt x="544" y="182"/>
                    <a:pt x="546" y="179"/>
                    <a:pt x="548" y="176"/>
                  </a:cubicBezTo>
                  <a:cubicBezTo>
                    <a:pt x="550" y="172"/>
                    <a:pt x="553" y="170"/>
                    <a:pt x="555" y="169"/>
                  </a:cubicBezTo>
                  <a:cubicBezTo>
                    <a:pt x="557" y="169"/>
                    <a:pt x="560" y="169"/>
                    <a:pt x="563" y="171"/>
                  </a:cubicBezTo>
                  <a:close/>
                  <a:moveTo>
                    <a:pt x="574" y="198"/>
                  </a:moveTo>
                  <a:cubicBezTo>
                    <a:pt x="577" y="194"/>
                    <a:pt x="580" y="192"/>
                    <a:pt x="581" y="191"/>
                  </a:cubicBezTo>
                  <a:cubicBezTo>
                    <a:pt x="583" y="189"/>
                    <a:pt x="585" y="189"/>
                    <a:pt x="587" y="188"/>
                  </a:cubicBezTo>
                  <a:cubicBezTo>
                    <a:pt x="589" y="188"/>
                    <a:pt x="591" y="189"/>
                    <a:pt x="593" y="190"/>
                  </a:cubicBezTo>
                  <a:cubicBezTo>
                    <a:pt x="595" y="191"/>
                    <a:pt x="597" y="192"/>
                    <a:pt x="600" y="195"/>
                  </a:cubicBezTo>
                  <a:cubicBezTo>
                    <a:pt x="608" y="202"/>
                    <a:pt x="608" y="202"/>
                    <a:pt x="608" y="202"/>
                  </a:cubicBezTo>
                  <a:cubicBezTo>
                    <a:pt x="604" y="207"/>
                    <a:pt x="604" y="207"/>
                    <a:pt x="604" y="207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3" y="197"/>
                    <a:pt x="591" y="196"/>
                    <a:pt x="589" y="196"/>
                  </a:cubicBezTo>
                  <a:cubicBezTo>
                    <a:pt x="587" y="196"/>
                    <a:pt x="585" y="197"/>
                    <a:pt x="583" y="199"/>
                  </a:cubicBezTo>
                  <a:cubicBezTo>
                    <a:pt x="599" y="213"/>
                    <a:pt x="599" y="213"/>
                    <a:pt x="599" y="213"/>
                  </a:cubicBezTo>
                  <a:cubicBezTo>
                    <a:pt x="595" y="218"/>
                    <a:pt x="595" y="218"/>
                    <a:pt x="595" y="218"/>
                  </a:cubicBezTo>
                  <a:cubicBezTo>
                    <a:pt x="579" y="204"/>
                    <a:pt x="579" y="204"/>
                    <a:pt x="579" y="204"/>
                  </a:cubicBezTo>
                  <a:cubicBezTo>
                    <a:pt x="569" y="215"/>
                    <a:pt x="569" y="215"/>
                    <a:pt x="569" y="215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4" y="198"/>
                    <a:pt x="574" y="198"/>
                    <a:pt x="574" y="198"/>
                  </a:cubicBezTo>
                  <a:close/>
                  <a:moveTo>
                    <a:pt x="641" y="254"/>
                  </a:moveTo>
                  <a:cubicBezTo>
                    <a:pt x="635" y="244"/>
                    <a:pt x="635" y="244"/>
                    <a:pt x="635" y="244"/>
                  </a:cubicBezTo>
                  <a:cubicBezTo>
                    <a:pt x="640" y="241"/>
                    <a:pt x="640" y="241"/>
                    <a:pt x="640" y="241"/>
                  </a:cubicBezTo>
                  <a:cubicBezTo>
                    <a:pt x="656" y="267"/>
                    <a:pt x="656" y="267"/>
                    <a:pt x="656" y="267"/>
                  </a:cubicBezTo>
                  <a:cubicBezTo>
                    <a:pt x="651" y="270"/>
                    <a:pt x="651" y="270"/>
                    <a:pt x="651" y="270"/>
                  </a:cubicBezTo>
                  <a:cubicBezTo>
                    <a:pt x="645" y="260"/>
                    <a:pt x="645" y="260"/>
                    <a:pt x="645" y="260"/>
                  </a:cubicBezTo>
                  <a:cubicBezTo>
                    <a:pt x="620" y="276"/>
                    <a:pt x="620" y="276"/>
                    <a:pt x="620" y="276"/>
                  </a:cubicBezTo>
                  <a:cubicBezTo>
                    <a:pt x="616" y="269"/>
                    <a:pt x="616" y="269"/>
                    <a:pt x="616" y="269"/>
                  </a:cubicBezTo>
                  <a:cubicBezTo>
                    <a:pt x="641" y="254"/>
                    <a:pt x="641" y="254"/>
                    <a:pt x="641" y="254"/>
                  </a:cubicBezTo>
                  <a:close/>
                  <a:moveTo>
                    <a:pt x="662" y="290"/>
                  </a:moveTo>
                  <a:cubicBezTo>
                    <a:pt x="660" y="287"/>
                    <a:pt x="659" y="286"/>
                    <a:pt x="657" y="285"/>
                  </a:cubicBezTo>
                  <a:cubicBezTo>
                    <a:pt x="655" y="284"/>
                    <a:pt x="653" y="285"/>
                    <a:pt x="651" y="286"/>
                  </a:cubicBezTo>
                  <a:cubicBezTo>
                    <a:pt x="659" y="305"/>
                    <a:pt x="659" y="305"/>
                    <a:pt x="659" y="305"/>
                  </a:cubicBezTo>
                  <a:cubicBezTo>
                    <a:pt x="654" y="307"/>
                    <a:pt x="654" y="307"/>
                    <a:pt x="654" y="307"/>
                  </a:cubicBezTo>
                  <a:cubicBezTo>
                    <a:pt x="645" y="288"/>
                    <a:pt x="645" y="288"/>
                    <a:pt x="645" y="288"/>
                  </a:cubicBezTo>
                  <a:cubicBezTo>
                    <a:pt x="642" y="290"/>
                    <a:pt x="641" y="291"/>
                    <a:pt x="640" y="293"/>
                  </a:cubicBezTo>
                  <a:cubicBezTo>
                    <a:pt x="639" y="295"/>
                    <a:pt x="639" y="297"/>
                    <a:pt x="641" y="300"/>
                  </a:cubicBezTo>
                  <a:cubicBezTo>
                    <a:pt x="646" y="311"/>
                    <a:pt x="646" y="311"/>
                    <a:pt x="646" y="311"/>
                  </a:cubicBezTo>
                  <a:cubicBezTo>
                    <a:pt x="640" y="313"/>
                    <a:pt x="640" y="313"/>
                    <a:pt x="640" y="313"/>
                  </a:cubicBezTo>
                  <a:cubicBezTo>
                    <a:pt x="635" y="302"/>
                    <a:pt x="635" y="302"/>
                    <a:pt x="635" y="302"/>
                  </a:cubicBezTo>
                  <a:cubicBezTo>
                    <a:pt x="634" y="299"/>
                    <a:pt x="633" y="297"/>
                    <a:pt x="633" y="296"/>
                  </a:cubicBezTo>
                  <a:cubicBezTo>
                    <a:pt x="633" y="294"/>
                    <a:pt x="633" y="292"/>
                    <a:pt x="633" y="291"/>
                  </a:cubicBezTo>
                  <a:cubicBezTo>
                    <a:pt x="634" y="288"/>
                    <a:pt x="635" y="286"/>
                    <a:pt x="637" y="284"/>
                  </a:cubicBezTo>
                  <a:cubicBezTo>
                    <a:pt x="638" y="283"/>
                    <a:pt x="641" y="281"/>
                    <a:pt x="644" y="280"/>
                  </a:cubicBezTo>
                  <a:cubicBezTo>
                    <a:pt x="649" y="277"/>
                    <a:pt x="654" y="276"/>
                    <a:pt x="658" y="277"/>
                  </a:cubicBezTo>
                  <a:cubicBezTo>
                    <a:pt x="662" y="279"/>
                    <a:pt x="665" y="282"/>
                    <a:pt x="667" y="287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67" y="301"/>
                    <a:pt x="667" y="301"/>
                    <a:pt x="667" y="301"/>
                  </a:cubicBezTo>
                  <a:cubicBezTo>
                    <a:pt x="662" y="290"/>
                    <a:pt x="662" y="290"/>
                    <a:pt x="662" y="290"/>
                  </a:cubicBezTo>
                  <a:close/>
                  <a:moveTo>
                    <a:pt x="675" y="325"/>
                  </a:moveTo>
                  <a:cubicBezTo>
                    <a:pt x="674" y="322"/>
                    <a:pt x="672" y="320"/>
                    <a:pt x="670" y="319"/>
                  </a:cubicBezTo>
                  <a:cubicBezTo>
                    <a:pt x="668" y="319"/>
                    <a:pt x="665" y="319"/>
                    <a:pt x="660" y="320"/>
                  </a:cubicBezTo>
                  <a:cubicBezTo>
                    <a:pt x="657" y="322"/>
                    <a:pt x="654" y="323"/>
                    <a:pt x="653" y="325"/>
                  </a:cubicBezTo>
                  <a:cubicBezTo>
                    <a:pt x="652" y="327"/>
                    <a:pt x="652" y="329"/>
                    <a:pt x="653" y="332"/>
                  </a:cubicBezTo>
                  <a:cubicBezTo>
                    <a:pt x="657" y="344"/>
                    <a:pt x="657" y="344"/>
                    <a:pt x="657" y="344"/>
                  </a:cubicBezTo>
                  <a:cubicBezTo>
                    <a:pt x="651" y="346"/>
                    <a:pt x="651" y="346"/>
                    <a:pt x="651" y="346"/>
                  </a:cubicBezTo>
                  <a:cubicBezTo>
                    <a:pt x="647" y="334"/>
                    <a:pt x="647" y="334"/>
                    <a:pt x="647" y="334"/>
                  </a:cubicBezTo>
                  <a:cubicBezTo>
                    <a:pt x="646" y="331"/>
                    <a:pt x="646" y="329"/>
                    <a:pt x="646" y="327"/>
                  </a:cubicBezTo>
                  <a:cubicBezTo>
                    <a:pt x="646" y="326"/>
                    <a:pt x="646" y="324"/>
                    <a:pt x="647" y="322"/>
                  </a:cubicBezTo>
                  <a:cubicBezTo>
                    <a:pt x="647" y="320"/>
                    <a:pt x="649" y="318"/>
                    <a:pt x="651" y="316"/>
                  </a:cubicBezTo>
                  <a:cubicBezTo>
                    <a:pt x="653" y="315"/>
                    <a:pt x="655" y="314"/>
                    <a:pt x="658" y="313"/>
                  </a:cubicBezTo>
                  <a:cubicBezTo>
                    <a:pt x="664" y="311"/>
                    <a:pt x="669" y="310"/>
                    <a:pt x="673" y="312"/>
                  </a:cubicBezTo>
                  <a:cubicBezTo>
                    <a:pt x="676" y="314"/>
                    <a:pt x="679" y="317"/>
                    <a:pt x="681" y="323"/>
                  </a:cubicBezTo>
                  <a:cubicBezTo>
                    <a:pt x="684" y="335"/>
                    <a:pt x="684" y="335"/>
                    <a:pt x="684" y="335"/>
                  </a:cubicBezTo>
                  <a:cubicBezTo>
                    <a:pt x="679" y="337"/>
                    <a:pt x="679" y="337"/>
                    <a:pt x="679" y="337"/>
                  </a:cubicBezTo>
                  <a:cubicBezTo>
                    <a:pt x="675" y="325"/>
                    <a:pt x="675" y="325"/>
                    <a:pt x="675" y="325"/>
                  </a:cubicBezTo>
                  <a:close/>
                  <a:moveTo>
                    <a:pt x="689" y="352"/>
                  </a:moveTo>
                  <a:cubicBezTo>
                    <a:pt x="675" y="354"/>
                    <a:pt x="675" y="354"/>
                    <a:pt x="675" y="354"/>
                  </a:cubicBezTo>
                  <a:cubicBezTo>
                    <a:pt x="677" y="368"/>
                    <a:pt x="677" y="368"/>
                    <a:pt x="677" y="368"/>
                  </a:cubicBezTo>
                  <a:cubicBezTo>
                    <a:pt x="691" y="365"/>
                    <a:pt x="691" y="365"/>
                    <a:pt x="691" y="365"/>
                  </a:cubicBezTo>
                  <a:cubicBezTo>
                    <a:pt x="692" y="373"/>
                    <a:pt x="692" y="373"/>
                    <a:pt x="692" y="373"/>
                  </a:cubicBezTo>
                  <a:cubicBezTo>
                    <a:pt x="658" y="379"/>
                    <a:pt x="658" y="379"/>
                    <a:pt x="658" y="379"/>
                  </a:cubicBezTo>
                  <a:cubicBezTo>
                    <a:pt x="656" y="372"/>
                    <a:pt x="656" y="372"/>
                    <a:pt x="656" y="372"/>
                  </a:cubicBezTo>
                  <a:cubicBezTo>
                    <a:pt x="671" y="369"/>
                    <a:pt x="671" y="369"/>
                    <a:pt x="671" y="369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54" y="358"/>
                    <a:pt x="654" y="358"/>
                    <a:pt x="654" y="358"/>
                  </a:cubicBezTo>
                  <a:cubicBezTo>
                    <a:pt x="653" y="351"/>
                    <a:pt x="653" y="351"/>
                    <a:pt x="653" y="351"/>
                  </a:cubicBezTo>
                  <a:cubicBezTo>
                    <a:pt x="687" y="344"/>
                    <a:pt x="687" y="344"/>
                    <a:pt x="687" y="344"/>
                  </a:cubicBezTo>
                  <a:cubicBezTo>
                    <a:pt x="689" y="352"/>
                    <a:pt x="689" y="352"/>
                    <a:pt x="689" y="352"/>
                  </a:cubicBezTo>
                  <a:close/>
                  <a:moveTo>
                    <a:pt x="695" y="386"/>
                  </a:moveTo>
                  <a:cubicBezTo>
                    <a:pt x="695" y="396"/>
                    <a:pt x="695" y="396"/>
                    <a:pt x="695" y="396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95" y="410"/>
                    <a:pt x="695" y="410"/>
                    <a:pt x="695" y="410"/>
                  </a:cubicBezTo>
                  <a:cubicBezTo>
                    <a:pt x="695" y="418"/>
                    <a:pt x="695" y="418"/>
                    <a:pt x="695" y="418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0" y="410"/>
                    <a:pt x="660" y="410"/>
                    <a:pt x="660" y="410"/>
                  </a:cubicBezTo>
                  <a:cubicBezTo>
                    <a:pt x="686" y="394"/>
                    <a:pt x="686" y="394"/>
                    <a:pt x="686" y="394"/>
                  </a:cubicBezTo>
                  <a:cubicBezTo>
                    <a:pt x="660" y="395"/>
                    <a:pt x="660" y="395"/>
                    <a:pt x="660" y="395"/>
                  </a:cubicBezTo>
                  <a:cubicBezTo>
                    <a:pt x="659" y="387"/>
                    <a:pt x="659" y="387"/>
                    <a:pt x="659" y="387"/>
                  </a:cubicBezTo>
                  <a:cubicBezTo>
                    <a:pt x="695" y="386"/>
                    <a:pt x="695" y="386"/>
                    <a:pt x="695" y="386"/>
                  </a:cubicBezTo>
                  <a:close/>
                  <a:moveTo>
                    <a:pt x="677" y="425"/>
                  </a:moveTo>
                  <a:cubicBezTo>
                    <a:pt x="683" y="426"/>
                    <a:pt x="688" y="428"/>
                    <a:pt x="690" y="431"/>
                  </a:cubicBezTo>
                  <a:cubicBezTo>
                    <a:pt x="693" y="434"/>
                    <a:pt x="694" y="439"/>
                    <a:pt x="693" y="445"/>
                  </a:cubicBezTo>
                  <a:cubicBezTo>
                    <a:pt x="692" y="451"/>
                    <a:pt x="690" y="455"/>
                    <a:pt x="687" y="458"/>
                  </a:cubicBezTo>
                  <a:cubicBezTo>
                    <a:pt x="684" y="460"/>
                    <a:pt x="679" y="461"/>
                    <a:pt x="673" y="460"/>
                  </a:cubicBezTo>
                  <a:cubicBezTo>
                    <a:pt x="667" y="459"/>
                    <a:pt x="662" y="457"/>
                    <a:pt x="660" y="454"/>
                  </a:cubicBezTo>
                  <a:cubicBezTo>
                    <a:pt x="657" y="451"/>
                    <a:pt x="656" y="446"/>
                    <a:pt x="657" y="440"/>
                  </a:cubicBezTo>
                  <a:cubicBezTo>
                    <a:pt x="657" y="434"/>
                    <a:pt x="659" y="430"/>
                    <a:pt x="663" y="427"/>
                  </a:cubicBezTo>
                  <a:cubicBezTo>
                    <a:pt x="666" y="425"/>
                    <a:pt x="671" y="424"/>
                    <a:pt x="677" y="425"/>
                  </a:cubicBezTo>
                  <a:close/>
                  <a:moveTo>
                    <a:pt x="687" y="444"/>
                  </a:moveTo>
                  <a:cubicBezTo>
                    <a:pt x="687" y="447"/>
                    <a:pt x="685" y="450"/>
                    <a:pt x="683" y="451"/>
                  </a:cubicBezTo>
                  <a:cubicBezTo>
                    <a:pt x="681" y="452"/>
                    <a:pt x="678" y="453"/>
                    <a:pt x="674" y="452"/>
                  </a:cubicBezTo>
                  <a:cubicBezTo>
                    <a:pt x="670" y="452"/>
                    <a:pt x="667" y="450"/>
                    <a:pt x="665" y="449"/>
                  </a:cubicBezTo>
                  <a:cubicBezTo>
                    <a:pt x="663" y="447"/>
                    <a:pt x="662" y="444"/>
                    <a:pt x="663" y="441"/>
                  </a:cubicBezTo>
                  <a:cubicBezTo>
                    <a:pt x="663" y="438"/>
                    <a:pt x="664" y="435"/>
                    <a:pt x="667" y="434"/>
                  </a:cubicBezTo>
                  <a:cubicBezTo>
                    <a:pt x="669" y="433"/>
                    <a:pt x="672" y="432"/>
                    <a:pt x="676" y="433"/>
                  </a:cubicBezTo>
                  <a:cubicBezTo>
                    <a:pt x="680" y="433"/>
                    <a:pt x="683" y="435"/>
                    <a:pt x="685" y="436"/>
                  </a:cubicBezTo>
                  <a:cubicBezTo>
                    <a:pt x="687" y="438"/>
                    <a:pt x="687" y="441"/>
                    <a:pt x="687" y="444"/>
                  </a:cubicBezTo>
                  <a:close/>
                  <a:moveTo>
                    <a:pt x="651" y="478"/>
                  </a:moveTo>
                  <a:cubicBezTo>
                    <a:pt x="652" y="474"/>
                    <a:pt x="653" y="472"/>
                    <a:pt x="654" y="471"/>
                  </a:cubicBezTo>
                  <a:cubicBezTo>
                    <a:pt x="655" y="469"/>
                    <a:pt x="656" y="468"/>
                    <a:pt x="658" y="467"/>
                  </a:cubicBezTo>
                  <a:cubicBezTo>
                    <a:pt x="659" y="466"/>
                    <a:pt x="661" y="466"/>
                    <a:pt x="662" y="465"/>
                  </a:cubicBezTo>
                  <a:cubicBezTo>
                    <a:pt x="664" y="465"/>
                    <a:pt x="666" y="466"/>
                    <a:pt x="669" y="466"/>
                  </a:cubicBezTo>
                  <a:cubicBezTo>
                    <a:pt x="689" y="471"/>
                    <a:pt x="689" y="471"/>
                    <a:pt x="689" y="471"/>
                  </a:cubicBezTo>
                  <a:cubicBezTo>
                    <a:pt x="687" y="478"/>
                    <a:pt x="687" y="478"/>
                    <a:pt x="687" y="478"/>
                  </a:cubicBezTo>
                  <a:cubicBezTo>
                    <a:pt x="667" y="474"/>
                    <a:pt x="667" y="474"/>
                    <a:pt x="667" y="474"/>
                  </a:cubicBezTo>
                  <a:cubicBezTo>
                    <a:pt x="665" y="473"/>
                    <a:pt x="664" y="473"/>
                    <a:pt x="663" y="473"/>
                  </a:cubicBezTo>
                  <a:cubicBezTo>
                    <a:pt x="662" y="473"/>
                    <a:pt x="661" y="473"/>
                    <a:pt x="661" y="473"/>
                  </a:cubicBezTo>
                  <a:cubicBezTo>
                    <a:pt x="660" y="474"/>
                    <a:pt x="659" y="475"/>
                    <a:pt x="658" y="475"/>
                  </a:cubicBezTo>
                  <a:cubicBezTo>
                    <a:pt x="658" y="476"/>
                    <a:pt x="657" y="478"/>
                    <a:pt x="657" y="480"/>
                  </a:cubicBezTo>
                  <a:cubicBezTo>
                    <a:pt x="655" y="488"/>
                    <a:pt x="655" y="488"/>
                    <a:pt x="655" y="488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1" y="478"/>
                    <a:pt x="651" y="478"/>
                    <a:pt x="651" y="478"/>
                  </a:cubicBezTo>
                  <a:close/>
                  <a:moveTo>
                    <a:pt x="667" y="494"/>
                  </a:moveTo>
                  <a:cubicBezTo>
                    <a:pt x="672" y="496"/>
                    <a:pt x="676" y="499"/>
                    <a:pt x="678" y="503"/>
                  </a:cubicBezTo>
                  <a:cubicBezTo>
                    <a:pt x="679" y="507"/>
                    <a:pt x="679" y="512"/>
                    <a:pt x="677" y="517"/>
                  </a:cubicBezTo>
                  <a:cubicBezTo>
                    <a:pt x="675" y="523"/>
                    <a:pt x="671" y="526"/>
                    <a:pt x="668" y="528"/>
                  </a:cubicBezTo>
                  <a:cubicBezTo>
                    <a:pt x="664" y="529"/>
                    <a:pt x="659" y="529"/>
                    <a:pt x="653" y="527"/>
                  </a:cubicBezTo>
                  <a:cubicBezTo>
                    <a:pt x="647" y="524"/>
                    <a:pt x="644" y="521"/>
                    <a:pt x="642" y="517"/>
                  </a:cubicBezTo>
                  <a:cubicBezTo>
                    <a:pt x="640" y="513"/>
                    <a:pt x="641" y="509"/>
                    <a:pt x="643" y="503"/>
                  </a:cubicBezTo>
                  <a:cubicBezTo>
                    <a:pt x="645" y="497"/>
                    <a:pt x="648" y="494"/>
                    <a:pt x="652" y="492"/>
                  </a:cubicBezTo>
                  <a:cubicBezTo>
                    <a:pt x="656" y="491"/>
                    <a:pt x="661" y="491"/>
                    <a:pt x="667" y="494"/>
                  </a:cubicBezTo>
                  <a:close/>
                  <a:moveTo>
                    <a:pt x="671" y="515"/>
                  </a:moveTo>
                  <a:cubicBezTo>
                    <a:pt x="670" y="518"/>
                    <a:pt x="668" y="520"/>
                    <a:pt x="666" y="520"/>
                  </a:cubicBezTo>
                  <a:cubicBezTo>
                    <a:pt x="663" y="521"/>
                    <a:pt x="660" y="521"/>
                    <a:pt x="656" y="519"/>
                  </a:cubicBezTo>
                  <a:cubicBezTo>
                    <a:pt x="652" y="517"/>
                    <a:pt x="650" y="516"/>
                    <a:pt x="649" y="513"/>
                  </a:cubicBezTo>
                  <a:cubicBezTo>
                    <a:pt x="647" y="511"/>
                    <a:pt x="647" y="508"/>
                    <a:pt x="648" y="505"/>
                  </a:cubicBezTo>
                  <a:cubicBezTo>
                    <a:pt x="650" y="502"/>
                    <a:pt x="651" y="500"/>
                    <a:pt x="654" y="500"/>
                  </a:cubicBezTo>
                  <a:cubicBezTo>
                    <a:pt x="656" y="499"/>
                    <a:pt x="660" y="500"/>
                    <a:pt x="664" y="501"/>
                  </a:cubicBezTo>
                  <a:cubicBezTo>
                    <a:pt x="667" y="503"/>
                    <a:pt x="670" y="505"/>
                    <a:pt x="671" y="507"/>
                  </a:cubicBezTo>
                  <a:cubicBezTo>
                    <a:pt x="672" y="509"/>
                    <a:pt x="672" y="512"/>
                    <a:pt x="671" y="515"/>
                  </a:cubicBezTo>
                  <a:close/>
                  <a:moveTo>
                    <a:pt x="641" y="544"/>
                  </a:moveTo>
                  <a:cubicBezTo>
                    <a:pt x="646" y="547"/>
                    <a:pt x="646" y="547"/>
                    <a:pt x="646" y="547"/>
                  </a:cubicBezTo>
                  <a:cubicBezTo>
                    <a:pt x="637" y="562"/>
                    <a:pt x="637" y="562"/>
                    <a:pt x="637" y="562"/>
                  </a:cubicBezTo>
                  <a:cubicBezTo>
                    <a:pt x="619" y="552"/>
                    <a:pt x="619" y="552"/>
                    <a:pt x="619" y="552"/>
                  </a:cubicBezTo>
                  <a:cubicBezTo>
                    <a:pt x="628" y="538"/>
                    <a:pt x="628" y="538"/>
                    <a:pt x="628" y="538"/>
                  </a:cubicBezTo>
                  <a:cubicBezTo>
                    <a:pt x="629" y="535"/>
                    <a:pt x="631" y="533"/>
                    <a:pt x="632" y="532"/>
                  </a:cubicBezTo>
                  <a:cubicBezTo>
                    <a:pt x="633" y="531"/>
                    <a:pt x="634" y="530"/>
                    <a:pt x="636" y="530"/>
                  </a:cubicBezTo>
                  <a:cubicBezTo>
                    <a:pt x="638" y="529"/>
                    <a:pt x="641" y="529"/>
                    <a:pt x="643" y="529"/>
                  </a:cubicBezTo>
                  <a:cubicBezTo>
                    <a:pt x="645" y="529"/>
                    <a:pt x="648" y="530"/>
                    <a:pt x="651" y="532"/>
                  </a:cubicBezTo>
                  <a:cubicBezTo>
                    <a:pt x="656" y="535"/>
                    <a:pt x="659" y="539"/>
                    <a:pt x="661" y="543"/>
                  </a:cubicBezTo>
                  <a:cubicBezTo>
                    <a:pt x="662" y="547"/>
                    <a:pt x="661" y="551"/>
                    <a:pt x="658" y="556"/>
                  </a:cubicBezTo>
                  <a:cubicBezTo>
                    <a:pt x="650" y="570"/>
                    <a:pt x="650" y="570"/>
                    <a:pt x="650" y="570"/>
                  </a:cubicBezTo>
                  <a:cubicBezTo>
                    <a:pt x="644" y="567"/>
                    <a:pt x="644" y="567"/>
                    <a:pt x="644" y="567"/>
                  </a:cubicBezTo>
                  <a:cubicBezTo>
                    <a:pt x="653" y="553"/>
                    <a:pt x="653" y="553"/>
                    <a:pt x="653" y="553"/>
                  </a:cubicBezTo>
                  <a:cubicBezTo>
                    <a:pt x="654" y="550"/>
                    <a:pt x="654" y="548"/>
                    <a:pt x="654" y="546"/>
                  </a:cubicBezTo>
                  <a:cubicBezTo>
                    <a:pt x="653" y="544"/>
                    <a:pt x="650" y="542"/>
                    <a:pt x="647" y="539"/>
                  </a:cubicBezTo>
                  <a:cubicBezTo>
                    <a:pt x="644" y="537"/>
                    <a:pt x="641" y="537"/>
                    <a:pt x="639" y="537"/>
                  </a:cubicBezTo>
                  <a:cubicBezTo>
                    <a:pt x="636" y="537"/>
                    <a:pt x="635" y="538"/>
                    <a:pt x="633" y="541"/>
                  </a:cubicBezTo>
                  <a:cubicBezTo>
                    <a:pt x="629" y="548"/>
                    <a:pt x="629" y="548"/>
                    <a:pt x="629" y="548"/>
                  </a:cubicBezTo>
                  <a:cubicBezTo>
                    <a:pt x="636" y="553"/>
                    <a:pt x="636" y="553"/>
                    <a:pt x="636" y="553"/>
                  </a:cubicBezTo>
                  <a:cubicBezTo>
                    <a:pt x="641" y="544"/>
                    <a:pt x="641" y="544"/>
                    <a:pt x="641" y="544"/>
                  </a:cubicBezTo>
                  <a:close/>
                  <a:moveTo>
                    <a:pt x="648" y="574"/>
                  </a:moveTo>
                  <a:cubicBezTo>
                    <a:pt x="643" y="581"/>
                    <a:pt x="643" y="581"/>
                    <a:pt x="643" y="581"/>
                  </a:cubicBezTo>
                  <a:cubicBezTo>
                    <a:pt x="627" y="580"/>
                    <a:pt x="627" y="580"/>
                    <a:pt x="627" y="580"/>
                  </a:cubicBezTo>
                  <a:cubicBezTo>
                    <a:pt x="632" y="595"/>
                    <a:pt x="632" y="595"/>
                    <a:pt x="632" y="595"/>
                  </a:cubicBezTo>
                  <a:cubicBezTo>
                    <a:pt x="627" y="602"/>
                    <a:pt x="627" y="602"/>
                    <a:pt x="627" y="602"/>
                  </a:cubicBezTo>
                  <a:cubicBezTo>
                    <a:pt x="619" y="579"/>
                    <a:pt x="619" y="579"/>
                    <a:pt x="619" y="579"/>
                  </a:cubicBezTo>
                  <a:cubicBezTo>
                    <a:pt x="607" y="570"/>
                    <a:pt x="607" y="570"/>
                    <a:pt x="607" y="570"/>
                  </a:cubicBezTo>
                  <a:cubicBezTo>
                    <a:pt x="611" y="564"/>
                    <a:pt x="611" y="564"/>
                    <a:pt x="611" y="564"/>
                  </a:cubicBezTo>
                  <a:cubicBezTo>
                    <a:pt x="624" y="573"/>
                    <a:pt x="624" y="573"/>
                    <a:pt x="624" y="573"/>
                  </a:cubicBezTo>
                  <a:cubicBezTo>
                    <a:pt x="648" y="574"/>
                    <a:pt x="648" y="574"/>
                    <a:pt x="648" y="574"/>
                  </a:cubicBezTo>
                  <a:close/>
                  <a:moveTo>
                    <a:pt x="264" y="535"/>
                  </a:moveTo>
                  <a:cubicBezTo>
                    <a:pt x="392" y="535"/>
                    <a:pt x="392" y="535"/>
                    <a:pt x="392" y="535"/>
                  </a:cubicBezTo>
                  <a:cubicBezTo>
                    <a:pt x="401" y="536"/>
                    <a:pt x="400" y="566"/>
                    <a:pt x="392" y="565"/>
                  </a:cubicBezTo>
                  <a:cubicBezTo>
                    <a:pt x="264" y="565"/>
                    <a:pt x="264" y="565"/>
                    <a:pt x="264" y="565"/>
                  </a:cubicBezTo>
                  <a:cubicBezTo>
                    <a:pt x="275" y="565"/>
                    <a:pt x="276" y="536"/>
                    <a:pt x="264" y="535"/>
                  </a:cubicBezTo>
                  <a:close/>
                  <a:moveTo>
                    <a:pt x="550" y="535"/>
                  </a:moveTo>
                  <a:cubicBezTo>
                    <a:pt x="538" y="536"/>
                    <a:pt x="539" y="565"/>
                    <a:pt x="550" y="565"/>
                  </a:cubicBezTo>
                  <a:cubicBezTo>
                    <a:pt x="421" y="565"/>
                    <a:pt x="421" y="565"/>
                    <a:pt x="421" y="565"/>
                  </a:cubicBezTo>
                  <a:cubicBezTo>
                    <a:pt x="413" y="566"/>
                    <a:pt x="412" y="536"/>
                    <a:pt x="421" y="535"/>
                  </a:cubicBezTo>
                  <a:cubicBezTo>
                    <a:pt x="550" y="535"/>
                    <a:pt x="550" y="535"/>
                    <a:pt x="550" y="535"/>
                  </a:cubicBezTo>
                  <a:close/>
                  <a:moveTo>
                    <a:pt x="495" y="212"/>
                  </a:moveTo>
                  <a:cubicBezTo>
                    <a:pt x="495" y="260"/>
                    <a:pt x="495" y="260"/>
                    <a:pt x="495" y="260"/>
                  </a:cubicBezTo>
                  <a:cubicBezTo>
                    <a:pt x="481" y="257"/>
                    <a:pt x="469" y="266"/>
                    <a:pt x="462" y="280"/>
                  </a:cubicBezTo>
                  <a:cubicBezTo>
                    <a:pt x="462" y="449"/>
                    <a:pt x="462" y="449"/>
                    <a:pt x="462" y="449"/>
                  </a:cubicBezTo>
                  <a:cubicBezTo>
                    <a:pt x="493" y="439"/>
                    <a:pt x="510" y="421"/>
                    <a:pt x="516" y="396"/>
                  </a:cubicBezTo>
                  <a:cubicBezTo>
                    <a:pt x="519" y="389"/>
                    <a:pt x="519" y="377"/>
                    <a:pt x="514" y="358"/>
                  </a:cubicBezTo>
                  <a:cubicBezTo>
                    <a:pt x="501" y="332"/>
                    <a:pt x="486" y="324"/>
                    <a:pt x="477" y="327"/>
                  </a:cubicBezTo>
                  <a:cubicBezTo>
                    <a:pt x="477" y="278"/>
                    <a:pt x="477" y="278"/>
                    <a:pt x="477" y="278"/>
                  </a:cubicBezTo>
                  <a:cubicBezTo>
                    <a:pt x="516" y="281"/>
                    <a:pt x="552" y="305"/>
                    <a:pt x="562" y="357"/>
                  </a:cubicBezTo>
                  <a:cubicBezTo>
                    <a:pt x="570" y="390"/>
                    <a:pt x="562" y="422"/>
                    <a:pt x="545" y="449"/>
                  </a:cubicBezTo>
                  <a:cubicBezTo>
                    <a:pt x="523" y="472"/>
                    <a:pt x="499" y="491"/>
                    <a:pt x="462" y="497"/>
                  </a:cubicBezTo>
                  <a:cubicBezTo>
                    <a:pt x="462" y="514"/>
                    <a:pt x="462" y="514"/>
                    <a:pt x="462" y="514"/>
                  </a:cubicBezTo>
                  <a:cubicBezTo>
                    <a:pt x="413" y="514"/>
                    <a:pt x="413" y="514"/>
                    <a:pt x="413" y="514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25" y="233"/>
                    <a:pt x="453" y="213"/>
                    <a:pt x="495" y="212"/>
                  </a:cubicBezTo>
                  <a:close/>
                  <a:moveTo>
                    <a:pt x="316" y="212"/>
                  </a:moveTo>
                  <a:cubicBezTo>
                    <a:pt x="358" y="213"/>
                    <a:pt x="386" y="233"/>
                    <a:pt x="398" y="274"/>
                  </a:cubicBezTo>
                  <a:cubicBezTo>
                    <a:pt x="398" y="514"/>
                    <a:pt x="398" y="514"/>
                    <a:pt x="398" y="514"/>
                  </a:cubicBezTo>
                  <a:cubicBezTo>
                    <a:pt x="349" y="514"/>
                    <a:pt x="349" y="514"/>
                    <a:pt x="349" y="514"/>
                  </a:cubicBezTo>
                  <a:cubicBezTo>
                    <a:pt x="349" y="497"/>
                    <a:pt x="349" y="497"/>
                    <a:pt x="349" y="497"/>
                  </a:cubicBezTo>
                  <a:cubicBezTo>
                    <a:pt x="312" y="491"/>
                    <a:pt x="288" y="472"/>
                    <a:pt x="267" y="449"/>
                  </a:cubicBezTo>
                  <a:cubicBezTo>
                    <a:pt x="249" y="422"/>
                    <a:pt x="241" y="390"/>
                    <a:pt x="249" y="357"/>
                  </a:cubicBezTo>
                  <a:cubicBezTo>
                    <a:pt x="259" y="305"/>
                    <a:pt x="295" y="281"/>
                    <a:pt x="334" y="27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25" y="324"/>
                    <a:pt x="310" y="332"/>
                    <a:pt x="297" y="358"/>
                  </a:cubicBezTo>
                  <a:cubicBezTo>
                    <a:pt x="292" y="377"/>
                    <a:pt x="292" y="389"/>
                    <a:pt x="295" y="396"/>
                  </a:cubicBezTo>
                  <a:cubicBezTo>
                    <a:pt x="302" y="421"/>
                    <a:pt x="318" y="439"/>
                    <a:pt x="349" y="449"/>
                  </a:cubicBezTo>
                  <a:cubicBezTo>
                    <a:pt x="349" y="280"/>
                    <a:pt x="349" y="280"/>
                    <a:pt x="349" y="280"/>
                  </a:cubicBezTo>
                  <a:cubicBezTo>
                    <a:pt x="343" y="266"/>
                    <a:pt x="330" y="257"/>
                    <a:pt x="316" y="260"/>
                  </a:cubicBezTo>
                  <a:cubicBezTo>
                    <a:pt x="316" y="212"/>
                    <a:pt x="316" y="212"/>
                    <a:pt x="316" y="212"/>
                  </a:cubicBezTo>
                  <a:close/>
                  <a:moveTo>
                    <a:pt x="249" y="587"/>
                  </a:moveTo>
                  <a:cubicBezTo>
                    <a:pt x="567" y="587"/>
                    <a:pt x="567" y="587"/>
                    <a:pt x="567" y="587"/>
                  </a:cubicBezTo>
                  <a:cubicBezTo>
                    <a:pt x="567" y="615"/>
                    <a:pt x="567" y="615"/>
                    <a:pt x="567" y="615"/>
                  </a:cubicBezTo>
                  <a:cubicBezTo>
                    <a:pt x="249" y="615"/>
                    <a:pt x="249" y="615"/>
                    <a:pt x="249" y="615"/>
                  </a:cubicBezTo>
                  <a:lnTo>
                    <a:pt x="249" y="58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cxnSp>
        <p:nvCxnSpPr>
          <p:cNvPr id="22" name="直接连接符 21">
            <a:extLst>
              <a:ext uri="{FF2B5EF4-FFF2-40B4-BE49-F238E27FC236}">
                <a16:creationId xmlns:a16="http://schemas.microsoft.com/office/drawing/2014/main" id="{C86F6350-6A9A-4945-BFF8-9BD78075981D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日期占位符 1">
            <a:extLst>
              <a:ext uri="{FF2B5EF4-FFF2-40B4-BE49-F238E27FC236}">
                <a16:creationId xmlns:a16="http://schemas.microsoft.com/office/drawing/2014/main" id="{C6FD1D9B-2A87-4029-BDF1-22A71D9C9896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7142C79A-6DDD-437B-81D9-94FBE9E30025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26" name="文本框 25">
            <a:extLst>
              <a:ext uri="{FF2B5EF4-FFF2-40B4-BE49-F238E27FC236}">
                <a16:creationId xmlns:a16="http://schemas.microsoft.com/office/drawing/2014/main" id="{8C0B08CC-1514-4329-BCFE-943DC2CAEC5F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159168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93" userDrawn="1">
          <p15:clr>
            <a:srgbClr val="FBAE40"/>
          </p15:clr>
        </p15:guide>
        <p15:guide id="3" pos="7287" userDrawn="1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1646616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59647958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2.xml"/><Relationship Id="rId13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4.xml"/><Relationship Id="rId15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16.xml"/><Relationship Id="rId17" Type="http://schemas.openxmlformats.org/officeDocument/2006/relationships/slideLayout" Target="../slideLayouts/slideLayout17.xml"/><Relationship Id="rId18" Type="http://schemas.openxmlformats.org/officeDocument/2006/relationships/slideLayout" Target="../slideLayouts/slideLayout18.xml"/><Relationship Id="rId19" Type="http://schemas.openxmlformats.org/officeDocument/2006/relationships/slideLayout" Target="../slideLayouts/slideLayout19.xml"/><Relationship Id="rId20" Type="http://schemas.openxmlformats.org/officeDocument/2006/relationships/slideLayout" Target="../slideLayouts/slideLayout20.xml"/><Relationship Id="rId21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2.xml"/><Relationship Id="rId23" Type="http://schemas.openxmlformats.org/officeDocument/2006/relationships/slideLayout" Target="../slideLayouts/slideLayout23.xml"/><Relationship Id="rId24" Type="http://schemas.openxmlformats.org/officeDocument/2006/relationships/slideLayout" Target="../slideLayouts/slideLayout24.xml"/><Relationship Id="rId25" Type="http://schemas.openxmlformats.org/officeDocument/2006/relationships/slideLayout" Target="../slideLayouts/slideLayout25.xml"/><Relationship Id="rId26" Type="http://schemas.openxmlformats.org/officeDocument/2006/relationships/theme" Target="../theme/theme1.xml"/></Relationships>
</file>

<file path=ppt/slideMasters/_rels/slideMaster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theme" Target="../theme/theme2.xml"/></Relationships>
</file>

<file path=ppt/slideMasters/_rels/slideMaster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A5F71B56-43DB-4F8C-9C46-404221AA4C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endParaRPr lang="zh-CN" altLang="en-US" dirty="0"/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BA993896-6AAD-4FE6-B41B-557BB8F67B7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endParaRPr lang="zh-CN" altLang="en-US" dirty="0"/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4E1544F6-5388-46C4-A171-09A5FA0576E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fld id="{0E5E27E1-8EB7-4D98-B5FA-81C193125F8C}" type="datetime1">
              <a:rPr lang="zh-CN" altLang="en-US" smtClean="0"/>
              <a:t>2026/4/22/Wed</a:t>
            </a:fld>
            <a:endParaRPr lang="zh-CN" altLang="en-US" dirty="0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F67253EA-6BD2-4F8F-B5AD-ADFC205AF13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 dirty="0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1FD2B6E9-5A25-4660-8951-051B87CB5F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BC98D05-1C49-4F05-A5FD-20F1774C2B3B}" type="slidenum">
              <a:rPr lang="zh-CN" altLang="en-US" smtClean="0"/>
              <a:pPr/>
              <a:t>‹#›</a:t>
            </a:fld>
            <a:r>
              <a:rPr lang="en-US" altLang="zh-CN" dirty="0"/>
              <a:t>/59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0013964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688" r:id="rId2"/>
    <p:sldLayoutId id="2147483677" r:id="rId3"/>
    <p:sldLayoutId id="2147483680" r:id="rId4"/>
    <p:sldLayoutId id="2147483678" r:id="rId5"/>
    <p:sldLayoutId id="2147483689" r:id="rId6"/>
    <p:sldLayoutId id="2147483681" r:id="rId7"/>
    <p:sldLayoutId id="2147483682" r:id="rId8"/>
    <p:sldLayoutId id="2147483693" r:id="rId9"/>
    <p:sldLayoutId id="2147483694" r:id="rId10"/>
    <p:sldLayoutId id="2147483696" r:id="rId11"/>
    <p:sldLayoutId id="2147483695" r:id="rId12"/>
    <p:sldLayoutId id="2147483697" r:id="rId13"/>
    <p:sldLayoutId id="2147483698" r:id="rId14"/>
    <p:sldLayoutId id="2147483699" r:id="rId15"/>
    <p:sldLayoutId id="2147483700" r:id="rId16"/>
    <p:sldLayoutId id="2147483702" r:id="rId17"/>
    <p:sldLayoutId id="2147483704" r:id="rId18"/>
    <p:sldLayoutId id="2147483701" r:id="rId19"/>
    <p:sldLayoutId id="2147483705" r:id="rId20"/>
    <p:sldLayoutId id="2147483706" r:id="rId21"/>
    <p:sldLayoutId id="2147483707" r:id="rId22"/>
    <p:sldLayoutId id="2147483708" r:id="rId23"/>
    <p:sldLayoutId id="2147483691" r:id="rId24"/>
    <p:sldLayoutId id="2147483687" r:id="rId25"/>
  </p:sldLayoutIdLst>
  <p:hf hdr="0" ft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800" kern="1200">
          <a:solidFill>
            <a:schemeClr val="tx1"/>
          </a:solidFill>
          <a:latin typeface="思源宋体 CN Heavy" panose="02020900000000000000" pitchFamily="18" charset="-122"/>
          <a:ea typeface="思源宋体 CN Heavy" panose="02020900000000000000" pitchFamily="18" charset="-122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800" kern="1200">
          <a:solidFill>
            <a:schemeClr val="tx1"/>
          </a:solidFill>
          <a:latin typeface="思源黑体 CN Normal" panose="020B0400000000000000" pitchFamily="34" charset="-122"/>
          <a:ea typeface="思源黑体 CN Normal" panose="020B0400000000000000" pitchFamily="34" charset="-122"/>
          <a:cs typeface="+mn-cs"/>
        </a:defRPr>
      </a:lvl1pPr>
      <a:lvl2pPr marL="45720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600" kern="1200">
          <a:solidFill>
            <a:schemeClr val="tx1"/>
          </a:solidFill>
          <a:latin typeface="思源黑体 CN Regular" panose="020B0500000000000000" pitchFamily="34" charset="-122"/>
          <a:ea typeface="思源黑体 CN Regular" panose="020B0500000000000000" pitchFamily="34" charset="-122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896432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4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264">
          <p15:clr>
            <a:srgbClr val="F26B43"/>
          </p15:clr>
        </p15:guide>
        <p15:guide id="2" pos="3840">
          <p15:clr>
            <a:srgbClr val="F26B43"/>
          </p15:clr>
        </p15:guide>
        <p15:guide id="3" pos="192">
          <p15:clr>
            <a:srgbClr val="F26B43"/>
          </p15:clr>
        </p15:guide>
        <p15:guide id="4" pos="7488">
          <p15:clr>
            <a:srgbClr val="F26B43"/>
          </p15:clr>
        </p15:guide>
        <p15:guide id="5" orient="horz" pos="432">
          <p15:clr>
            <a:srgbClr val="F26B43"/>
          </p15:clr>
        </p15:guide>
        <p15:guide id="6" orient="horz" pos="472">
          <p15:clr>
            <a:srgbClr val="F26B43"/>
          </p15:clr>
        </p15:guide>
        <p15:guide id="7" orient="horz" pos="4104">
          <p15:clr>
            <a:srgbClr val="F26B43"/>
          </p15:clr>
        </p15:guide>
        <p15:guide id="8" orient="horz" pos="4056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59300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8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264">
          <p15:clr>
            <a:srgbClr val="F26B43"/>
          </p15:clr>
        </p15:guide>
        <p15:guide id="2" pos="3840">
          <p15:clr>
            <a:srgbClr val="F26B43"/>
          </p15:clr>
        </p15:guide>
        <p15:guide id="3" pos="192">
          <p15:clr>
            <a:srgbClr val="F26B43"/>
          </p15:clr>
        </p15:guide>
        <p15:guide id="4" pos="7488">
          <p15:clr>
            <a:srgbClr val="F26B43"/>
          </p15:clr>
        </p15:guide>
        <p15:guide id="5" orient="horz" pos="432">
          <p15:clr>
            <a:srgbClr val="F26B43"/>
          </p15:clr>
        </p15:guide>
        <p15:guide id="6" orient="horz" pos="472">
          <p15:clr>
            <a:srgbClr val="F26B43"/>
          </p15:clr>
        </p15:guide>
        <p15:guide id="7" orient="horz" pos="4104">
          <p15:clr>
            <a:srgbClr val="F26B43"/>
          </p15:clr>
        </p15:guide>
        <p15:guide id="8" orient="horz" pos="4056">
          <p15:clr>
            <a:srgbClr val="F26B43"/>
          </p15:clr>
        </p15:guide>
      </p15:sldGuideLst>
    </p:ext>
  </p:ext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000"/>
            </a:pPr>
            <a:r>
              <a:t>本科毕业设计答辩</a:t>
            </a:r>
          </a:p>
          <a:p>
            <a:pPr>
              <a:defRPr sz="2000"/>
            </a:pPr>
            <a:r>
              <a:t>测控技术与仪器专业</a:t>
            </a:r>
          </a:p>
          <a:p>
            <a:pPr>
              <a:defRPr sz="2000"/>
            </a:pPr>
            <a:r>
              <a:t>学生：XXX</a:t>
            </a:r>
          </a:p>
          <a:p>
            <a:pPr>
              <a:defRPr sz="2000"/>
            </a:pPr>
            <a:r>
              <a:t>指导教师：XXX</a:t>
            </a:r>
          </a:p>
          <a:p>
            <a:pPr>
              <a:defRPr sz="2000"/>
            </a:pPr>
            <a:r>
              <a:t>广东工业大学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sp>
        <p:nvSpPr>
          <p:cNvPr id="4" name="Text Placeholder 3"/>
          <p:cNvSpPr>
            <a:spLocks noGrp="1"/>
          </p:cNvSpPr>
          <p:nvPr>
            <p:ph type="body" idx="12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家庭高频风险：门禁失效、非法入侵、燃气泄漏、环境异常</a:t>
            </a:r>
          </a:p>
          <a:p>
            <a:pPr>
              <a:defRPr sz="2400"/>
            </a:pPr>
            <a:r>
              <a:t>现有家用方案存在成本高、联动弱、可维护性差问题</a:t>
            </a:r>
          </a:p>
          <a:p>
            <a:pPr>
              <a:defRPr sz="2400"/>
            </a:pPr>
            <a:r>
              <a:t>课题目标：构建低成本、可落地、可复现的安防联动系统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实现检测-判定-执行-反馈闭环</a:t>
            </a:r>
          </a:p>
          <a:p>
            <a:pPr>
              <a:defRPr sz="2400"/>
            </a:pPr>
            <a:r>
              <a:t>关键指标：准确率、误报率、响应时延、功耗、稳定性</a:t>
            </a:r>
          </a:p>
          <a:p>
            <a:pPr>
              <a:defRPr sz="2400"/>
            </a:pPr>
            <a:r>
              <a:t>通过标准化测试逐项验证目标达成情况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系统分为感知层、控制层、通信层、应用层</a:t>
            </a:r>
          </a:p>
          <a:p>
            <a:pPr>
              <a:defRPr sz="2400"/>
            </a:pPr>
            <a:r>
              <a:t>采用本地自治优先、远程协同增强策略</a:t>
            </a:r>
          </a:p>
          <a:p>
            <a:pPr>
              <a:defRPr sz="2400"/>
            </a:pPr>
            <a:r>
              <a:t>核心控制器：STM32F103RCT6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传感器：AS608、HC-SR501、DHT、MQ-2、OV7670+FIFO</a:t>
            </a:r>
          </a:p>
          <a:p>
            <a:pPr>
              <a:defRPr sz="2400"/>
            </a:pPr>
            <a:r>
              <a:t>通信与存储：ESP-01S、SD卡（SPI2 + FatFs）</a:t>
            </a:r>
          </a:p>
          <a:p>
            <a:pPr>
              <a:defRPr sz="2400"/>
            </a:pPr>
            <a:r>
              <a:t>执行器：门锁、燃气阀、蜂鸣器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DHT单总线采集，MQ-2经ADC采样并滤波</a:t>
            </a:r>
          </a:p>
          <a:p>
            <a:pPr>
              <a:defRPr sz="2400"/>
            </a:pPr>
            <a:r>
              <a:t>PIR中断触发减少轮询负担</a:t>
            </a:r>
          </a:p>
          <a:p>
            <a:pPr>
              <a:defRPr sz="2400"/>
            </a:pPr>
            <a:r>
              <a:t>通过分区布线与去耦设计降低采样噪声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执行链路采用三极管+继电器驱动</a:t>
            </a:r>
          </a:p>
          <a:p>
            <a:pPr>
              <a:defRPr sz="2400"/>
            </a:pPr>
            <a:r>
              <a:t>电源模块采用DCP3512四路输出（3.3V/5V/12V/可调）</a:t>
            </a:r>
          </a:p>
          <a:p>
            <a:pPr>
              <a:defRPr sz="2400"/>
            </a:pPr>
            <a:r>
              <a:t>建立电源分配与最大电流预算并与测试对齐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支持裸机调试模式与FreeRTOS运行模式</a:t>
            </a:r>
          </a:p>
          <a:p>
            <a:pPr>
              <a:defRPr sz="2400"/>
            </a:pPr>
            <a:r>
              <a:t>分层：驱动层/服务层/业务层/应用交互层</a:t>
            </a:r>
          </a:p>
          <a:p>
            <a:pPr>
              <a:defRPr sz="2400"/>
            </a:pPr>
            <a:r>
              <a:t>关键任务优先级保障安防实时性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门禁状态机：采集、匹配、开锁、锁定</a:t>
            </a:r>
          </a:p>
          <a:p>
            <a:pPr>
              <a:defRPr sz="2400"/>
            </a:pPr>
            <a:r>
              <a:t>入侵与燃气应急状态机：触发、联动、恢复</a:t>
            </a:r>
          </a:p>
          <a:p>
            <a:pPr>
              <a:defRPr sz="2400"/>
            </a:pPr>
            <a:r>
              <a:t>异常处理：超时重试、降级运行、恢复机制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ESP-01S经USART3接入OneNET，基于MQTT通信</a:t>
            </a:r>
          </a:p>
          <a:p>
            <a:pPr>
              <a:defRPr sz="2400"/>
            </a:pPr>
            <a:r>
              <a:t>状态上报与控制下发形成闭环</a:t>
            </a:r>
          </a:p>
          <a:p>
            <a:pPr>
              <a:defRPr sz="2400"/>
            </a:pPr>
            <a:r>
              <a:t>本地AES-128保护，链路支持TLS扩展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DHT22完成实验室标定，误差满足设计需求</a:t>
            </a:r>
          </a:p>
          <a:p>
            <a:pPr>
              <a:defRPr sz="2400"/>
            </a:pPr>
            <a:r>
              <a:t>MQ-2建立ADC到浓度等级映射模型</a:t>
            </a:r>
          </a:p>
          <a:p>
            <a:pPr>
              <a:defRPr sz="2400"/>
            </a:pPr>
            <a:r>
              <a:t>多级滤波与融合策略降低误报率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测试覆盖单元、联动、性能、稳定性、异常工况</a:t>
            </a:r>
          </a:p>
          <a:p>
            <a:pPr>
              <a:defRPr sz="2400"/>
            </a:pPr>
            <a:r>
              <a:t>统一模板：目的/环境/步骤/预期/实际/判定标准</a:t>
            </a:r>
          </a:p>
          <a:p>
            <a:pPr>
              <a:defRPr sz="2400"/>
            </a:pPr>
            <a:r>
              <a:t>异常测试包含断网、故障、电源波动、强电磁干扰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门禁准确率98.0%，误报率3.2%</a:t>
            </a:r>
          </a:p>
          <a:p>
            <a:pPr>
              <a:defRPr sz="2400"/>
            </a:pPr>
            <a:r>
              <a:t>本地告警时延620ms，远程控制时延1850ms</a:t>
            </a:r>
          </a:p>
          <a:p>
            <a:pPr>
              <a:defRPr sz="2400"/>
            </a:pPr>
            <a:r>
              <a:t>采用均值、标准差、P95与95%置信区间提升说服力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单芯片多模块协同闭环实现</a:t>
            </a:r>
          </a:p>
          <a:p>
            <a:pPr>
              <a:defRPr sz="2400"/>
            </a:pPr>
            <a:r>
              <a:t>本地自治+远程协同并行机制</a:t>
            </a:r>
          </a:p>
          <a:p>
            <a:pPr>
              <a:defRPr sz="2400"/>
            </a:pPr>
            <a:r>
              <a:t>裸机/RTOS双路径提升调试和部署效率</a:t>
            </a:r>
          </a:p>
          <a:p>
            <a:pPr>
              <a:defRPr sz="2400"/>
            </a:pPr>
            <a:r>
              <a:t>测试闭环完整，具备复用价值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完成从方案设计到系统验证的完整工程闭环</a:t>
            </a:r>
          </a:p>
          <a:p>
            <a:pPr>
              <a:defRPr sz="2400"/>
            </a:pPr>
            <a:r>
              <a:t>关键指标达到预期，系统具备工程可用性</a:t>
            </a:r>
          </a:p>
          <a:p>
            <a:pPr>
              <a:defRPr sz="2400"/>
            </a:pPr>
            <a:r>
              <a:t>后续优化方向：弱网时延、算法融合、多设备协同</a:t>
            </a:r>
          </a:p>
          <a:p>
            <a:pPr>
              <a:defRPr sz="2400"/>
            </a:pPr>
            <a:r>
              <a:t>感谢各位老师，请批评指正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676fecc8-5938-4c2a-98aa-ea8df123951c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676fecc8-5938-4c2a-98aa-ea8df123951c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676fecc8-5938-4c2a-98aa-ea8df123951c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676fecc8-5938-4c2a-98aa-ea8df123951c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676fecc8-5938-4c2a-98aa-ea8df123951c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676fecc8-5938-4c2a-98aa-ea8df123951c"/>
</p:tagLst>
</file>

<file path=ppt/theme/theme1.xml><?xml version="1.0" encoding="utf-8"?>
<a:theme xmlns:a="http://schemas.openxmlformats.org/drawingml/2006/main" name="自定义设计方案">
  <a:themeElements>
    <a:clrScheme name="我为母校模板">
      <a:dk1>
        <a:sysClr val="windowText" lastClr="000000"/>
      </a:dk1>
      <a:lt1>
        <a:sysClr val="window" lastClr="FFFFFF"/>
      </a:lt1>
      <a:dk2>
        <a:srgbClr val="323232"/>
      </a:dk2>
      <a:lt2>
        <a:srgbClr val="E5C243"/>
      </a:lt2>
      <a:accent1>
        <a:srgbClr val="9D0B0B"/>
      </a:accent1>
      <a:accent2>
        <a:srgbClr val="EB8242"/>
      </a:accent2>
      <a:accent3>
        <a:srgbClr val="DA2D2D"/>
      </a:accent3>
      <a:accent4>
        <a:srgbClr val="F6DA63"/>
      </a:accent4>
      <a:accent5>
        <a:srgbClr val="FFFFD2"/>
      </a:accent5>
      <a:accent6>
        <a:srgbClr val="8293FF"/>
      </a:accent6>
      <a:hlink>
        <a:srgbClr val="D9EF8B"/>
      </a:hlink>
      <a:folHlink>
        <a:srgbClr val="B26B0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PLUS">
  <a:themeElements>
    <a:clrScheme name="Office 主题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OfficePLUS">
  <a:themeElements>
    <a:clrScheme name="Office 主题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5977</TotalTime>
  <Words>5039</Words>
  <Application>Microsoft Office PowerPoint</Application>
  <PresentationFormat>宽屏</PresentationFormat>
  <Paragraphs>512</Paragraphs>
  <Slides>56</Slides>
  <Notes>56</Notes>
  <HiddenSlides>0</HiddenSlides>
  <MMClips>0</MMClips>
  <ScaleCrop>false</ScaleCrop>
  <HeadingPairs>
    <vt:vector size="6" baseType="variant">
      <vt:variant>
        <vt:lpstr>已用的字体</vt:lpstr>
      </vt:variant>
      <vt:variant>
        <vt:i4>17</vt:i4>
      </vt:variant>
      <vt:variant>
        <vt:lpstr>主题</vt:lpstr>
      </vt:variant>
      <vt:variant>
        <vt:i4>3</vt:i4>
      </vt:variant>
      <vt:variant>
        <vt:lpstr>幻灯片标题</vt:lpstr>
      </vt:variant>
      <vt:variant>
        <vt:i4>56</vt:i4>
      </vt:variant>
    </vt:vector>
  </HeadingPairs>
  <TitlesOfParts>
    <vt:vector size="76" baseType="lpstr">
      <vt:lpstr>Alibaba Sans</vt:lpstr>
      <vt:lpstr>Alibaba Sans Medium</vt:lpstr>
      <vt:lpstr>Road Rage</vt:lpstr>
      <vt:lpstr>等线</vt:lpstr>
      <vt:lpstr>思源黑体 CN Bold</vt:lpstr>
      <vt:lpstr>思源黑体 CN Light</vt:lpstr>
      <vt:lpstr>思源黑体 CN Medium</vt:lpstr>
      <vt:lpstr>思源黑体 CN Normal</vt:lpstr>
      <vt:lpstr>思源黑体 CN Regular</vt:lpstr>
      <vt:lpstr>思源宋体 CN</vt:lpstr>
      <vt:lpstr>思源宋体 CN ExtraLight</vt:lpstr>
      <vt:lpstr>思源宋体 CN Heavy</vt:lpstr>
      <vt:lpstr>思源宋体 CN Medium</vt:lpstr>
      <vt:lpstr>优设标题黑</vt:lpstr>
      <vt:lpstr>禹卫书法行书简体
</vt:lpstr>
      <vt:lpstr>Arial</vt:lpstr>
      <vt:lpstr>Arial Black</vt:lpstr>
      <vt:lpstr>自定义设计方案</vt:lpstr>
      <vt:lpstr>1_OfficePLUS</vt:lpstr>
      <vt:lpstr>2_OfficePLUS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Administrator</dc:creator>
  <cp:lastModifiedBy>和 JD</cp:lastModifiedBy>
  <cp:revision>454</cp:revision>
  <dcterms:created xsi:type="dcterms:W3CDTF">2020-04-12T09:18:55Z</dcterms:created>
  <dcterms:modified xsi:type="dcterms:W3CDTF">2026-04-21T16:04:17Z</dcterms:modified>
</cp:coreProperties>
</file>