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家用安防与智能家居联动系统设计与实现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本科毕业设计答辩</a:t>
            </a:r>
          </a:p>
          <a:p>
            <a:pPr>
              <a:defRPr sz="2000"/>
            </a:pPr>
            <a:r>
              <a:t>测控技术与仪器专业</a:t>
            </a:r>
          </a:p>
          <a:p>
            <a:pPr>
              <a:defRPr sz="2000"/>
            </a:pPr>
            <a:r>
              <a:t>学生：XXX</a:t>
            </a:r>
          </a:p>
          <a:p>
            <a:pPr>
              <a:defRPr sz="2000"/>
            </a:pPr>
            <a:r>
              <a:t>指导教师：XXX</a:t>
            </a:r>
          </a:p>
          <a:p>
            <a:pPr>
              <a:defRPr sz="2000"/>
            </a:pPr>
            <a:r>
              <a:t>广东工业大学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研究背景与问题定义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家庭高频风险：门禁失效、非法入侵、燃气泄漏、环境异常</a:t>
            </a:r>
          </a:p>
          <a:p>
            <a:pPr>
              <a:defRPr sz="2400"/>
            </a:pPr>
            <a:r>
              <a:t>现有家用方案存在成本高、联动弱、可维护性差问题</a:t>
            </a:r>
          </a:p>
          <a:p>
            <a:pPr>
              <a:defRPr sz="2400"/>
            </a:pPr>
            <a:r>
              <a:t>课题目标：构建低成本、可落地、可复现的安防联动系统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研究目标与技术指标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实现检测-判定-执行-反馈闭环</a:t>
            </a:r>
          </a:p>
          <a:p>
            <a:pPr>
              <a:defRPr sz="2400"/>
            </a:pPr>
            <a:r>
              <a:t>关键指标：准确率、误报率、响应时延、功耗、稳定性</a:t>
            </a:r>
          </a:p>
          <a:p>
            <a:pPr>
              <a:defRPr sz="2400"/>
            </a:pPr>
            <a:r>
              <a:t>通过标准化测试逐项验证目标达成情况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系统分为感知层、控制层、通信层、应用层</a:t>
            </a:r>
          </a:p>
          <a:p>
            <a:pPr>
              <a:defRPr sz="2400"/>
            </a:pPr>
            <a:r>
              <a:t>采用本地自治优先、远程协同增强策略</a:t>
            </a:r>
          </a:p>
          <a:p>
            <a:pPr>
              <a:defRPr sz="2400"/>
            </a:pPr>
            <a:r>
              <a:t>核心控制器：STM32F103RCT6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硬件总体方案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传感器：AS608、HC-SR501、DHT、MQ-2、OV7670+FIFO</a:t>
            </a:r>
          </a:p>
          <a:p>
            <a:pPr>
              <a:defRPr sz="2400"/>
            </a:pPr>
            <a:r>
              <a:t>通信与存储：ESP-01S、SD卡（SPI2 + FatFs）</a:t>
            </a:r>
          </a:p>
          <a:p>
            <a:pPr>
              <a:defRPr sz="2400"/>
            </a:pPr>
            <a:r>
              <a:t>执行器：门锁、燃气阀、蜂鸣器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关键硬件实现（感知链路）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DHT单总线采集，MQ-2经ADC采样并滤波</a:t>
            </a:r>
          </a:p>
          <a:p>
            <a:pPr>
              <a:defRPr sz="2400"/>
            </a:pPr>
            <a:r>
              <a:t>PIR中断触发减少轮询负担</a:t>
            </a:r>
          </a:p>
          <a:p>
            <a:pPr>
              <a:defRPr sz="2400"/>
            </a:pPr>
            <a:r>
              <a:t>通过分区布线与去耦设计降低采样噪声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关键硬件实现（执行与电源）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执行链路采用三极管+继电器驱动</a:t>
            </a:r>
          </a:p>
          <a:p>
            <a:pPr>
              <a:defRPr sz="2400"/>
            </a:pPr>
            <a:r>
              <a:t>电源模块采用DCP3512四路输出（3.3V/5V/12V/可调）</a:t>
            </a:r>
          </a:p>
          <a:p>
            <a:pPr>
              <a:defRPr sz="2400"/>
            </a:pPr>
            <a:r>
              <a:t>建立电源分配与最大电流预算并与测试对齐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软件架构与运行模式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支持裸机调试模式与FreeRTOS运行模式</a:t>
            </a:r>
          </a:p>
          <a:p>
            <a:pPr>
              <a:defRPr sz="2400"/>
            </a:pPr>
            <a:r>
              <a:t>分层：驱动层/服务层/业务层/应用交互层</a:t>
            </a:r>
          </a:p>
          <a:p>
            <a:pPr>
              <a:defRPr sz="2400"/>
            </a:pPr>
            <a:r>
              <a:t>关键任务优先级保障安防实时性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核心控制逻辑与状态机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门禁状态机：采集、匹配、开锁、锁定</a:t>
            </a:r>
          </a:p>
          <a:p>
            <a:pPr>
              <a:defRPr sz="2400"/>
            </a:pPr>
            <a:r>
              <a:t>入侵与燃气应急状态机：触发、联动、恢复</a:t>
            </a:r>
          </a:p>
          <a:p>
            <a:pPr>
              <a:defRPr sz="2400"/>
            </a:pPr>
            <a:r>
              <a:t>异常处理：超时重试、降级运行、恢复机制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通信与安全机制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ESP-01S经USART3接入OneNET，基于MQTT通信</a:t>
            </a:r>
          </a:p>
          <a:p>
            <a:pPr>
              <a:defRPr sz="2400"/>
            </a:pPr>
            <a:r>
              <a:t>状态上报与控制下发形成闭环</a:t>
            </a:r>
          </a:p>
          <a:p>
            <a:pPr>
              <a:defRPr sz="2400"/>
            </a:pPr>
            <a:r>
              <a:t>本地AES-128保护，链路支持TLS扩展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传感器标定与数据处理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DHT22完成实验室标定，误差满足设计需求</a:t>
            </a:r>
          </a:p>
          <a:p>
            <a:pPr>
              <a:defRPr sz="2400"/>
            </a:pPr>
            <a:r>
              <a:t>MQ-2建立ADC到浓度等级映射模型</a:t>
            </a:r>
          </a:p>
          <a:p>
            <a:pPr>
              <a:defRPr sz="2400"/>
            </a:pPr>
            <a:r>
              <a:t>多级滤波与融合策略降低误报率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测试方案与标准化用例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测试覆盖单元、联动、性能、稳定性、异常工况</a:t>
            </a:r>
          </a:p>
          <a:p>
            <a:pPr>
              <a:defRPr sz="2400"/>
            </a:pPr>
            <a:r>
              <a:t>统一模板：目的/环境/步骤/预期/实际/判定标准</a:t>
            </a:r>
          </a:p>
          <a:p>
            <a:pPr>
              <a:defRPr sz="2400"/>
            </a:pPr>
            <a:r>
              <a:t>异常测试包含断网、故障、电源波动、强电磁干扰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测试结果与统计分析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门禁准确率98.0%，误报率3.2%</a:t>
            </a:r>
          </a:p>
          <a:p>
            <a:pPr>
              <a:defRPr sz="2400"/>
            </a:pPr>
            <a:r>
              <a:t>本地告警时延620ms，远程控制时延1850ms</a:t>
            </a:r>
          </a:p>
          <a:p>
            <a:pPr>
              <a:defRPr sz="2400"/>
            </a:pPr>
            <a:r>
              <a:t>采用均值、标准差、P95与95%置信区间提升说服力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创新点与工程价值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单芯片多模块协同闭环实现</a:t>
            </a:r>
          </a:p>
          <a:p>
            <a:pPr>
              <a:defRPr sz="2400"/>
            </a:pPr>
            <a:r>
              <a:t>本地自治+远程协同并行机制</a:t>
            </a:r>
          </a:p>
          <a:p>
            <a:pPr>
              <a:defRPr sz="2400"/>
            </a:pPr>
            <a:r>
              <a:t>裸机/RTOS双路径提升调试和部署效率</a:t>
            </a:r>
          </a:p>
          <a:p>
            <a:pPr>
              <a:defRPr sz="2400"/>
            </a:pPr>
            <a:r>
              <a:t>测试闭环完整，具备复用价值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完成从方案设计到系统验证的完整工程闭环</a:t>
            </a:r>
          </a:p>
          <a:p>
            <a:pPr>
              <a:defRPr sz="2400"/>
            </a:pPr>
            <a:r>
              <a:t>关键指标达到预期，系统具备工程可用性</a:t>
            </a:r>
          </a:p>
          <a:p>
            <a:pPr>
              <a:defRPr sz="2400"/>
            </a:pPr>
            <a:r>
              <a:t>后续优化方向：弱网时延、算法融合、多设备协同</a:t>
            </a:r>
          </a:p>
          <a:p>
            <a:pPr>
              <a:defRPr sz="2400"/>
            </a:pPr>
            <a:r>
              <a:t>感谢各位老师，请批评指正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